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heme/theme3.xml" ContentType="application/vnd.openxmlformats-officedocument.theme+xml"/>
  <Override PartName="/ppt/tags/tag248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5" r:id="rId5"/>
  </p:sldMasterIdLst>
  <p:notesMasterIdLst>
    <p:notesMasterId r:id="rId18"/>
  </p:notesMasterIdLst>
  <p:sldIdLst>
    <p:sldId id="2147483645" r:id="rId6"/>
    <p:sldId id="2147483646" r:id="rId7"/>
    <p:sldId id="2147483647" r:id="rId8"/>
    <p:sldId id="2147483639" r:id="rId9"/>
    <p:sldId id="2147483627" r:id="rId10"/>
    <p:sldId id="2147483633" r:id="rId11"/>
    <p:sldId id="258" r:id="rId12"/>
    <p:sldId id="263" r:id="rId13"/>
    <p:sldId id="256" r:id="rId14"/>
    <p:sldId id="257" r:id="rId15"/>
    <p:sldId id="261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737CCD-C704-455F-8E61-C37B180CD888}">
          <p14:sldIdLst>
            <p14:sldId id="2147483645"/>
            <p14:sldId id="2147483646"/>
            <p14:sldId id="2147483647"/>
            <p14:sldId id="2147483639"/>
            <p14:sldId id="2147483627"/>
            <p14:sldId id="2147483633"/>
            <p14:sldId id="258"/>
            <p14:sldId id="263"/>
            <p14:sldId id="256"/>
            <p14:sldId id="257"/>
            <p14:sldId id="261"/>
            <p14:sldId id="260"/>
          </p14:sldIdLst>
        </p14:section>
        <p14:section name="Functional Design" id="{99382039-0DBD-48BB-825E-159458ED9FBD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77EE51-3629-233D-C7AF-EB89726682F1}" name="Manjunath Acharya, Shreyas" initials="SM" userId="S::s.manjunath.acharya@accenture.com::4989181a-b11a-41b0-bebe-50b87ea2e3f1" providerId="AD"/>
  <p188:author id="{3E19E76C-1792-9954-F78B-E8CB62A9A1CE}" name="Desai, Anita" initials="AD" userId="S::anita.desai@accenture.com::e4d7b4b0-aa91-4796-9704-0f63db0cdbf8" providerId="AD"/>
  <p188:author id="{64BD5B72-2A06-3F1F-64FD-467D5F63A073}" name="Navelkar, Pooja (external - Service)" initials="NS" userId="S::pooja.navelkar01@sap.com::1de403ac-630e-49bc-bcb7-1297843bf175" providerId="AD"/>
  <p188:author id="{C066A2AC-C9FC-4C80-66F2-64BAEF4AD19A}" name="B, Meghana (external - Service)" initials="" userId="S::meghana.b01@sap.com::2703a0f6-888f-41e9-aae9-123dc869fc8b" providerId="AD"/>
  <p188:author id="{2057AFDC-F59B-9E2D-39EA-35702B5F23EC}" name="Singh, Preeti (external - Service)" initials="" userId="S::preeti.singh11@sap.com::e99996e2-a251-4112-ba51-76182ae058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1F2"/>
    <a:srgbClr val="210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F0A06C-8A64-7E9F-27E5-EF5DAADA6EB7}" v="90" dt="2026-05-27T06:19:41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36229-8E7C-46E5-987C-6E64371504B1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CFD21-3FFB-4459-8399-6813BCE8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42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7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2502" y="1380550"/>
            <a:ext cx="6918528" cy="99719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33535" y="0"/>
            <a:ext cx="435846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533652702" name="LogoBlue-Dynamic" descr="{&quot;templafy&quot;:{&quot;id&quot;:&quot;6c7bdae5-f4a4-41ef-bce1-a9de047427a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31826e07-6bd8-46cf-99a6-aba87324adbb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61146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599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2000" cy="3430800"/>
          </a:xfrm>
        </p:spPr>
        <p:txBody>
          <a:bodyPr anchor="ctr" anchorCtr="0"/>
          <a:lstStyle>
            <a:lvl1pPr marL="0" marR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73675286" name="LogoBlue-Dynamic" descr="{&quot;templafy&quot;:{&quot;id&quot;:&quot;f232a519-5ff6-4053-bb5b-b23e1adaee1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6218600"/>
            <a:ext cx="727003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27682cf1-0696-470f-9efa-616f4870e8a0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01" y="5724000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679244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1121" y="1275474"/>
            <a:ext cx="606776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02517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945490893" name="LogoBlue-Dynamic" descr="{&quot;templafy&quot;:{&quot;id&quot;:&quot;e60c395f-8fa7-41cf-b146-37c7272e7cf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55d87788-2e60-4526-97e4-cc625eeee8d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432347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2289270" y="1275474"/>
            <a:ext cx="8849612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592837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82763596" name="LogoBlack-Dynamic" descr="{&quot;templafy&quot;:{&quot;id&quot;:&quot;e1ce98cc-b5e7-4d57-bbf2-b85890640f1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e21c6111-be2c-44a0-a2aa-df88facd3edb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148873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8" name="Anvil" descr="preencoded.png">
            <a:extLst>
              <a:ext uri="{FF2B5EF4-FFF2-40B4-BE49-F238E27FC236}">
                <a16:creationId xmlns:a16="http://schemas.microsoft.com/office/drawing/2014/main" id="{39A9B643-3B5A-F0D7-C3BF-3A81DE80FEB6}"/>
              </a:ext>
            </a:extLst>
          </p:cNvPr>
          <p:cNvSpPr/>
          <p:nvPr/>
        </p:nvSpPr>
        <p:spPr>
          <a:xfrm>
            <a:off x="287264" y="935666"/>
            <a:ext cx="6760288" cy="3333180"/>
          </a:xfrm>
          <a:custGeom>
            <a:avLst/>
            <a:gdLst>
              <a:gd name="connsiteX0" fmla="*/ 0 w 6762048"/>
              <a:gd name="connsiteY0" fmla="*/ 0 h 3333180"/>
              <a:gd name="connsiteX1" fmla="*/ 0 w 6762048"/>
              <a:gd name="connsiteY1" fmla="*/ 3333180 h 3333180"/>
              <a:gd name="connsiteX2" fmla="*/ 3436452 w 6762048"/>
              <a:gd name="connsiteY2" fmla="*/ 3333180 h 3333180"/>
              <a:gd name="connsiteX3" fmla="*/ 6762048 w 6762048"/>
              <a:gd name="connsiteY3" fmla="*/ 0 h 3333180"/>
              <a:gd name="connsiteX4" fmla="*/ 0 w 6762048"/>
              <a:gd name="connsiteY4" fmla="*/ 0 h 33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048" h="3333180">
                <a:moveTo>
                  <a:pt x="0" y="0"/>
                </a:moveTo>
                <a:lnTo>
                  <a:pt x="0" y="3333180"/>
                </a:lnTo>
                <a:lnTo>
                  <a:pt x="3436452" y="3333180"/>
                </a:lnTo>
                <a:lnTo>
                  <a:pt x="6762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9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87480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482374887" name="LogoWhite-Dynamic" descr="{&quot;templafy&quot;:{&quot;id&quot;:&quot;1c29bb78-5811-4cd4-811f-7882c0a6998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58f345ad-7bdb-419e-8713-85ce06a158f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984692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1"/>
            <a:ext cx="12192000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159" y="1156532"/>
            <a:ext cx="5612260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4022" y="0"/>
            <a:ext cx="4357979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287" y="2206502"/>
            <a:ext cx="552826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743685208" name="LogoWhite-Dynamic" descr="{&quot;templafy&quot;:{&quot;id&quot;:&quot;c91d4f96-eb02-4c57-a0e1-338790f88ed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54a69f23-ff76-4f65-96bb-a6bf00e9647f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286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101834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8ED244-1A1E-07F9-A811-BFABA0FF15AB}"/>
              </a:ext>
            </a:extLst>
          </p:cNvPr>
          <p:cNvSpPr/>
          <p:nvPr userDrawn="1"/>
        </p:nvSpPr>
        <p:spPr bwMode="gray">
          <a:xfrm>
            <a:off x="88209" y="6481011"/>
            <a:ext cx="1748134" cy="248652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1603793" y="504000"/>
            <a:ext cx="10083640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3E1F6C-E231-93B7-F120-24049A5B9B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0742"/>
          <a:stretch/>
        </p:blipFill>
        <p:spPr>
          <a:xfrm>
            <a:off x="0" y="0"/>
            <a:ext cx="1428252" cy="68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8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98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3090446"/>
            <a:ext cx="11182288" cy="677108"/>
          </a:xfrm>
        </p:spPr>
        <p:txBody>
          <a:bodyPr anchor="ctr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71945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F3C73EF7-749D-E42F-43D1-935593D0B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513" b="24921"/>
          <a:stretch/>
        </p:blipFill>
        <p:spPr bwMode="black">
          <a:xfrm>
            <a:off x="0" y="3429000"/>
            <a:ext cx="1218882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438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03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6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1520" y="1557338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8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557338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57338"/>
            <a:ext cx="532661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36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8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4361" y="1557338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4115" y="1557338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57338"/>
            <a:ext cx="3563072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7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81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0820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0820" y="1557338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770000"/>
            <a:ext cx="5326613" cy="1575238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57338"/>
            <a:ext cx="5326613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31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7116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7116" y="1557338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0493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0493" y="1557338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57338"/>
            <a:ext cx="339031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51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81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2462" y="3878221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2462" y="1557338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49599" y="3878221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49599" y="1557338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6734" y="3878221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6734" y="1557338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387822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57338"/>
            <a:ext cx="2414971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800000"/>
            <a:ext cx="11182288" cy="3285032"/>
          </a:xfrm>
        </p:spPr>
        <p:txBody>
          <a:bodyPr/>
          <a:lstStyle>
            <a:lvl1pPr marL="395802" indent="-395802">
              <a:lnSpc>
                <a:spcPct val="90000"/>
              </a:lnSpc>
              <a:spcBef>
                <a:spcPts val="600"/>
              </a:spcBef>
              <a:defRPr sz="5997" b="0" i="0">
                <a:latin typeface="72 Brand Medium" panose="020B0504030603020204" pitchFamily="34" charset="0"/>
              </a:defRPr>
            </a:lvl1pPr>
            <a:lvl2pPr marL="395802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484658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4" orient="horz" pos="1133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557338"/>
            <a:ext cx="7090154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709015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09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8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2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0486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0820" y="1557338"/>
            <a:ext cx="5326613" cy="4778662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57338"/>
            <a:ext cx="5326613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230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981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57338"/>
            <a:ext cx="11182288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92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50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107" y="2905126"/>
            <a:ext cx="165213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eb9adf6b-a999-43b4-87a5-c81e58f16e94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2024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1520825"/>
            <a:ext cx="5412068" cy="846386"/>
          </a:xfrm>
        </p:spPr>
        <p:txBody>
          <a:bodyPr/>
          <a:lstStyle>
            <a:lvl1pPr>
              <a:defRPr sz="5498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3274F-1EBD-A73A-AC54-963A234E9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0437" y="5990000"/>
            <a:ext cx="72687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253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58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C889-4DFD-A335-6E5C-0950CE33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010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B6B9-D7BB-5CA0-E7BE-CBB4549E5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41A91-B065-F67F-29A2-50844FF07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F9758-701A-26B4-99FC-25B30705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F7C51-B9DB-FF5A-53CC-46A91792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E4E68-8F6B-E59B-0069-D63FBB89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50025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AD63-B81F-8797-66B9-71507649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98CE-4623-3BDD-0E5F-C87569808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ED704-AD27-47F1-3FE4-A98F5036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D18BB-B9C3-9F30-4CFE-A29A52C3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5EA7E-D49D-02CB-FBA7-BD7EFDE2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008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EA64-2791-9FBA-A529-494408BD3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D124B-05FB-BCA3-A242-302FF5AC4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AD2E1-A44A-C96C-9CA1-97912CF5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5367F-6962-EA41-29F2-FC5EC8FB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D721-F4B7-0815-D6E8-ACC3D117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485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6E8B-E73D-0D62-7D3F-673EC6C3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76D7-9675-12A5-C948-F6EBBB23C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8B23D-F3C4-90D6-0404-AA9EA3D07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2F991-1052-F567-515D-DA47EF5F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3A747-916D-415C-AF3F-4E808E90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A0ACA-88D3-D888-3AD0-1291BAFF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70695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9D7D9-899D-DA67-5CC1-2BEADBA4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4DC81-7CD9-CCC0-610F-65DEF1142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97629-8BB5-E1FF-DD2C-3E27D971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AC30D-5F8A-1566-A574-427E7EF00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F03D1-F348-3CDE-1E15-89E43BDC5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3472F-3C38-C85F-FFF8-3EBAE6F6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6A757-3D09-2BAD-BF1A-2B0BEAF4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D4ADF-C124-4EEC-CC3D-793FB1E2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440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0B39-9694-CBEA-A2AE-032F8C02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8EDEC-00F5-798C-A515-0DB8E25D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7199D-F4A9-988E-B41A-47FB361E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3CA6A-FAAE-BD4A-219D-61EF1DE4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1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3A4BC-CB5F-2A84-3720-1E0DCDF2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A729E-A2E9-CA3E-E803-36BD1004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08488-FA62-9D85-50FC-536CAE2E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8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866E-22DE-A3DE-2E1E-E4807F9D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D258-481C-81B3-D6B4-AF43F5C38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F89C8-5D7A-8959-2017-85FB5F1B2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11410-932D-5A81-BAF3-3118CE27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A4C26-CDFE-04E1-8C3D-9FFE307A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34306-D0C2-BDC4-D59E-C21E9AA0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88749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B93F-2CA6-D16B-0717-A3D948D6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E035B-754A-20C9-1DCD-EF043EB58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91D43-B0F2-660A-0038-64D43CEF2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67029-21E4-E7FC-BD1A-78144E13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A1496-A62F-112B-C6DD-E82BD95E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A40F8-4CA3-9985-31B6-CD2AA07E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55600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93FC-44DD-8F06-F113-798A6DAC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30482-4CF1-3FB8-73D3-AF076B2E6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7250C-1E7F-CD93-E858-5E8A51F4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D493B-413B-EA3C-625A-6856A04B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F15C6-4C0A-2E7A-446B-AA8E5D97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39724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FA0B6-BE2B-2C33-CA99-CCFDAB5F7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19965-B02A-2948-F9B3-88BE7ECFE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87DBE-70B9-DB0A-0E85-235EB4EE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7484C-8BE6-B7C8-4E91-3A35FB9D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81E0E-70BF-50D6-6C2E-3ABBEDB3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57833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2502" y="1380550"/>
            <a:ext cx="6918528" cy="99719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599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33535" y="0"/>
            <a:ext cx="435846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533652702" name="LogoBlue-Dynamic" descr="{&quot;templafy&quot;:{&quot;id&quot;:&quot;6c7bdae5-f4a4-41ef-bce1-a9de047427a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31826e07-6bd8-46cf-99a6-aba87324adbb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606381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C889-4DFD-A335-6E5C-0950CE33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92181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3933D88-5074-96AF-7475-6A3FE90662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933D88-5074-96AF-7475-6A3FE9066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E737AE4-0FC9-9417-9941-474233CE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2995035"/>
            <a:ext cx="5561012" cy="1107996"/>
          </a:xfrm>
        </p:spPr>
        <p:txBody>
          <a:bodyPr vert="horz"/>
          <a:lstStyle>
            <a:lvl1pPr>
              <a:defRPr sz="3599">
                <a:latin typeface="72 Black" panose="020B0A04030603020204" pitchFamily="34" charset="0"/>
                <a:cs typeface="72 Black" panose="020B0A040306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E108647-C840-254D-8995-6129833DA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9" b="239"/>
          <a:stretch/>
        </p:blipFill>
        <p:spPr bwMode="black">
          <a:xfrm>
            <a:off x="6073781" y="0"/>
            <a:ext cx="6118219" cy="6858000"/>
          </a:xfrm>
          <a:prstGeom prst="rect">
            <a:avLst/>
          </a:prstGeom>
        </p:spPr>
      </p:pic>
      <p:pic>
        <p:nvPicPr>
          <p:cNvPr id="10" name="LogoBlue-Dynamic" descr="{&quot;templafy&quot;:{&quot;id&quot;:&quot;1e35b10f-4aa6-4e21-bc20-f31b4721f33a&quot;}}">
            <a:extLst>
              <a:ext uri="{FF2B5EF4-FFF2-40B4-BE49-F238E27FC236}">
                <a16:creationId xmlns:a16="http://schemas.microsoft.com/office/drawing/2014/main" id="{D4099CE5-F3F7-3CB1-880D-D848A8B1F91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07989" y="404813"/>
            <a:ext cx="727003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76b3878a-67a6-46b0-b96d-4da10120365d&quot;}}">
            <a:extLst>
              <a:ext uri="{FF2B5EF4-FFF2-40B4-BE49-F238E27FC236}">
                <a16:creationId xmlns:a16="http://schemas.microsoft.com/office/drawing/2014/main" id="{AD878BF9-3CC4-694F-6157-D44BDD704F61}"/>
              </a:ext>
            </a:extLst>
          </p:cNvPr>
          <p:cNvSpPr txBox="1"/>
          <p:nvPr userDrawn="1"/>
        </p:nvSpPr>
        <p:spPr>
          <a:xfrm>
            <a:off x="412679" y="51316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61734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8" name="Anvil" descr="preencoded.png">
            <a:extLst>
              <a:ext uri="{FF2B5EF4-FFF2-40B4-BE49-F238E27FC236}">
                <a16:creationId xmlns:a16="http://schemas.microsoft.com/office/drawing/2014/main" id="{39A9B643-3B5A-F0D7-C3BF-3A81DE80FEB6}"/>
              </a:ext>
            </a:extLst>
          </p:cNvPr>
          <p:cNvSpPr/>
          <p:nvPr/>
        </p:nvSpPr>
        <p:spPr>
          <a:xfrm>
            <a:off x="287264" y="935666"/>
            <a:ext cx="6760288" cy="3333180"/>
          </a:xfrm>
          <a:custGeom>
            <a:avLst/>
            <a:gdLst>
              <a:gd name="connsiteX0" fmla="*/ 0 w 6762048"/>
              <a:gd name="connsiteY0" fmla="*/ 0 h 3333180"/>
              <a:gd name="connsiteX1" fmla="*/ 0 w 6762048"/>
              <a:gd name="connsiteY1" fmla="*/ 3333180 h 3333180"/>
              <a:gd name="connsiteX2" fmla="*/ 3436452 w 6762048"/>
              <a:gd name="connsiteY2" fmla="*/ 3333180 h 3333180"/>
              <a:gd name="connsiteX3" fmla="*/ 6762048 w 6762048"/>
              <a:gd name="connsiteY3" fmla="*/ 0 h 3333180"/>
              <a:gd name="connsiteX4" fmla="*/ 0 w 6762048"/>
              <a:gd name="connsiteY4" fmla="*/ 0 h 33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048" h="3333180">
                <a:moveTo>
                  <a:pt x="0" y="0"/>
                </a:moveTo>
                <a:lnTo>
                  <a:pt x="0" y="3333180"/>
                </a:lnTo>
                <a:lnTo>
                  <a:pt x="3436452" y="3333180"/>
                </a:lnTo>
                <a:lnTo>
                  <a:pt x="6762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9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687480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969675995" name="LogoWhite-Dynamic" descr="{&quot;templafy&quot;:{&quot;id&quot;:&quot;a03801f7-a51b-44f8-933d-6b1850afc8a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31" y="360000"/>
            <a:ext cx="727003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1da93175-eacd-4ffd-b097-a0a3d5c20d0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8A52FD6-5E19-B9AD-5950-58F33B5580B6}"/>
              </a:ext>
            </a:extLst>
          </p:cNvPr>
          <p:cNvSpPr txBox="1"/>
          <p:nvPr userDrawn="1"/>
        </p:nvSpPr>
        <p:spPr>
          <a:xfrm>
            <a:off x="5612104" y="6271539"/>
            <a:ext cx="1504632" cy="240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GB" sz="870" b="0" kern="0">
                <a:solidFill>
                  <a:schemeClr val="bg1"/>
                </a:solidFill>
                <a:latin typeface="+mj-lt"/>
                <a:ea typeface="Arial Unicode MS" pitchFamily="34" charset="-128"/>
                <a:cs typeface="72 Condensed" panose="020B0506030000000003" pitchFamily="34" charset="0"/>
              </a:rPr>
              <a:t>Enterprise </a:t>
            </a:r>
            <a:br>
              <a:rPr lang="en-GB" sz="870" b="0" kern="0">
                <a:solidFill>
                  <a:schemeClr val="bg1"/>
                </a:solidFill>
                <a:latin typeface="+mj-lt"/>
                <a:ea typeface="Arial Unicode MS" pitchFamily="34" charset="-128"/>
                <a:cs typeface="72 Condensed" panose="020B0506030000000003" pitchFamily="34" charset="0"/>
              </a:rPr>
            </a:br>
            <a:r>
              <a:rPr lang="en-GB" sz="870" b="0" kern="0">
                <a:solidFill>
                  <a:schemeClr val="bg1"/>
                </a:solidFill>
                <a:latin typeface="+mj-lt"/>
                <a:ea typeface="Arial Unicode MS" pitchFamily="34" charset="-128"/>
                <a:cs typeface="72 Condensed" panose="020B0506030000000003" pitchFamily="34" charset="0"/>
              </a:rPr>
              <a:t>Architecture Group</a:t>
            </a:r>
          </a:p>
        </p:txBody>
      </p:sp>
      <p:pic>
        <p:nvPicPr>
          <p:cNvPr id="5" name="Grafik 12">
            <a:extLst>
              <a:ext uri="{FF2B5EF4-FFF2-40B4-BE49-F238E27FC236}">
                <a16:creationId xmlns:a16="http://schemas.microsoft.com/office/drawing/2014/main" id="{372B5893-0D2A-A26A-ACE6-E352469E09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71899" y="6274095"/>
            <a:ext cx="293363" cy="23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9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2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7.xml"/><Relationship Id="rId63" Type="http://schemas.openxmlformats.org/officeDocument/2006/relationships/tags" Target="../tags/tag38.xml"/><Relationship Id="rId84" Type="http://schemas.openxmlformats.org/officeDocument/2006/relationships/tags" Target="../tags/tag59.xml"/><Relationship Id="rId138" Type="http://schemas.openxmlformats.org/officeDocument/2006/relationships/tags" Target="../tags/tag113.xml"/><Relationship Id="rId107" Type="http://schemas.openxmlformats.org/officeDocument/2006/relationships/tags" Target="../tags/tag82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7.xml"/><Relationship Id="rId53" Type="http://schemas.openxmlformats.org/officeDocument/2006/relationships/tags" Target="../tags/tag28.xml"/><Relationship Id="rId74" Type="http://schemas.openxmlformats.org/officeDocument/2006/relationships/tags" Target="../tags/tag49.xml"/><Relationship Id="rId128" Type="http://schemas.openxmlformats.org/officeDocument/2006/relationships/tags" Target="../tags/tag103.xml"/><Relationship Id="rId5" Type="http://schemas.openxmlformats.org/officeDocument/2006/relationships/slideLayout" Target="../slideLayouts/slideLayout5.xml"/><Relationship Id="rId90" Type="http://schemas.openxmlformats.org/officeDocument/2006/relationships/tags" Target="../tags/tag65.xml"/><Relationship Id="rId95" Type="http://schemas.openxmlformats.org/officeDocument/2006/relationships/tags" Target="../tags/tag70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43" Type="http://schemas.openxmlformats.org/officeDocument/2006/relationships/tags" Target="../tags/tag18.xml"/><Relationship Id="rId48" Type="http://schemas.openxmlformats.org/officeDocument/2006/relationships/tags" Target="../tags/tag23.xml"/><Relationship Id="rId64" Type="http://schemas.openxmlformats.org/officeDocument/2006/relationships/tags" Target="../tags/tag39.xml"/><Relationship Id="rId69" Type="http://schemas.openxmlformats.org/officeDocument/2006/relationships/tags" Target="../tags/tag44.xml"/><Relationship Id="rId113" Type="http://schemas.openxmlformats.org/officeDocument/2006/relationships/tags" Target="../tags/tag88.xml"/><Relationship Id="rId118" Type="http://schemas.openxmlformats.org/officeDocument/2006/relationships/tags" Target="../tags/tag93.xml"/><Relationship Id="rId134" Type="http://schemas.openxmlformats.org/officeDocument/2006/relationships/tags" Target="../tags/tag109.xml"/><Relationship Id="rId139" Type="http://schemas.openxmlformats.org/officeDocument/2006/relationships/tags" Target="../tags/tag114.xml"/><Relationship Id="rId80" Type="http://schemas.openxmlformats.org/officeDocument/2006/relationships/tags" Target="../tags/tag55.xml"/><Relationship Id="rId85" Type="http://schemas.openxmlformats.org/officeDocument/2006/relationships/tags" Target="../tags/tag6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8.xml"/><Relationship Id="rId38" Type="http://schemas.openxmlformats.org/officeDocument/2006/relationships/tags" Target="../tags/tag13.xml"/><Relationship Id="rId59" Type="http://schemas.openxmlformats.org/officeDocument/2006/relationships/tags" Target="../tags/tag34.xml"/><Relationship Id="rId103" Type="http://schemas.openxmlformats.org/officeDocument/2006/relationships/tags" Target="../tags/tag78.xml"/><Relationship Id="rId108" Type="http://schemas.openxmlformats.org/officeDocument/2006/relationships/tags" Target="../tags/tag83.xml"/><Relationship Id="rId124" Type="http://schemas.openxmlformats.org/officeDocument/2006/relationships/tags" Target="../tags/tag99.xml"/><Relationship Id="rId129" Type="http://schemas.openxmlformats.org/officeDocument/2006/relationships/tags" Target="../tags/tag104.xml"/><Relationship Id="rId54" Type="http://schemas.openxmlformats.org/officeDocument/2006/relationships/tags" Target="../tags/tag29.xml"/><Relationship Id="rId70" Type="http://schemas.openxmlformats.org/officeDocument/2006/relationships/tags" Target="../tags/tag45.xml"/><Relationship Id="rId75" Type="http://schemas.openxmlformats.org/officeDocument/2006/relationships/tags" Target="../tags/tag50.xml"/><Relationship Id="rId91" Type="http://schemas.openxmlformats.org/officeDocument/2006/relationships/tags" Target="../tags/tag66.xml"/><Relationship Id="rId96" Type="http://schemas.openxmlformats.org/officeDocument/2006/relationships/tags" Target="../tags/tag71.xml"/><Relationship Id="rId140" Type="http://schemas.openxmlformats.org/officeDocument/2006/relationships/tags" Target="../tags/tag115.xml"/><Relationship Id="rId145" Type="http://schemas.openxmlformats.org/officeDocument/2006/relationships/tags" Target="../tags/tag1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49" Type="http://schemas.openxmlformats.org/officeDocument/2006/relationships/tags" Target="../tags/tag24.xml"/><Relationship Id="rId114" Type="http://schemas.openxmlformats.org/officeDocument/2006/relationships/tags" Target="../tags/tag89.xml"/><Relationship Id="rId119" Type="http://schemas.openxmlformats.org/officeDocument/2006/relationships/tags" Target="../tags/tag94.xml"/><Relationship Id="rId44" Type="http://schemas.openxmlformats.org/officeDocument/2006/relationships/tags" Target="../tags/tag19.xml"/><Relationship Id="rId60" Type="http://schemas.openxmlformats.org/officeDocument/2006/relationships/tags" Target="../tags/tag35.xml"/><Relationship Id="rId65" Type="http://schemas.openxmlformats.org/officeDocument/2006/relationships/tags" Target="../tags/tag40.xml"/><Relationship Id="rId81" Type="http://schemas.openxmlformats.org/officeDocument/2006/relationships/tags" Target="../tags/tag56.xml"/><Relationship Id="rId86" Type="http://schemas.openxmlformats.org/officeDocument/2006/relationships/tags" Target="../tags/tag61.xml"/><Relationship Id="rId130" Type="http://schemas.openxmlformats.org/officeDocument/2006/relationships/tags" Target="../tags/tag105.xml"/><Relationship Id="rId135" Type="http://schemas.openxmlformats.org/officeDocument/2006/relationships/tags" Target="../tags/tag110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4.xml"/><Relationship Id="rId109" Type="http://schemas.openxmlformats.org/officeDocument/2006/relationships/tags" Target="../tags/tag84.xml"/><Relationship Id="rId34" Type="http://schemas.openxmlformats.org/officeDocument/2006/relationships/tags" Target="../tags/tag9.xml"/><Relationship Id="rId50" Type="http://schemas.openxmlformats.org/officeDocument/2006/relationships/tags" Target="../tags/tag25.xml"/><Relationship Id="rId55" Type="http://schemas.openxmlformats.org/officeDocument/2006/relationships/tags" Target="../tags/tag30.xml"/><Relationship Id="rId76" Type="http://schemas.openxmlformats.org/officeDocument/2006/relationships/tags" Target="../tags/tag51.xml"/><Relationship Id="rId97" Type="http://schemas.openxmlformats.org/officeDocument/2006/relationships/tags" Target="../tags/tag72.xml"/><Relationship Id="rId104" Type="http://schemas.openxmlformats.org/officeDocument/2006/relationships/tags" Target="../tags/tag79.xml"/><Relationship Id="rId120" Type="http://schemas.openxmlformats.org/officeDocument/2006/relationships/tags" Target="../tags/tag95.xml"/><Relationship Id="rId125" Type="http://schemas.openxmlformats.org/officeDocument/2006/relationships/tags" Target="../tags/tag100.xml"/><Relationship Id="rId141" Type="http://schemas.openxmlformats.org/officeDocument/2006/relationships/tags" Target="../tags/tag116.xml"/><Relationship Id="rId146" Type="http://schemas.openxmlformats.org/officeDocument/2006/relationships/tags" Target="../tags/tag121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6.xml"/><Relationship Id="rId92" Type="http://schemas.openxmlformats.org/officeDocument/2006/relationships/tags" Target="../tags/tag67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4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5.xml"/><Relationship Id="rId45" Type="http://schemas.openxmlformats.org/officeDocument/2006/relationships/tags" Target="../tags/tag20.xml"/><Relationship Id="rId66" Type="http://schemas.openxmlformats.org/officeDocument/2006/relationships/tags" Target="../tags/tag41.xml"/><Relationship Id="rId87" Type="http://schemas.openxmlformats.org/officeDocument/2006/relationships/tags" Target="../tags/tag62.xml"/><Relationship Id="rId110" Type="http://schemas.openxmlformats.org/officeDocument/2006/relationships/tags" Target="../tags/tag85.xml"/><Relationship Id="rId115" Type="http://schemas.openxmlformats.org/officeDocument/2006/relationships/tags" Target="../tags/tag90.xml"/><Relationship Id="rId131" Type="http://schemas.openxmlformats.org/officeDocument/2006/relationships/tags" Target="../tags/tag106.xml"/><Relationship Id="rId136" Type="http://schemas.openxmlformats.org/officeDocument/2006/relationships/tags" Target="../tags/tag111.xml"/><Relationship Id="rId61" Type="http://schemas.openxmlformats.org/officeDocument/2006/relationships/tags" Target="../tags/tag36.xml"/><Relationship Id="rId82" Type="http://schemas.openxmlformats.org/officeDocument/2006/relationships/tags" Target="../tags/tag57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5.xml"/><Relationship Id="rId35" Type="http://schemas.openxmlformats.org/officeDocument/2006/relationships/tags" Target="../tags/tag10.xml"/><Relationship Id="rId56" Type="http://schemas.openxmlformats.org/officeDocument/2006/relationships/tags" Target="../tags/tag31.xml"/><Relationship Id="rId77" Type="http://schemas.openxmlformats.org/officeDocument/2006/relationships/tags" Target="../tags/tag52.xml"/><Relationship Id="rId100" Type="http://schemas.openxmlformats.org/officeDocument/2006/relationships/tags" Target="../tags/tag75.xml"/><Relationship Id="rId105" Type="http://schemas.openxmlformats.org/officeDocument/2006/relationships/tags" Target="../tags/tag80.xml"/><Relationship Id="rId126" Type="http://schemas.openxmlformats.org/officeDocument/2006/relationships/tags" Target="../tags/tag101.xml"/><Relationship Id="rId147" Type="http://schemas.openxmlformats.org/officeDocument/2006/relationships/tags" Target="../tags/tag122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6.xml"/><Relationship Id="rId72" Type="http://schemas.openxmlformats.org/officeDocument/2006/relationships/tags" Target="../tags/tag47.xml"/><Relationship Id="rId93" Type="http://schemas.openxmlformats.org/officeDocument/2006/relationships/tags" Target="../tags/tag68.xml"/><Relationship Id="rId98" Type="http://schemas.openxmlformats.org/officeDocument/2006/relationships/tags" Target="../tags/tag73.xml"/><Relationship Id="rId121" Type="http://schemas.openxmlformats.org/officeDocument/2006/relationships/tags" Target="../tags/tag96.xml"/><Relationship Id="rId142" Type="http://schemas.openxmlformats.org/officeDocument/2006/relationships/tags" Target="../tags/tag117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46" Type="http://schemas.openxmlformats.org/officeDocument/2006/relationships/tags" Target="../tags/tag21.xml"/><Relationship Id="rId67" Type="http://schemas.openxmlformats.org/officeDocument/2006/relationships/tags" Target="../tags/tag42.xml"/><Relationship Id="rId116" Type="http://schemas.openxmlformats.org/officeDocument/2006/relationships/tags" Target="../tags/tag91.xml"/><Relationship Id="rId137" Type="http://schemas.openxmlformats.org/officeDocument/2006/relationships/tags" Target="../tags/tag112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6.xml"/><Relationship Id="rId62" Type="http://schemas.openxmlformats.org/officeDocument/2006/relationships/tags" Target="../tags/tag37.xml"/><Relationship Id="rId83" Type="http://schemas.openxmlformats.org/officeDocument/2006/relationships/tags" Target="../tags/tag58.xml"/><Relationship Id="rId88" Type="http://schemas.openxmlformats.org/officeDocument/2006/relationships/tags" Target="../tags/tag63.xml"/><Relationship Id="rId111" Type="http://schemas.openxmlformats.org/officeDocument/2006/relationships/tags" Target="../tags/tag86.xml"/><Relationship Id="rId132" Type="http://schemas.openxmlformats.org/officeDocument/2006/relationships/tags" Target="../tags/tag107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11.xml"/><Relationship Id="rId57" Type="http://schemas.openxmlformats.org/officeDocument/2006/relationships/tags" Target="../tags/tag32.xml"/><Relationship Id="rId106" Type="http://schemas.openxmlformats.org/officeDocument/2006/relationships/tags" Target="../tags/tag81.xml"/><Relationship Id="rId127" Type="http://schemas.openxmlformats.org/officeDocument/2006/relationships/tags" Target="../tags/tag102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6.xml"/><Relationship Id="rId52" Type="http://schemas.openxmlformats.org/officeDocument/2006/relationships/tags" Target="../tags/tag27.xml"/><Relationship Id="rId73" Type="http://schemas.openxmlformats.org/officeDocument/2006/relationships/tags" Target="../tags/tag48.xml"/><Relationship Id="rId78" Type="http://schemas.openxmlformats.org/officeDocument/2006/relationships/tags" Target="../tags/tag53.xml"/><Relationship Id="rId94" Type="http://schemas.openxmlformats.org/officeDocument/2006/relationships/tags" Target="../tags/tag69.xml"/><Relationship Id="rId99" Type="http://schemas.openxmlformats.org/officeDocument/2006/relationships/tags" Target="../tags/tag74.xml"/><Relationship Id="rId101" Type="http://schemas.openxmlformats.org/officeDocument/2006/relationships/tags" Target="../tags/tag76.xml"/><Relationship Id="rId122" Type="http://schemas.openxmlformats.org/officeDocument/2006/relationships/tags" Target="../tags/tag97.xml"/><Relationship Id="rId143" Type="http://schemas.openxmlformats.org/officeDocument/2006/relationships/tags" Target="../tags/tag118.xml"/><Relationship Id="rId148" Type="http://schemas.openxmlformats.org/officeDocument/2006/relationships/tags" Target="../tags/tag12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ags" Target="../tags/tag1.xml"/><Relationship Id="rId47" Type="http://schemas.openxmlformats.org/officeDocument/2006/relationships/tags" Target="../tags/tag22.xml"/><Relationship Id="rId68" Type="http://schemas.openxmlformats.org/officeDocument/2006/relationships/tags" Target="../tags/tag43.xml"/><Relationship Id="rId89" Type="http://schemas.openxmlformats.org/officeDocument/2006/relationships/tags" Target="../tags/tag64.xml"/><Relationship Id="rId112" Type="http://schemas.openxmlformats.org/officeDocument/2006/relationships/tags" Target="../tags/tag87.xml"/><Relationship Id="rId133" Type="http://schemas.openxmlformats.org/officeDocument/2006/relationships/tags" Target="../tags/tag108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12.xml"/><Relationship Id="rId58" Type="http://schemas.openxmlformats.org/officeDocument/2006/relationships/tags" Target="../tags/tag33.xml"/><Relationship Id="rId79" Type="http://schemas.openxmlformats.org/officeDocument/2006/relationships/tags" Target="../tags/tag54.xml"/><Relationship Id="rId102" Type="http://schemas.openxmlformats.org/officeDocument/2006/relationships/tags" Target="../tags/tag77.xml"/><Relationship Id="rId123" Type="http://schemas.openxmlformats.org/officeDocument/2006/relationships/tags" Target="../tags/tag98.xml"/><Relationship Id="rId144" Type="http://schemas.openxmlformats.org/officeDocument/2006/relationships/tags" Target="../tags/tag11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tags" Target="../tags/tag224.xml"/><Relationship Id="rId21" Type="http://schemas.openxmlformats.org/officeDocument/2006/relationships/tags" Target="../tags/tag128.xml"/><Relationship Id="rId42" Type="http://schemas.openxmlformats.org/officeDocument/2006/relationships/tags" Target="../tags/tag149.xml"/><Relationship Id="rId63" Type="http://schemas.openxmlformats.org/officeDocument/2006/relationships/tags" Target="../tags/tag170.xml"/><Relationship Id="rId84" Type="http://schemas.openxmlformats.org/officeDocument/2006/relationships/tags" Target="../tags/tag191.xml"/><Relationship Id="rId138" Type="http://schemas.openxmlformats.org/officeDocument/2006/relationships/tags" Target="../tags/tag245.xml"/><Relationship Id="rId16" Type="http://schemas.openxmlformats.org/officeDocument/2006/relationships/theme" Target="../theme/theme2.xml"/><Relationship Id="rId107" Type="http://schemas.openxmlformats.org/officeDocument/2006/relationships/tags" Target="../tags/tag214.xml"/><Relationship Id="rId11" Type="http://schemas.openxmlformats.org/officeDocument/2006/relationships/slideLayout" Target="../slideLayouts/slideLayout35.xml"/><Relationship Id="rId32" Type="http://schemas.openxmlformats.org/officeDocument/2006/relationships/tags" Target="../tags/tag139.xml"/><Relationship Id="rId37" Type="http://schemas.openxmlformats.org/officeDocument/2006/relationships/tags" Target="../tags/tag144.xml"/><Relationship Id="rId53" Type="http://schemas.openxmlformats.org/officeDocument/2006/relationships/tags" Target="../tags/tag160.xml"/><Relationship Id="rId58" Type="http://schemas.openxmlformats.org/officeDocument/2006/relationships/tags" Target="../tags/tag165.xml"/><Relationship Id="rId74" Type="http://schemas.openxmlformats.org/officeDocument/2006/relationships/tags" Target="../tags/tag181.xml"/><Relationship Id="rId79" Type="http://schemas.openxmlformats.org/officeDocument/2006/relationships/tags" Target="../tags/tag186.xml"/><Relationship Id="rId102" Type="http://schemas.openxmlformats.org/officeDocument/2006/relationships/tags" Target="../tags/tag209.xml"/><Relationship Id="rId123" Type="http://schemas.openxmlformats.org/officeDocument/2006/relationships/tags" Target="../tags/tag230.xml"/><Relationship Id="rId128" Type="http://schemas.openxmlformats.org/officeDocument/2006/relationships/tags" Target="../tags/tag235.xml"/><Relationship Id="rId5" Type="http://schemas.openxmlformats.org/officeDocument/2006/relationships/slideLayout" Target="../slideLayouts/slideLayout29.xml"/><Relationship Id="rId90" Type="http://schemas.openxmlformats.org/officeDocument/2006/relationships/tags" Target="../tags/tag197.xml"/><Relationship Id="rId95" Type="http://schemas.openxmlformats.org/officeDocument/2006/relationships/tags" Target="../tags/tag202.xml"/><Relationship Id="rId22" Type="http://schemas.openxmlformats.org/officeDocument/2006/relationships/tags" Target="../tags/tag129.xml"/><Relationship Id="rId27" Type="http://schemas.openxmlformats.org/officeDocument/2006/relationships/tags" Target="../tags/tag134.xml"/><Relationship Id="rId43" Type="http://schemas.openxmlformats.org/officeDocument/2006/relationships/tags" Target="../tags/tag150.xml"/><Relationship Id="rId48" Type="http://schemas.openxmlformats.org/officeDocument/2006/relationships/tags" Target="../tags/tag155.xml"/><Relationship Id="rId64" Type="http://schemas.openxmlformats.org/officeDocument/2006/relationships/tags" Target="../tags/tag171.xml"/><Relationship Id="rId69" Type="http://schemas.openxmlformats.org/officeDocument/2006/relationships/tags" Target="../tags/tag176.xml"/><Relationship Id="rId113" Type="http://schemas.openxmlformats.org/officeDocument/2006/relationships/tags" Target="../tags/tag220.xml"/><Relationship Id="rId118" Type="http://schemas.openxmlformats.org/officeDocument/2006/relationships/tags" Target="../tags/tag225.xml"/><Relationship Id="rId134" Type="http://schemas.openxmlformats.org/officeDocument/2006/relationships/tags" Target="../tags/tag241.xml"/><Relationship Id="rId139" Type="http://schemas.openxmlformats.org/officeDocument/2006/relationships/tags" Target="../tags/tag246.xml"/><Relationship Id="rId80" Type="http://schemas.openxmlformats.org/officeDocument/2006/relationships/tags" Target="../tags/tag187.xml"/><Relationship Id="rId85" Type="http://schemas.openxmlformats.org/officeDocument/2006/relationships/tags" Target="../tags/tag192.xml"/><Relationship Id="rId12" Type="http://schemas.openxmlformats.org/officeDocument/2006/relationships/slideLayout" Target="../slideLayouts/slideLayout36.xml"/><Relationship Id="rId17" Type="http://schemas.openxmlformats.org/officeDocument/2006/relationships/tags" Target="../tags/tag124.xml"/><Relationship Id="rId33" Type="http://schemas.openxmlformats.org/officeDocument/2006/relationships/tags" Target="../tags/tag140.xml"/><Relationship Id="rId38" Type="http://schemas.openxmlformats.org/officeDocument/2006/relationships/tags" Target="../tags/tag145.xml"/><Relationship Id="rId59" Type="http://schemas.openxmlformats.org/officeDocument/2006/relationships/tags" Target="../tags/tag166.xml"/><Relationship Id="rId103" Type="http://schemas.openxmlformats.org/officeDocument/2006/relationships/tags" Target="../tags/tag210.xml"/><Relationship Id="rId108" Type="http://schemas.openxmlformats.org/officeDocument/2006/relationships/tags" Target="../tags/tag215.xml"/><Relationship Id="rId124" Type="http://schemas.openxmlformats.org/officeDocument/2006/relationships/tags" Target="../tags/tag231.xml"/><Relationship Id="rId129" Type="http://schemas.openxmlformats.org/officeDocument/2006/relationships/tags" Target="../tags/tag236.xml"/><Relationship Id="rId54" Type="http://schemas.openxmlformats.org/officeDocument/2006/relationships/tags" Target="../tags/tag161.xml"/><Relationship Id="rId70" Type="http://schemas.openxmlformats.org/officeDocument/2006/relationships/tags" Target="../tags/tag177.xml"/><Relationship Id="rId75" Type="http://schemas.openxmlformats.org/officeDocument/2006/relationships/tags" Target="../tags/tag182.xml"/><Relationship Id="rId91" Type="http://schemas.openxmlformats.org/officeDocument/2006/relationships/tags" Target="../tags/tag198.xml"/><Relationship Id="rId96" Type="http://schemas.openxmlformats.org/officeDocument/2006/relationships/tags" Target="../tags/tag20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23" Type="http://schemas.openxmlformats.org/officeDocument/2006/relationships/tags" Target="../tags/tag130.xml"/><Relationship Id="rId28" Type="http://schemas.openxmlformats.org/officeDocument/2006/relationships/tags" Target="../tags/tag135.xml"/><Relationship Id="rId49" Type="http://schemas.openxmlformats.org/officeDocument/2006/relationships/tags" Target="../tags/tag156.xml"/><Relationship Id="rId114" Type="http://schemas.openxmlformats.org/officeDocument/2006/relationships/tags" Target="../tags/tag221.xml"/><Relationship Id="rId119" Type="http://schemas.openxmlformats.org/officeDocument/2006/relationships/tags" Target="../tags/tag226.xml"/><Relationship Id="rId44" Type="http://schemas.openxmlformats.org/officeDocument/2006/relationships/tags" Target="../tags/tag151.xml"/><Relationship Id="rId60" Type="http://schemas.openxmlformats.org/officeDocument/2006/relationships/tags" Target="../tags/tag167.xml"/><Relationship Id="rId65" Type="http://schemas.openxmlformats.org/officeDocument/2006/relationships/tags" Target="../tags/tag172.xml"/><Relationship Id="rId81" Type="http://schemas.openxmlformats.org/officeDocument/2006/relationships/tags" Target="../tags/tag188.xml"/><Relationship Id="rId86" Type="http://schemas.openxmlformats.org/officeDocument/2006/relationships/tags" Target="../tags/tag193.xml"/><Relationship Id="rId130" Type="http://schemas.openxmlformats.org/officeDocument/2006/relationships/tags" Target="../tags/tag237.xml"/><Relationship Id="rId135" Type="http://schemas.openxmlformats.org/officeDocument/2006/relationships/tags" Target="../tags/tag242.xml"/><Relationship Id="rId13" Type="http://schemas.openxmlformats.org/officeDocument/2006/relationships/slideLayout" Target="../slideLayouts/slideLayout37.xml"/><Relationship Id="rId18" Type="http://schemas.openxmlformats.org/officeDocument/2006/relationships/tags" Target="../tags/tag125.xml"/><Relationship Id="rId39" Type="http://schemas.openxmlformats.org/officeDocument/2006/relationships/tags" Target="../tags/tag146.xml"/><Relationship Id="rId109" Type="http://schemas.openxmlformats.org/officeDocument/2006/relationships/tags" Target="../tags/tag216.xml"/><Relationship Id="rId34" Type="http://schemas.openxmlformats.org/officeDocument/2006/relationships/tags" Target="../tags/tag141.xml"/><Relationship Id="rId50" Type="http://schemas.openxmlformats.org/officeDocument/2006/relationships/tags" Target="../tags/tag157.xml"/><Relationship Id="rId55" Type="http://schemas.openxmlformats.org/officeDocument/2006/relationships/tags" Target="../tags/tag162.xml"/><Relationship Id="rId76" Type="http://schemas.openxmlformats.org/officeDocument/2006/relationships/tags" Target="../tags/tag183.xml"/><Relationship Id="rId97" Type="http://schemas.openxmlformats.org/officeDocument/2006/relationships/tags" Target="../tags/tag204.xml"/><Relationship Id="rId104" Type="http://schemas.openxmlformats.org/officeDocument/2006/relationships/tags" Target="../tags/tag211.xml"/><Relationship Id="rId120" Type="http://schemas.openxmlformats.org/officeDocument/2006/relationships/tags" Target="../tags/tag227.xml"/><Relationship Id="rId125" Type="http://schemas.openxmlformats.org/officeDocument/2006/relationships/tags" Target="../tags/tag232.xml"/><Relationship Id="rId7" Type="http://schemas.openxmlformats.org/officeDocument/2006/relationships/slideLayout" Target="../slideLayouts/slideLayout31.xml"/><Relationship Id="rId71" Type="http://schemas.openxmlformats.org/officeDocument/2006/relationships/tags" Target="../tags/tag178.xml"/><Relationship Id="rId92" Type="http://schemas.openxmlformats.org/officeDocument/2006/relationships/tags" Target="../tags/tag199.xml"/><Relationship Id="rId2" Type="http://schemas.openxmlformats.org/officeDocument/2006/relationships/slideLayout" Target="../slideLayouts/slideLayout26.xml"/><Relationship Id="rId29" Type="http://schemas.openxmlformats.org/officeDocument/2006/relationships/tags" Target="../tags/tag136.xml"/><Relationship Id="rId24" Type="http://schemas.openxmlformats.org/officeDocument/2006/relationships/tags" Target="../tags/tag131.xml"/><Relationship Id="rId40" Type="http://schemas.openxmlformats.org/officeDocument/2006/relationships/tags" Target="../tags/tag147.xml"/><Relationship Id="rId45" Type="http://schemas.openxmlformats.org/officeDocument/2006/relationships/tags" Target="../tags/tag152.xml"/><Relationship Id="rId66" Type="http://schemas.openxmlformats.org/officeDocument/2006/relationships/tags" Target="../tags/tag173.xml"/><Relationship Id="rId87" Type="http://schemas.openxmlformats.org/officeDocument/2006/relationships/tags" Target="../tags/tag194.xml"/><Relationship Id="rId110" Type="http://schemas.openxmlformats.org/officeDocument/2006/relationships/tags" Target="../tags/tag217.xml"/><Relationship Id="rId115" Type="http://schemas.openxmlformats.org/officeDocument/2006/relationships/tags" Target="../tags/tag222.xml"/><Relationship Id="rId131" Type="http://schemas.openxmlformats.org/officeDocument/2006/relationships/tags" Target="../tags/tag238.xml"/><Relationship Id="rId136" Type="http://schemas.openxmlformats.org/officeDocument/2006/relationships/tags" Target="../tags/tag243.xml"/><Relationship Id="rId61" Type="http://schemas.openxmlformats.org/officeDocument/2006/relationships/tags" Target="../tags/tag168.xml"/><Relationship Id="rId82" Type="http://schemas.openxmlformats.org/officeDocument/2006/relationships/tags" Target="../tags/tag189.xml"/><Relationship Id="rId19" Type="http://schemas.openxmlformats.org/officeDocument/2006/relationships/tags" Target="../tags/tag126.xml"/><Relationship Id="rId14" Type="http://schemas.openxmlformats.org/officeDocument/2006/relationships/slideLayout" Target="../slideLayouts/slideLayout38.xml"/><Relationship Id="rId30" Type="http://schemas.openxmlformats.org/officeDocument/2006/relationships/tags" Target="../tags/tag137.xml"/><Relationship Id="rId35" Type="http://schemas.openxmlformats.org/officeDocument/2006/relationships/tags" Target="../tags/tag142.xml"/><Relationship Id="rId56" Type="http://schemas.openxmlformats.org/officeDocument/2006/relationships/tags" Target="../tags/tag163.xml"/><Relationship Id="rId77" Type="http://schemas.openxmlformats.org/officeDocument/2006/relationships/tags" Target="../tags/tag184.xml"/><Relationship Id="rId100" Type="http://schemas.openxmlformats.org/officeDocument/2006/relationships/tags" Target="../tags/tag207.xml"/><Relationship Id="rId105" Type="http://schemas.openxmlformats.org/officeDocument/2006/relationships/tags" Target="../tags/tag212.xml"/><Relationship Id="rId126" Type="http://schemas.openxmlformats.org/officeDocument/2006/relationships/tags" Target="../tags/tag233.xml"/><Relationship Id="rId8" Type="http://schemas.openxmlformats.org/officeDocument/2006/relationships/slideLayout" Target="../slideLayouts/slideLayout32.xml"/><Relationship Id="rId51" Type="http://schemas.openxmlformats.org/officeDocument/2006/relationships/tags" Target="../tags/tag158.xml"/><Relationship Id="rId72" Type="http://schemas.openxmlformats.org/officeDocument/2006/relationships/tags" Target="../tags/tag179.xml"/><Relationship Id="rId93" Type="http://schemas.openxmlformats.org/officeDocument/2006/relationships/tags" Target="../tags/tag200.xml"/><Relationship Id="rId98" Type="http://schemas.openxmlformats.org/officeDocument/2006/relationships/tags" Target="../tags/tag205.xml"/><Relationship Id="rId121" Type="http://schemas.openxmlformats.org/officeDocument/2006/relationships/tags" Target="../tags/tag228.xml"/><Relationship Id="rId3" Type="http://schemas.openxmlformats.org/officeDocument/2006/relationships/slideLayout" Target="../slideLayouts/slideLayout27.xml"/><Relationship Id="rId25" Type="http://schemas.openxmlformats.org/officeDocument/2006/relationships/tags" Target="../tags/tag132.xml"/><Relationship Id="rId46" Type="http://schemas.openxmlformats.org/officeDocument/2006/relationships/tags" Target="../tags/tag153.xml"/><Relationship Id="rId67" Type="http://schemas.openxmlformats.org/officeDocument/2006/relationships/tags" Target="../tags/tag174.xml"/><Relationship Id="rId116" Type="http://schemas.openxmlformats.org/officeDocument/2006/relationships/tags" Target="../tags/tag223.xml"/><Relationship Id="rId137" Type="http://schemas.openxmlformats.org/officeDocument/2006/relationships/tags" Target="../tags/tag244.xml"/><Relationship Id="rId20" Type="http://schemas.openxmlformats.org/officeDocument/2006/relationships/tags" Target="../tags/tag127.xml"/><Relationship Id="rId41" Type="http://schemas.openxmlformats.org/officeDocument/2006/relationships/tags" Target="../tags/tag148.xml"/><Relationship Id="rId62" Type="http://schemas.openxmlformats.org/officeDocument/2006/relationships/tags" Target="../tags/tag169.xml"/><Relationship Id="rId83" Type="http://schemas.openxmlformats.org/officeDocument/2006/relationships/tags" Target="../tags/tag190.xml"/><Relationship Id="rId88" Type="http://schemas.openxmlformats.org/officeDocument/2006/relationships/tags" Target="../tags/tag195.xml"/><Relationship Id="rId111" Type="http://schemas.openxmlformats.org/officeDocument/2006/relationships/tags" Target="../tags/tag218.xml"/><Relationship Id="rId132" Type="http://schemas.openxmlformats.org/officeDocument/2006/relationships/tags" Target="../tags/tag239.xml"/><Relationship Id="rId15" Type="http://schemas.openxmlformats.org/officeDocument/2006/relationships/slideLayout" Target="../slideLayouts/slideLayout39.xml"/><Relationship Id="rId36" Type="http://schemas.openxmlformats.org/officeDocument/2006/relationships/tags" Target="../tags/tag143.xml"/><Relationship Id="rId57" Type="http://schemas.openxmlformats.org/officeDocument/2006/relationships/tags" Target="../tags/tag164.xml"/><Relationship Id="rId106" Type="http://schemas.openxmlformats.org/officeDocument/2006/relationships/tags" Target="../tags/tag213.xml"/><Relationship Id="rId127" Type="http://schemas.openxmlformats.org/officeDocument/2006/relationships/tags" Target="../tags/tag234.xml"/><Relationship Id="rId10" Type="http://schemas.openxmlformats.org/officeDocument/2006/relationships/slideLayout" Target="../slideLayouts/slideLayout34.xml"/><Relationship Id="rId31" Type="http://schemas.openxmlformats.org/officeDocument/2006/relationships/tags" Target="../tags/tag138.xml"/><Relationship Id="rId52" Type="http://schemas.openxmlformats.org/officeDocument/2006/relationships/tags" Target="../tags/tag159.xml"/><Relationship Id="rId73" Type="http://schemas.openxmlformats.org/officeDocument/2006/relationships/tags" Target="../tags/tag180.xml"/><Relationship Id="rId78" Type="http://schemas.openxmlformats.org/officeDocument/2006/relationships/tags" Target="../tags/tag185.xml"/><Relationship Id="rId94" Type="http://schemas.openxmlformats.org/officeDocument/2006/relationships/tags" Target="../tags/tag201.xml"/><Relationship Id="rId99" Type="http://schemas.openxmlformats.org/officeDocument/2006/relationships/tags" Target="../tags/tag206.xml"/><Relationship Id="rId101" Type="http://schemas.openxmlformats.org/officeDocument/2006/relationships/tags" Target="../tags/tag208.xml"/><Relationship Id="rId122" Type="http://schemas.openxmlformats.org/officeDocument/2006/relationships/tags" Target="../tags/tag229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26" Type="http://schemas.openxmlformats.org/officeDocument/2006/relationships/tags" Target="../tags/tag133.xml"/><Relationship Id="rId47" Type="http://schemas.openxmlformats.org/officeDocument/2006/relationships/tags" Target="../tags/tag154.xml"/><Relationship Id="rId68" Type="http://schemas.openxmlformats.org/officeDocument/2006/relationships/tags" Target="../tags/tag175.xml"/><Relationship Id="rId89" Type="http://schemas.openxmlformats.org/officeDocument/2006/relationships/tags" Target="../tags/tag196.xml"/><Relationship Id="rId112" Type="http://schemas.openxmlformats.org/officeDocument/2006/relationships/tags" Target="../tags/tag219.xml"/><Relationship Id="rId133" Type="http://schemas.openxmlformats.org/officeDocument/2006/relationships/tags" Target="../tags/tag2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14354" y="6536752"/>
            <a:ext cx="17307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Copyright Placeholder" descr="{&quot;templafy&quot;:{&quot;id&quot;:&quot;1df0b5c3-c399-4d80-afa5-baa0f5e07b52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Arial" panose="020B0604020202020204" pitchFamily="34" charset="0"/>
              </a:rPr>
              <a:t>INTERNAL – SAP and Partners Only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3870" y="1548560"/>
            <a:ext cx="11183564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3870" y="504000"/>
            <a:ext cx="1118356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3937773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539010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>
          <a:xfrm>
            <a:off x="684243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29"/>
            </p:custDataLst>
          </p:nvPr>
        </p:nvGrpSpPr>
        <p:grpSpPr>
          <a:xfrm>
            <a:off x="8294762" y="3978000"/>
            <a:ext cx="1024611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107" y="5984669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68483" y="896932"/>
            <a:ext cx="2123517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Responsible: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0875" y="1097679"/>
            <a:ext cx="2478456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0875" y="1097671"/>
            <a:ext cx="2478456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5884" y="2819463"/>
            <a:ext cx="6360233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797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81508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1088231" rtl="0" eaLnBrk="1" latinLnBrk="0" hangingPunct="1">
        <a:spcBef>
          <a:spcPct val="0"/>
        </a:spcBef>
        <a:buNone/>
        <a:defRPr sz="2399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231" rtl="0" eaLnBrk="1" latinLnBrk="0" hangingPunct="1">
        <a:spcBef>
          <a:spcPts val="1799"/>
        </a:spcBef>
        <a:buClrTx/>
        <a:buSzPct val="80000"/>
        <a:buFont typeface="Roboto" panose="02000000000000000000" pitchFamily="2" charset="0"/>
        <a:buChar char="​"/>
        <a:defRPr sz="1999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1pPr>
      <a:lvl2pPr marL="179910" indent="-179910" algn="l" defTabSz="1088231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799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2pPr>
      <a:lvl3pPr marL="358667" indent="-179334" algn="l" defTabSz="1088231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799" b="0" i="0" kern="1200" noProof="0" dirty="0" smtClean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3pPr>
      <a:lvl4pPr marL="539730" indent="-179910" algn="l" defTabSz="1088231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4pPr>
      <a:lvl5pPr marL="719640" indent="-179910" algn="l" defTabSz="1088231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5pPr>
      <a:lvl6pPr marL="2992637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536753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080868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624985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44116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2pPr>
      <a:lvl3pPr marL="108823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3pPr>
      <a:lvl4pPr marL="163234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5pPr>
      <a:lvl6pPr marL="272058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264695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80881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35292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929FA-7548-7D9D-9ACC-04D3278F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B5AE3-C24B-1224-F6BC-050A28DA5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0AE55-95C6-B0EC-4638-03AEF40FE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5E36-198C-47C4-B6F7-F7056005CB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AD6F9-A599-7E2F-B9F5-FD144B3FB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197E7-ABD0-A174-DC58-9EAD5DA5C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0EDFF-D81E-43E8-A87C-4F238828D7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ackground">
            <a:extLst>
              <a:ext uri="{FF2B5EF4-FFF2-40B4-BE49-F238E27FC236}">
                <a16:creationId xmlns:a16="http://schemas.microsoft.com/office/drawing/2014/main" id="{F3063933-0570-8D9D-970E-B1D74A2EDBC4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C90D396-324C-A741-7FE5-AA7EC06500FD}"/>
              </a:ext>
            </a:extLst>
          </p:cNvPr>
          <p:cNvSpPr txBox="1"/>
          <p:nvPr userDrawn="1"/>
        </p:nvSpPr>
        <p:spPr bwMode="black">
          <a:xfrm>
            <a:off x="11514354" y="6536752"/>
            <a:ext cx="17307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9" name="Copyright Placeholder" descr="{&quot;templafy&quot;:{&quot;id&quot;:&quot;1df0b5c3-c399-4d80-afa5-baa0f5e07b52&quot;}}">
            <a:extLst>
              <a:ext uri="{FF2B5EF4-FFF2-40B4-BE49-F238E27FC236}">
                <a16:creationId xmlns:a16="http://schemas.microsoft.com/office/drawing/2014/main" id="{986F0DB9-333B-F88F-260A-88CCDA9B2862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Arial" panose="020B0604020202020204" pitchFamily="34" charset="0"/>
              </a:rPr>
              <a:t>INTERNAL – SAP and Partners Only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9E5FD8E7-E90F-2761-D8F7-268F99084867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503870" y="1548560"/>
            <a:ext cx="11183564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8BC300FA-17D3-A606-6B1D-980E27621B8E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503870" y="504000"/>
            <a:ext cx="1118356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12" name="Harvey 3" hidden="1">
            <a:extLst>
              <a:ext uri="{FF2B5EF4-FFF2-40B4-BE49-F238E27FC236}">
                <a16:creationId xmlns:a16="http://schemas.microsoft.com/office/drawing/2014/main" id="{97D01A53-CC95-0276-0D5A-DEA4AEA43832}"/>
              </a:ext>
            </a:extLst>
          </p:cNvPr>
          <p:cNvGrpSpPr>
            <a:grpSpLocks/>
          </p:cNvGrpSpPr>
          <p:nvPr userDrawn="1">
            <p:custDataLst>
              <p:tags r:id="rId17"/>
            </p:custDataLst>
          </p:nvPr>
        </p:nvGrpSpPr>
        <p:grpSpPr>
          <a:xfrm>
            <a:off x="3937773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3 [0]">
              <a:extLst>
                <a:ext uri="{FF2B5EF4-FFF2-40B4-BE49-F238E27FC236}">
                  <a16:creationId xmlns:a16="http://schemas.microsoft.com/office/drawing/2014/main" id="{23BC44DA-922E-9052-455B-40F5A531317B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Harvey 1/3 [1]">
              <a:extLst>
                <a:ext uri="{FF2B5EF4-FFF2-40B4-BE49-F238E27FC236}">
                  <a16:creationId xmlns:a16="http://schemas.microsoft.com/office/drawing/2014/main" id="{B74DA651-9DA6-E688-11E3-FB117EF1A3A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Harvey 2/3 [2]">
              <a:extLst>
                <a:ext uri="{FF2B5EF4-FFF2-40B4-BE49-F238E27FC236}">
                  <a16:creationId xmlns:a16="http://schemas.microsoft.com/office/drawing/2014/main" id="{836921DD-C137-2CB8-4776-3687C42EDCFB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Harvey 3/3 [3]">
              <a:extLst>
                <a:ext uri="{FF2B5EF4-FFF2-40B4-BE49-F238E27FC236}">
                  <a16:creationId xmlns:a16="http://schemas.microsoft.com/office/drawing/2014/main" id="{20AFD5AA-457B-2D4D-99EA-5A0E483C48AC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Harvey 4" hidden="1">
            <a:extLst>
              <a:ext uri="{FF2B5EF4-FFF2-40B4-BE49-F238E27FC236}">
                <a16:creationId xmlns:a16="http://schemas.microsoft.com/office/drawing/2014/main" id="{9F07FF2A-0C29-8A66-8B33-A0A85B240288}"/>
              </a:ext>
            </a:extLst>
          </p:cNvPr>
          <p:cNvGrpSpPr>
            <a:grpSpLocks/>
          </p:cNvGrpSpPr>
          <p:nvPr userDrawn="1">
            <p:custDataLst>
              <p:tags r:id="rId18"/>
            </p:custDataLst>
          </p:nvPr>
        </p:nvGrpSpPr>
        <p:grpSpPr>
          <a:xfrm>
            <a:off x="539010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8" name="Harvey 0/4 [0]">
              <a:extLst>
                <a:ext uri="{FF2B5EF4-FFF2-40B4-BE49-F238E27FC236}">
                  <a16:creationId xmlns:a16="http://schemas.microsoft.com/office/drawing/2014/main" id="{51F1A475-AA4B-D11D-7EB6-F7756FAF8093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Harvey 1/4 [1]">
              <a:extLst>
                <a:ext uri="{FF2B5EF4-FFF2-40B4-BE49-F238E27FC236}">
                  <a16:creationId xmlns:a16="http://schemas.microsoft.com/office/drawing/2014/main" id="{3D932A58-475C-0E6A-DABD-8A70449F5F18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Harvey 2/4 [2]">
              <a:extLst>
                <a:ext uri="{FF2B5EF4-FFF2-40B4-BE49-F238E27FC236}">
                  <a16:creationId xmlns:a16="http://schemas.microsoft.com/office/drawing/2014/main" id="{BD05CEE0-4A5F-453E-E16D-7E83D1FB1DEF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Harvey 3/4 [3]">
              <a:extLst>
                <a:ext uri="{FF2B5EF4-FFF2-40B4-BE49-F238E27FC236}">
                  <a16:creationId xmlns:a16="http://schemas.microsoft.com/office/drawing/2014/main" id="{1291CDA9-B973-8DA9-54CE-0EED29C15A55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Harvey 4/4 [4]">
              <a:extLst>
                <a:ext uri="{FF2B5EF4-FFF2-40B4-BE49-F238E27FC236}">
                  <a16:creationId xmlns:a16="http://schemas.microsoft.com/office/drawing/2014/main" id="{2859655D-0620-2C4A-A4B0-FAB2E2172580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Harvey 8" hidden="1">
            <a:extLst>
              <a:ext uri="{FF2B5EF4-FFF2-40B4-BE49-F238E27FC236}">
                <a16:creationId xmlns:a16="http://schemas.microsoft.com/office/drawing/2014/main" id="{3F7E1BAF-09EF-996D-D772-0D381D07A9FD}"/>
              </a:ext>
            </a:extLst>
          </p:cNvPr>
          <p:cNvGrpSpPr>
            <a:grpSpLocks/>
          </p:cNvGrpSpPr>
          <p:nvPr userDrawn="1">
            <p:custDataLst>
              <p:tags r:id="rId19"/>
            </p:custDataLst>
          </p:nvPr>
        </p:nvGrpSpPr>
        <p:grpSpPr>
          <a:xfrm>
            <a:off x="684243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24" name="Harvey 0/8 [0]">
              <a:extLst>
                <a:ext uri="{FF2B5EF4-FFF2-40B4-BE49-F238E27FC236}">
                  <a16:creationId xmlns:a16="http://schemas.microsoft.com/office/drawing/2014/main" id="{E879BCE0-2BBF-9814-A1FC-0D9442A0EDB6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Harvey 1/8 [1]">
              <a:extLst>
                <a:ext uri="{FF2B5EF4-FFF2-40B4-BE49-F238E27FC236}">
                  <a16:creationId xmlns:a16="http://schemas.microsoft.com/office/drawing/2014/main" id="{3135CA53-F71F-FBC9-D025-3978366061CC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Harvey 2/8 [2]">
              <a:extLst>
                <a:ext uri="{FF2B5EF4-FFF2-40B4-BE49-F238E27FC236}">
                  <a16:creationId xmlns:a16="http://schemas.microsoft.com/office/drawing/2014/main" id="{DCB10D40-578C-0BBD-7798-98940342BE3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Harvey 3/8 [3]">
              <a:extLst>
                <a:ext uri="{FF2B5EF4-FFF2-40B4-BE49-F238E27FC236}">
                  <a16:creationId xmlns:a16="http://schemas.microsoft.com/office/drawing/2014/main" id="{9724B31B-26D0-682E-1C63-D19E01171B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Harvey 4/8 [4]">
              <a:extLst>
                <a:ext uri="{FF2B5EF4-FFF2-40B4-BE49-F238E27FC236}">
                  <a16:creationId xmlns:a16="http://schemas.microsoft.com/office/drawing/2014/main" id="{434889CD-A61B-682B-4BB4-3378E465F4AD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Harvey 5/8 [5]">
              <a:extLst>
                <a:ext uri="{FF2B5EF4-FFF2-40B4-BE49-F238E27FC236}">
                  <a16:creationId xmlns:a16="http://schemas.microsoft.com/office/drawing/2014/main" id="{F2642E80-2001-7AB1-205E-75C5C15AB20D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Harvey 6/8 [6]">
              <a:extLst>
                <a:ext uri="{FF2B5EF4-FFF2-40B4-BE49-F238E27FC236}">
                  <a16:creationId xmlns:a16="http://schemas.microsoft.com/office/drawing/2014/main" id="{B0D4A0A6-AA02-8782-B993-B61662C46C62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Harvey 7/8 [7]">
              <a:extLst>
                <a:ext uri="{FF2B5EF4-FFF2-40B4-BE49-F238E27FC236}">
                  <a16:creationId xmlns:a16="http://schemas.microsoft.com/office/drawing/2014/main" id="{836D2C08-2B66-A5FC-B31E-3FDFC548A55E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Harvey 8/8 [8]">
              <a:extLst>
                <a:ext uri="{FF2B5EF4-FFF2-40B4-BE49-F238E27FC236}">
                  <a16:creationId xmlns:a16="http://schemas.microsoft.com/office/drawing/2014/main" id="{8F6241B0-7A94-DA04-CD1B-7B584E8249A0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Harvey 100" hidden="1">
            <a:extLst>
              <a:ext uri="{FF2B5EF4-FFF2-40B4-BE49-F238E27FC236}">
                <a16:creationId xmlns:a16="http://schemas.microsoft.com/office/drawing/2014/main" id="{69BE21FF-A5D1-A9C3-B2F8-736153DF884E}"/>
              </a:ext>
            </a:extLst>
          </p:cNvPr>
          <p:cNvGrpSpPr/>
          <p:nvPr userDrawn="1">
            <p:custDataLst>
              <p:tags r:id="rId20"/>
            </p:custDataLst>
          </p:nvPr>
        </p:nvGrpSpPr>
        <p:grpSpPr>
          <a:xfrm>
            <a:off x="8294762" y="3978000"/>
            <a:ext cx="1024611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34" name="Harvey 0/100 [0]">
              <a:extLst>
                <a:ext uri="{FF2B5EF4-FFF2-40B4-BE49-F238E27FC236}">
                  <a16:creationId xmlns:a16="http://schemas.microsoft.com/office/drawing/2014/main" id="{FD4E05AC-A5D8-3E7E-5C13-605D4DA92C85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5" name="Harvey 1/100 [1]">
              <a:extLst>
                <a:ext uri="{FF2B5EF4-FFF2-40B4-BE49-F238E27FC236}">
                  <a16:creationId xmlns:a16="http://schemas.microsoft.com/office/drawing/2014/main" id="{4187CC95-0C65-5F72-5E11-0FA2CE923D33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6" name="Harvey 2/100 [2]">
              <a:extLst>
                <a:ext uri="{FF2B5EF4-FFF2-40B4-BE49-F238E27FC236}">
                  <a16:creationId xmlns:a16="http://schemas.microsoft.com/office/drawing/2014/main" id="{148BEE18-C980-4831-16F5-85B72F5FCE0D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7" name="Harvey 3/100 [3]">
              <a:extLst>
                <a:ext uri="{FF2B5EF4-FFF2-40B4-BE49-F238E27FC236}">
                  <a16:creationId xmlns:a16="http://schemas.microsoft.com/office/drawing/2014/main" id="{ABE1E58B-48C8-7774-5A22-64C97F740DAC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8" name="Harvey 4/100 [4]">
              <a:extLst>
                <a:ext uri="{FF2B5EF4-FFF2-40B4-BE49-F238E27FC236}">
                  <a16:creationId xmlns:a16="http://schemas.microsoft.com/office/drawing/2014/main" id="{745DC12D-4F3E-E5CE-6452-E8459409C181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39" name="Harvey 5/100 [5]">
              <a:extLst>
                <a:ext uri="{FF2B5EF4-FFF2-40B4-BE49-F238E27FC236}">
                  <a16:creationId xmlns:a16="http://schemas.microsoft.com/office/drawing/2014/main" id="{765EE30D-B120-AC64-AC8E-865FF27D5D2E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0" name="Harvey 6/100 [6]">
              <a:extLst>
                <a:ext uri="{FF2B5EF4-FFF2-40B4-BE49-F238E27FC236}">
                  <a16:creationId xmlns:a16="http://schemas.microsoft.com/office/drawing/2014/main" id="{3C267B7C-A421-7B26-B94F-86602AF2815C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1" name="Harvey 7/100 [7]">
              <a:extLst>
                <a:ext uri="{FF2B5EF4-FFF2-40B4-BE49-F238E27FC236}">
                  <a16:creationId xmlns:a16="http://schemas.microsoft.com/office/drawing/2014/main" id="{F5055F0D-A9F9-98AA-EFEF-8551FAB9A433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2" name="Harvey 8/100 [8]">
              <a:extLst>
                <a:ext uri="{FF2B5EF4-FFF2-40B4-BE49-F238E27FC236}">
                  <a16:creationId xmlns:a16="http://schemas.microsoft.com/office/drawing/2014/main" id="{50BFFEAA-BFB4-BC76-09A2-6C33E1C09C55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3" name="Harvey 9/100 [9]">
              <a:extLst>
                <a:ext uri="{FF2B5EF4-FFF2-40B4-BE49-F238E27FC236}">
                  <a16:creationId xmlns:a16="http://schemas.microsoft.com/office/drawing/2014/main" id="{DBB9CA3B-69D8-C618-6F36-C16B77E1AB82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4" name="Harvey 10/100 [10]">
              <a:extLst>
                <a:ext uri="{FF2B5EF4-FFF2-40B4-BE49-F238E27FC236}">
                  <a16:creationId xmlns:a16="http://schemas.microsoft.com/office/drawing/2014/main" id="{3F603827-BEC3-2B87-9F8E-833B58FB3A32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5" name="Harvey 11/100 [11]">
              <a:extLst>
                <a:ext uri="{FF2B5EF4-FFF2-40B4-BE49-F238E27FC236}">
                  <a16:creationId xmlns:a16="http://schemas.microsoft.com/office/drawing/2014/main" id="{595F93FA-DE23-B568-C1F5-3747087E26AA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6" name="Harvey 12/100 [12]">
              <a:extLst>
                <a:ext uri="{FF2B5EF4-FFF2-40B4-BE49-F238E27FC236}">
                  <a16:creationId xmlns:a16="http://schemas.microsoft.com/office/drawing/2014/main" id="{EB34E069-695B-3746-EA90-E56F7D149333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7" name="Harvey 13/100 [13]">
              <a:extLst>
                <a:ext uri="{FF2B5EF4-FFF2-40B4-BE49-F238E27FC236}">
                  <a16:creationId xmlns:a16="http://schemas.microsoft.com/office/drawing/2014/main" id="{049F5208-234A-C361-A951-15619808FC98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8" name="Harvey 14/100 [14]">
              <a:extLst>
                <a:ext uri="{FF2B5EF4-FFF2-40B4-BE49-F238E27FC236}">
                  <a16:creationId xmlns:a16="http://schemas.microsoft.com/office/drawing/2014/main" id="{07934DE8-2C28-8D3A-B8CA-678A6CAD7A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49" name="Harvey 15/100 [15]">
              <a:extLst>
                <a:ext uri="{FF2B5EF4-FFF2-40B4-BE49-F238E27FC236}">
                  <a16:creationId xmlns:a16="http://schemas.microsoft.com/office/drawing/2014/main" id="{7EDB2C42-9C63-A34F-C364-14A48F3457F5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0" name="Harvey 16/100 [16]">
              <a:extLst>
                <a:ext uri="{FF2B5EF4-FFF2-40B4-BE49-F238E27FC236}">
                  <a16:creationId xmlns:a16="http://schemas.microsoft.com/office/drawing/2014/main" id="{D7AF04CA-32EC-EA7A-A36F-56A4CC639724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1" name="Harvey 17/100 [17]">
              <a:extLst>
                <a:ext uri="{FF2B5EF4-FFF2-40B4-BE49-F238E27FC236}">
                  <a16:creationId xmlns:a16="http://schemas.microsoft.com/office/drawing/2014/main" id="{7C9F4936-B8F2-2589-76D0-1D70EF1045A9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2" name="Harvey 18/100 [18]">
              <a:extLst>
                <a:ext uri="{FF2B5EF4-FFF2-40B4-BE49-F238E27FC236}">
                  <a16:creationId xmlns:a16="http://schemas.microsoft.com/office/drawing/2014/main" id="{594E5FE7-1DA7-6B61-181B-5862BC88F213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3" name="Harvey 19/100 [19]">
              <a:extLst>
                <a:ext uri="{FF2B5EF4-FFF2-40B4-BE49-F238E27FC236}">
                  <a16:creationId xmlns:a16="http://schemas.microsoft.com/office/drawing/2014/main" id="{9B1AEF7F-2868-35E3-A33D-B326E40350CE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4" name="Harvey 20/100 [20]">
              <a:extLst>
                <a:ext uri="{FF2B5EF4-FFF2-40B4-BE49-F238E27FC236}">
                  <a16:creationId xmlns:a16="http://schemas.microsoft.com/office/drawing/2014/main" id="{9C5F3E97-D029-00AD-209E-B9D636ED3E52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5" name="Harvey 21/100 [21]">
              <a:extLst>
                <a:ext uri="{FF2B5EF4-FFF2-40B4-BE49-F238E27FC236}">
                  <a16:creationId xmlns:a16="http://schemas.microsoft.com/office/drawing/2014/main" id="{19C2411D-0C91-3891-1EF3-46C5B4081F29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6" name="Harvey 22/100 [22]">
              <a:extLst>
                <a:ext uri="{FF2B5EF4-FFF2-40B4-BE49-F238E27FC236}">
                  <a16:creationId xmlns:a16="http://schemas.microsoft.com/office/drawing/2014/main" id="{D5FD2766-8E0B-ED0E-DBD0-CB38E65C7B13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7" name="Harvey 23/100 [23]">
              <a:extLst>
                <a:ext uri="{FF2B5EF4-FFF2-40B4-BE49-F238E27FC236}">
                  <a16:creationId xmlns:a16="http://schemas.microsoft.com/office/drawing/2014/main" id="{48DD6766-5C3C-3C24-DEC6-152DB2519115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8" name="Harvey 24/100 [24]">
              <a:extLst>
                <a:ext uri="{FF2B5EF4-FFF2-40B4-BE49-F238E27FC236}">
                  <a16:creationId xmlns:a16="http://schemas.microsoft.com/office/drawing/2014/main" id="{A0038EB9-D85C-949B-5D8C-5D196B6A31F2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59" name="Harvey 25/100 [25]">
              <a:extLst>
                <a:ext uri="{FF2B5EF4-FFF2-40B4-BE49-F238E27FC236}">
                  <a16:creationId xmlns:a16="http://schemas.microsoft.com/office/drawing/2014/main" id="{7904CC44-2B08-B01F-A9C9-A847188B979A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0" name="Harvey 26/100 [26]">
              <a:extLst>
                <a:ext uri="{FF2B5EF4-FFF2-40B4-BE49-F238E27FC236}">
                  <a16:creationId xmlns:a16="http://schemas.microsoft.com/office/drawing/2014/main" id="{09E98647-673D-124E-D797-0529FCBA4B59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1" name="Harvey 27/100 [27]">
              <a:extLst>
                <a:ext uri="{FF2B5EF4-FFF2-40B4-BE49-F238E27FC236}">
                  <a16:creationId xmlns:a16="http://schemas.microsoft.com/office/drawing/2014/main" id="{3C4CBEDB-CBE1-D558-50E5-11B36003BECC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2" name="Harvey 28/100 [28]">
              <a:extLst>
                <a:ext uri="{FF2B5EF4-FFF2-40B4-BE49-F238E27FC236}">
                  <a16:creationId xmlns:a16="http://schemas.microsoft.com/office/drawing/2014/main" id="{38508483-7A17-A224-4321-86743F82D202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3" name="Harvey 29/100 [29]">
              <a:extLst>
                <a:ext uri="{FF2B5EF4-FFF2-40B4-BE49-F238E27FC236}">
                  <a16:creationId xmlns:a16="http://schemas.microsoft.com/office/drawing/2014/main" id="{DA63AC53-1D1A-6BB8-C298-3B545028454B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4" name="Harvey 30/100 [30]">
              <a:extLst>
                <a:ext uri="{FF2B5EF4-FFF2-40B4-BE49-F238E27FC236}">
                  <a16:creationId xmlns:a16="http://schemas.microsoft.com/office/drawing/2014/main" id="{A04E813E-D5EE-6FDD-9575-98662816B727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5" name="Harvey 31/100 [31]">
              <a:extLst>
                <a:ext uri="{FF2B5EF4-FFF2-40B4-BE49-F238E27FC236}">
                  <a16:creationId xmlns:a16="http://schemas.microsoft.com/office/drawing/2014/main" id="{5828B88F-BA93-2733-C9D4-E24ECF51D552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6" name="Harvey 32/100 [32]">
              <a:extLst>
                <a:ext uri="{FF2B5EF4-FFF2-40B4-BE49-F238E27FC236}">
                  <a16:creationId xmlns:a16="http://schemas.microsoft.com/office/drawing/2014/main" id="{49EC98DE-90FD-0DC3-19AA-B57986A2D480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7" name="Harvey 33/100 [33]">
              <a:extLst>
                <a:ext uri="{FF2B5EF4-FFF2-40B4-BE49-F238E27FC236}">
                  <a16:creationId xmlns:a16="http://schemas.microsoft.com/office/drawing/2014/main" id="{2B7FBA32-0F49-3056-1299-F76894BD3E6B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8" name="Harvey 34/100 [34]">
              <a:extLst>
                <a:ext uri="{FF2B5EF4-FFF2-40B4-BE49-F238E27FC236}">
                  <a16:creationId xmlns:a16="http://schemas.microsoft.com/office/drawing/2014/main" id="{F9EEA90F-0E28-BAC9-B007-131F0EBABAC4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69" name="Harvey 35/100 [35]">
              <a:extLst>
                <a:ext uri="{FF2B5EF4-FFF2-40B4-BE49-F238E27FC236}">
                  <a16:creationId xmlns:a16="http://schemas.microsoft.com/office/drawing/2014/main" id="{2A7BD38B-1031-C29F-A45A-C17DB319FE60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0" name="Harvey 36/100 [36]">
              <a:extLst>
                <a:ext uri="{FF2B5EF4-FFF2-40B4-BE49-F238E27FC236}">
                  <a16:creationId xmlns:a16="http://schemas.microsoft.com/office/drawing/2014/main" id="{429EA27D-EA8C-6D44-3FB0-300723FC51A3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1" name="Harvey 37/100 [37]">
              <a:extLst>
                <a:ext uri="{FF2B5EF4-FFF2-40B4-BE49-F238E27FC236}">
                  <a16:creationId xmlns:a16="http://schemas.microsoft.com/office/drawing/2014/main" id="{77DDE28A-BBC8-DCD5-E0C2-D884E19E50A2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2" name="Harvey 38/100 [38]">
              <a:extLst>
                <a:ext uri="{FF2B5EF4-FFF2-40B4-BE49-F238E27FC236}">
                  <a16:creationId xmlns:a16="http://schemas.microsoft.com/office/drawing/2014/main" id="{2764F1EC-9329-E7B3-20F6-D020B2EF146F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3" name="Harvey 39/100 [39]">
              <a:extLst>
                <a:ext uri="{FF2B5EF4-FFF2-40B4-BE49-F238E27FC236}">
                  <a16:creationId xmlns:a16="http://schemas.microsoft.com/office/drawing/2014/main" id="{3FCECBA5-A34A-59A4-1ACA-D868BAFAF5B8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4" name="Harvey 40/100 [40]">
              <a:extLst>
                <a:ext uri="{FF2B5EF4-FFF2-40B4-BE49-F238E27FC236}">
                  <a16:creationId xmlns:a16="http://schemas.microsoft.com/office/drawing/2014/main" id="{F1E34694-C86A-5070-B851-8CCDE6648E56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5" name="Harvey 41/100 [41]">
              <a:extLst>
                <a:ext uri="{FF2B5EF4-FFF2-40B4-BE49-F238E27FC236}">
                  <a16:creationId xmlns:a16="http://schemas.microsoft.com/office/drawing/2014/main" id="{6D987894-C2FE-DE89-F4AD-48A07410687C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6" name="Harvey 42/100 [42]">
              <a:extLst>
                <a:ext uri="{FF2B5EF4-FFF2-40B4-BE49-F238E27FC236}">
                  <a16:creationId xmlns:a16="http://schemas.microsoft.com/office/drawing/2014/main" id="{66617A7A-2E3E-01D0-5CFA-FFAD19C50074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7" name="Harvey 43/100 [43]">
              <a:extLst>
                <a:ext uri="{FF2B5EF4-FFF2-40B4-BE49-F238E27FC236}">
                  <a16:creationId xmlns:a16="http://schemas.microsoft.com/office/drawing/2014/main" id="{8CA41F5C-26BB-737A-456D-3C4C97D7AA8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8" name="Harvey 44/100 [44]">
              <a:extLst>
                <a:ext uri="{FF2B5EF4-FFF2-40B4-BE49-F238E27FC236}">
                  <a16:creationId xmlns:a16="http://schemas.microsoft.com/office/drawing/2014/main" id="{285FEE08-DCA1-BCB5-25B7-0A2B4AC3B443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79" name="Harvey 45/100 [45]">
              <a:extLst>
                <a:ext uri="{FF2B5EF4-FFF2-40B4-BE49-F238E27FC236}">
                  <a16:creationId xmlns:a16="http://schemas.microsoft.com/office/drawing/2014/main" id="{C6585DFC-F66D-E406-06ED-BCD78831AD3E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0" name="Harvey 46/100 [46]">
              <a:extLst>
                <a:ext uri="{FF2B5EF4-FFF2-40B4-BE49-F238E27FC236}">
                  <a16:creationId xmlns:a16="http://schemas.microsoft.com/office/drawing/2014/main" id="{85085514-4162-D8BF-FD59-2E7137B6207D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1" name="Harvey 47/100 [47]">
              <a:extLst>
                <a:ext uri="{FF2B5EF4-FFF2-40B4-BE49-F238E27FC236}">
                  <a16:creationId xmlns:a16="http://schemas.microsoft.com/office/drawing/2014/main" id="{EB9F1802-E089-9AD2-38EC-3861D773AC27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2" name="Harvey 48/100 [48]">
              <a:extLst>
                <a:ext uri="{FF2B5EF4-FFF2-40B4-BE49-F238E27FC236}">
                  <a16:creationId xmlns:a16="http://schemas.microsoft.com/office/drawing/2014/main" id="{2F2E8129-20AE-59B6-C119-DBCC82B80874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3" name="Harvey 49/100 [49]">
              <a:extLst>
                <a:ext uri="{FF2B5EF4-FFF2-40B4-BE49-F238E27FC236}">
                  <a16:creationId xmlns:a16="http://schemas.microsoft.com/office/drawing/2014/main" id="{2DD5B869-46DD-5641-5211-55EC27DE5126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4" name="Harvey 50/100 [50]">
              <a:extLst>
                <a:ext uri="{FF2B5EF4-FFF2-40B4-BE49-F238E27FC236}">
                  <a16:creationId xmlns:a16="http://schemas.microsoft.com/office/drawing/2014/main" id="{DD2019F0-1887-3BA0-94D1-FF514782006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5" name="Harvey 51/100 [51]">
              <a:extLst>
                <a:ext uri="{FF2B5EF4-FFF2-40B4-BE49-F238E27FC236}">
                  <a16:creationId xmlns:a16="http://schemas.microsoft.com/office/drawing/2014/main" id="{87F6C5E9-74E1-446B-41FA-7E6063680E89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6" name="Harvey 52/100 [52]">
              <a:extLst>
                <a:ext uri="{FF2B5EF4-FFF2-40B4-BE49-F238E27FC236}">
                  <a16:creationId xmlns:a16="http://schemas.microsoft.com/office/drawing/2014/main" id="{2F9C1249-8A3A-5E6E-3341-EABB350CC639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7" name="Harvey 53/100 [53]">
              <a:extLst>
                <a:ext uri="{FF2B5EF4-FFF2-40B4-BE49-F238E27FC236}">
                  <a16:creationId xmlns:a16="http://schemas.microsoft.com/office/drawing/2014/main" id="{7D4A9C53-4118-119B-6A82-3A9042F3C9BF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8" name="Harvey 54/100 [54]">
              <a:extLst>
                <a:ext uri="{FF2B5EF4-FFF2-40B4-BE49-F238E27FC236}">
                  <a16:creationId xmlns:a16="http://schemas.microsoft.com/office/drawing/2014/main" id="{CFF18219-665D-45A6-A135-50101B51C5CA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89" name="Harvey 55/100 [55]">
              <a:extLst>
                <a:ext uri="{FF2B5EF4-FFF2-40B4-BE49-F238E27FC236}">
                  <a16:creationId xmlns:a16="http://schemas.microsoft.com/office/drawing/2014/main" id="{04EB528D-8DAB-2CC8-EACF-73030E9736A5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0" name="Harvey 56/100 [56]">
              <a:extLst>
                <a:ext uri="{FF2B5EF4-FFF2-40B4-BE49-F238E27FC236}">
                  <a16:creationId xmlns:a16="http://schemas.microsoft.com/office/drawing/2014/main" id="{25328833-F6F7-3975-8ADB-8B28F06B43F6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1" name="Harvey 57/100 [57]">
              <a:extLst>
                <a:ext uri="{FF2B5EF4-FFF2-40B4-BE49-F238E27FC236}">
                  <a16:creationId xmlns:a16="http://schemas.microsoft.com/office/drawing/2014/main" id="{2184A17B-9552-FF26-EBA0-5E267051AB2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2" name="Harvey 58/100 [58]">
              <a:extLst>
                <a:ext uri="{FF2B5EF4-FFF2-40B4-BE49-F238E27FC236}">
                  <a16:creationId xmlns:a16="http://schemas.microsoft.com/office/drawing/2014/main" id="{23656DC6-B9F5-BB94-220E-566693431B1C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3" name="Harvey 59/100 [59]">
              <a:extLst>
                <a:ext uri="{FF2B5EF4-FFF2-40B4-BE49-F238E27FC236}">
                  <a16:creationId xmlns:a16="http://schemas.microsoft.com/office/drawing/2014/main" id="{E765FF38-B4D3-E381-B8EB-0C1C7198C554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4" name="Harvey 60/100 [60]">
              <a:extLst>
                <a:ext uri="{FF2B5EF4-FFF2-40B4-BE49-F238E27FC236}">
                  <a16:creationId xmlns:a16="http://schemas.microsoft.com/office/drawing/2014/main" id="{D551CC1C-9AA6-B43D-B20A-25CC588C9712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5" name="Harvey 61/100 [61]">
              <a:extLst>
                <a:ext uri="{FF2B5EF4-FFF2-40B4-BE49-F238E27FC236}">
                  <a16:creationId xmlns:a16="http://schemas.microsoft.com/office/drawing/2014/main" id="{FCADFA9C-C6BD-7E0B-08F9-D9320100C86B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6" name="Harvey 62/100 [62]">
              <a:extLst>
                <a:ext uri="{FF2B5EF4-FFF2-40B4-BE49-F238E27FC236}">
                  <a16:creationId xmlns:a16="http://schemas.microsoft.com/office/drawing/2014/main" id="{3E4011D7-4739-481E-7E8B-E6163EECEAB8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7" name="Harvey 63/100 [63]">
              <a:extLst>
                <a:ext uri="{FF2B5EF4-FFF2-40B4-BE49-F238E27FC236}">
                  <a16:creationId xmlns:a16="http://schemas.microsoft.com/office/drawing/2014/main" id="{4E93DF16-DCAE-FAA6-F0AD-3D32305CB866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8" name="Harvey 64/100 [64]">
              <a:extLst>
                <a:ext uri="{FF2B5EF4-FFF2-40B4-BE49-F238E27FC236}">
                  <a16:creationId xmlns:a16="http://schemas.microsoft.com/office/drawing/2014/main" id="{249B17B5-D966-157B-01A4-93792B81B5E4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99" name="Harvey 65/100 [65]">
              <a:extLst>
                <a:ext uri="{FF2B5EF4-FFF2-40B4-BE49-F238E27FC236}">
                  <a16:creationId xmlns:a16="http://schemas.microsoft.com/office/drawing/2014/main" id="{0FE2BB2E-333C-8254-EF8F-3D0EED95D9D9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0" name="Harvey 66/100 [66]">
              <a:extLst>
                <a:ext uri="{FF2B5EF4-FFF2-40B4-BE49-F238E27FC236}">
                  <a16:creationId xmlns:a16="http://schemas.microsoft.com/office/drawing/2014/main" id="{5D3A307F-9E04-9351-0C8F-EE0FA7DB91BC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1" name="Harvey 67/100 [67]">
              <a:extLst>
                <a:ext uri="{FF2B5EF4-FFF2-40B4-BE49-F238E27FC236}">
                  <a16:creationId xmlns:a16="http://schemas.microsoft.com/office/drawing/2014/main" id="{F7B5E965-D365-4305-FCF2-336FA498C2DB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2" name="Harvey 68/100 [68]">
              <a:extLst>
                <a:ext uri="{FF2B5EF4-FFF2-40B4-BE49-F238E27FC236}">
                  <a16:creationId xmlns:a16="http://schemas.microsoft.com/office/drawing/2014/main" id="{25343935-91A6-134A-2337-2C19FEA04262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3" name="Harvey 69/100 [69]">
              <a:extLst>
                <a:ext uri="{FF2B5EF4-FFF2-40B4-BE49-F238E27FC236}">
                  <a16:creationId xmlns:a16="http://schemas.microsoft.com/office/drawing/2014/main" id="{5C59A472-DB28-6303-FCC0-FD252373299C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4" name="Harvey 70/100 [70]">
              <a:extLst>
                <a:ext uri="{FF2B5EF4-FFF2-40B4-BE49-F238E27FC236}">
                  <a16:creationId xmlns:a16="http://schemas.microsoft.com/office/drawing/2014/main" id="{D2F8438E-56A4-1ACC-695C-109358E2D963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5" name="Harvey 71/100 [71]">
              <a:extLst>
                <a:ext uri="{FF2B5EF4-FFF2-40B4-BE49-F238E27FC236}">
                  <a16:creationId xmlns:a16="http://schemas.microsoft.com/office/drawing/2014/main" id="{491E0A03-DADA-8AAF-B0C0-5A956D37F376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6" name="Harvey 72/100 [72]">
              <a:extLst>
                <a:ext uri="{FF2B5EF4-FFF2-40B4-BE49-F238E27FC236}">
                  <a16:creationId xmlns:a16="http://schemas.microsoft.com/office/drawing/2014/main" id="{A4B2F279-2F3B-3D45-7A09-E6FCBE036AC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7" name="Harvey 73/100 [73]">
              <a:extLst>
                <a:ext uri="{FF2B5EF4-FFF2-40B4-BE49-F238E27FC236}">
                  <a16:creationId xmlns:a16="http://schemas.microsoft.com/office/drawing/2014/main" id="{B5245A98-1DEE-FB17-32F3-1B6D0BD7AC9D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8" name="Harvey 74/100 [74]">
              <a:extLst>
                <a:ext uri="{FF2B5EF4-FFF2-40B4-BE49-F238E27FC236}">
                  <a16:creationId xmlns:a16="http://schemas.microsoft.com/office/drawing/2014/main" id="{CC9C297C-D37A-E420-1D21-C8B941C696D7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09" name="Harvey 75/100 [75]">
              <a:extLst>
                <a:ext uri="{FF2B5EF4-FFF2-40B4-BE49-F238E27FC236}">
                  <a16:creationId xmlns:a16="http://schemas.microsoft.com/office/drawing/2014/main" id="{E8A58987-410E-759F-E737-2CBDA8C6F1D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0" name="Harvey 76/100 [76]">
              <a:extLst>
                <a:ext uri="{FF2B5EF4-FFF2-40B4-BE49-F238E27FC236}">
                  <a16:creationId xmlns:a16="http://schemas.microsoft.com/office/drawing/2014/main" id="{761E4215-746F-76A1-491E-C76B5ECA31A5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1" name="Harvey 77/100 [77]">
              <a:extLst>
                <a:ext uri="{FF2B5EF4-FFF2-40B4-BE49-F238E27FC236}">
                  <a16:creationId xmlns:a16="http://schemas.microsoft.com/office/drawing/2014/main" id="{51F13B75-505A-8729-89E9-243445EFD15F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2" name="Harvey 78/100 [78]">
              <a:extLst>
                <a:ext uri="{FF2B5EF4-FFF2-40B4-BE49-F238E27FC236}">
                  <a16:creationId xmlns:a16="http://schemas.microsoft.com/office/drawing/2014/main" id="{11839590-1792-24FA-1F75-BDDCC903A469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3" name="Harvey 79/100 [79]">
              <a:extLst>
                <a:ext uri="{FF2B5EF4-FFF2-40B4-BE49-F238E27FC236}">
                  <a16:creationId xmlns:a16="http://schemas.microsoft.com/office/drawing/2014/main" id="{4A0DE916-4397-6C7E-0398-B83EFB9A7C8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4" name="Harvey 80/100 [80]">
              <a:extLst>
                <a:ext uri="{FF2B5EF4-FFF2-40B4-BE49-F238E27FC236}">
                  <a16:creationId xmlns:a16="http://schemas.microsoft.com/office/drawing/2014/main" id="{981AE070-912C-C1B9-08D9-BD75CBC29A53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5" name="Harvey 81/100 [81]">
              <a:extLst>
                <a:ext uri="{FF2B5EF4-FFF2-40B4-BE49-F238E27FC236}">
                  <a16:creationId xmlns:a16="http://schemas.microsoft.com/office/drawing/2014/main" id="{2F9A9ABD-560B-DD1C-7EB5-94F6FC265AF7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6" name="Harvey 82/100 [82]">
              <a:extLst>
                <a:ext uri="{FF2B5EF4-FFF2-40B4-BE49-F238E27FC236}">
                  <a16:creationId xmlns:a16="http://schemas.microsoft.com/office/drawing/2014/main" id="{B20279F7-1E6B-DE93-B01D-8B19E97555EF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7" name="Harvey 83/100 [83]">
              <a:extLst>
                <a:ext uri="{FF2B5EF4-FFF2-40B4-BE49-F238E27FC236}">
                  <a16:creationId xmlns:a16="http://schemas.microsoft.com/office/drawing/2014/main" id="{6CE715F7-CE9D-64C1-8EDF-AC659B942FCF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8" name="Harvey 84/100 [84]">
              <a:extLst>
                <a:ext uri="{FF2B5EF4-FFF2-40B4-BE49-F238E27FC236}">
                  <a16:creationId xmlns:a16="http://schemas.microsoft.com/office/drawing/2014/main" id="{DFECEE32-D2CE-4D96-6D9E-CD1847C6441E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19" name="Harvey 85/100 [85]">
              <a:extLst>
                <a:ext uri="{FF2B5EF4-FFF2-40B4-BE49-F238E27FC236}">
                  <a16:creationId xmlns:a16="http://schemas.microsoft.com/office/drawing/2014/main" id="{84417B10-8D69-CA33-1C6A-D5A1E352981A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0" name="Harvey 86/100 [86]">
              <a:extLst>
                <a:ext uri="{FF2B5EF4-FFF2-40B4-BE49-F238E27FC236}">
                  <a16:creationId xmlns:a16="http://schemas.microsoft.com/office/drawing/2014/main" id="{75D664A3-41BC-A399-2E3B-9E581B70FB60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1" name="Harvey 87/100 [87]">
              <a:extLst>
                <a:ext uri="{FF2B5EF4-FFF2-40B4-BE49-F238E27FC236}">
                  <a16:creationId xmlns:a16="http://schemas.microsoft.com/office/drawing/2014/main" id="{C20A23C3-1FBD-E5B8-FEAD-5A06BAC0DB44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2" name="Harvey 88/100 [88]">
              <a:extLst>
                <a:ext uri="{FF2B5EF4-FFF2-40B4-BE49-F238E27FC236}">
                  <a16:creationId xmlns:a16="http://schemas.microsoft.com/office/drawing/2014/main" id="{36DBCD7F-6E4B-4CDC-DBEC-0A9EF2579935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3" name="Harvey 89/100 [89]">
              <a:extLst>
                <a:ext uri="{FF2B5EF4-FFF2-40B4-BE49-F238E27FC236}">
                  <a16:creationId xmlns:a16="http://schemas.microsoft.com/office/drawing/2014/main" id="{0AC24BC5-68AF-FDB1-5BFF-F07A7F1B283E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4" name="Harvey 90/100 [90]">
              <a:extLst>
                <a:ext uri="{FF2B5EF4-FFF2-40B4-BE49-F238E27FC236}">
                  <a16:creationId xmlns:a16="http://schemas.microsoft.com/office/drawing/2014/main" id="{76006948-69D6-FC3D-79A1-C05121A1C345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5" name="Harvey 91/100 [91]">
              <a:extLst>
                <a:ext uri="{FF2B5EF4-FFF2-40B4-BE49-F238E27FC236}">
                  <a16:creationId xmlns:a16="http://schemas.microsoft.com/office/drawing/2014/main" id="{1FA43221-B273-576E-10C7-CA193164BA6E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6" name="Harvey 92/100 [92]">
              <a:extLst>
                <a:ext uri="{FF2B5EF4-FFF2-40B4-BE49-F238E27FC236}">
                  <a16:creationId xmlns:a16="http://schemas.microsoft.com/office/drawing/2014/main" id="{BDBA15F0-EDF0-18E6-AADB-EF1018A2F5A7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7" name="Harvey 93/100 [93]">
              <a:extLst>
                <a:ext uri="{FF2B5EF4-FFF2-40B4-BE49-F238E27FC236}">
                  <a16:creationId xmlns:a16="http://schemas.microsoft.com/office/drawing/2014/main" id="{5132D161-99DA-ADC3-E2D5-94F5E88D6747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8" name="Harvey 94/100 [94]">
              <a:extLst>
                <a:ext uri="{FF2B5EF4-FFF2-40B4-BE49-F238E27FC236}">
                  <a16:creationId xmlns:a16="http://schemas.microsoft.com/office/drawing/2014/main" id="{C35F8C6E-B19C-A342-AE7B-54DBEFFBB31B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29" name="Harvey 95/100 [95]">
              <a:extLst>
                <a:ext uri="{FF2B5EF4-FFF2-40B4-BE49-F238E27FC236}">
                  <a16:creationId xmlns:a16="http://schemas.microsoft.com/office/drawing/2014/main" id="{D0149B2F-D3F3-AED5-E37A-F541131663CD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30" name="Harvey 96/100 [96]">
              <a:extLst>
                <a:ext uri="{FF2B5EF4-FFF2-40B4-BE49-F238E27FC236}">
                  <a16:creationId xmlns:a16="http://schemas.microsoft.com/office/drawing/2014/main" id="{0A1A1BF8-CA15-9100-F21C-72C67D5FD00F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31" name="Harvey 97/100 [97]">
              <a:extLst>
                <a:ext uri="{FF2B5EF4-FFF2-40B4-BE49-F238E27FC236}">
                  <a16:creationId xmlns:a16="http://schemas.microsoft.com/office/drawing/2014/main" id="{17EB7B17-D6D7-9E21-5AB1-A29C35C6D0C8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32" name="Harvey 98/100 [98]">
              <a:extLst>
                <a:ext uri="{FF2B5EF4-FFF2-40B4-BE49-F238E27FC236}">
                  <a16:creationId xmlns:a16="http://schemas.microsoft.com/office/drawing/2014/main" id="{C1BCB0FF-9090-1380-D9BD-961F20E157BE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33" name="Harvey 99/100 [99]">
              <a:extLst>
                <a:ext uri="{FF2B5EF4-FFF2-40B4-BE49-F238E27FC236}">
                  <a16:creationId xmlns:a16="http://schemas.microsoft.com/office/drawing/2014/main" id="{1A4BFAE8-EDEC-F8F7-43A9-F46B6DA9CF2C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  <p:sp>
          <p:nvSpPr>
            <p:cNvPr id="134" name="Harvey 100/100 [100]">
              <a:extLst>
                <a:ext uri="{FF2B5EF4-FFF2-40B4-BE49-F238E27FC236}">
                  <a16:creationId xmlns:a16="http://schemas.microsoft.com/office/drawing/2014/main" id="{1AC73003-FC65-0EA4-8C85-E86B72114345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 b="0" i="0">
                <a:latin typeface="Arial" panose="020B0604020202020204" pitchFamily="34" charset="0"/>
              </a:endParaRPr>
            </a:p>
          </p:txBody>
        </p:sp>
      </p:grpSp>
      <p:sp>
        <p:nvSpPr>
          <p:cNvPr id="135" name="Footnote [Placeholder]" hidden="1">
            <a:extLst>
              <a:ext uri="{FF2B5EF4-FFF2-40B4-BE49-F238E27FC236}">
                <a16:creationId xmlns:a16="http://schemas.microsoft.com/office/drawing/2014/main" id="{B0658940-4702-1B46-CD13-7AFAD2A93148}"/>
              </a:ext>
            </a:extLst>
          </p:cNvPr>
          <p:cNvSpPr txBox="1"/>
          <p:nvPr userDrawn="1"/>
        </p:nvSpPr>
        <p:spPr>
          <a:xfrm>
            <a:off x="503107" y="5984669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6" name="Responsible [Sticker]" hidden="1">
            <a:extLst>
              <a:ext uri="{FF2B5EF4-FFF2-40B4-BE49-F238E27FC236}">
                <a16:creationId xmlns:a16="http://schemas.microsoft.com/office/drawing/2014/main" id="{A6870766-FE12-9308-C8CB-9F73CBD638CC}"/>
              </a:ext>
            </a:extLst>
          </p:cNvPr>
          <p:cNvSpPr>
            <a:spLocks/>
          </p:cNvSpPr>
          <p:nvPr userDrawn="1"/>
        </p:nvSpPr>
        <p:spPr>
          <a:xfrm>
            <a:off x="10068483" y="896932"/>
            <a:ext cx="2123517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Responsible: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Name Lastname</a:t>
            </a:r>
          </a:p>
        </p:txBody>
      </p:sp>
      <p:sp>
        <p:nvSpPr>
          <p:cNvPr id="137" name="Discussion [Sticker]" hidden="1">
            <a:extLst>
              <a:ext uri="{FF2B5EF4-FFF2-40B4-BE49-F238E27FC236}">
                <a16:creationId xmlns:a16="http://schemas.microsoft.com/office/drawing/2014/main" id="{2485B37D-2E1C-9EB9-0B2D-A266EC0B7C6C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8" name="Internal [Sticker]" hidden="1">
            <a:extLst>
              <a:ext uri="{FF2B5EF4-FFF2-40B4-BE49-F238E27FC236}">
                <a16:creationId xmlns:a16="http://schemas.microsoft.com/office/drawing/2014/main" id="{1F85F920-0FE3-E2ED-3001-124474327EB4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9" name="Final [Sticker]" hidden="1">
            <a:extLst>
              <a:ext uri="{FF2B5EF4-FFF2-40B4-BE49-F238E27FC236}">
                <a16:creationId xmlns:a16="http://schemas.microsoft.com/office/drawing/2014/main" id="{8391FFA7-4D81-5A51-B2F7-2E17D15620CA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40" name="Backup [Sticker]" hidden="1">
            <a:extLst>
              <a:ext uri="{FF2B5EF4-FFF2-40B4-BE49-F238E27FC236}">
                <a16:creationId xmlns:a16="http://schemas.microsoft.com/office/drawing/2014/main" id="{8348BBF4-34DC-5BD2-C4D7-8CAF876F8D61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41" name="Update [Sticker]" hidden="1">
            <a:extLst>
              <a:ext uri="{FF2B5EF4-FFF2-40B4-BE49-F238E27FC236}">
                <a16:creationId xmlns:a16="http://schemas.microsoft.com/office/drawing/2014/main" id="{08322F60-C476-4DCC-8A4C-20CD20CC93BE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42" name="Dummy [Sticker]" hidden="1">
            <a:extLst>
              <a:ext uri="{FF2B5EF4-FFF2-40B4-BE49-F238E27FC236}">
                <a16:creationId xmlns:a16="http://schemas.microsoft.com/office/drawing/2014/main" id="{0F01166D-C1A9-B5A4-F9DA-CEE505269A37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Dummy data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8D84C0E7-E6FE-69B4-A039-C8C3EBA190FC}"/>
              </a:ext>
            </a:extLst>
          </p:cNvPr>
          <p:cNvSpPr>
            <a:spLocks/>
          </p:cNvSpPr>
          <p:nvPr userDrawn="1"/>
        </p:nvSpPr>
        <p:spPr>
          <a:xfrm>
            <a:off x="9480875" y="1097679"/>
            <a:ext cx="2478456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4" name="Content [Comment]" hidden="1">
            <a:extLst>
              <a:ext uri="{FF2B5EF4-FFF2-40B4-BE49-F238E27FC236}">
                <a16:creationId xmlns:a16="http://schemas.microsoft.com/office/drawing/2014/main" id="{695C831D-1AB2-1FE1-76FB-CFE2C4AE201A}"/>
              </a:ext>
            </a:extLst>
          </p:cNvPr>
          <p:cNvSpPr>
            <a:spLocks/>
          </p:cNvSpPr>
          <p:nvPr userDrawn="1"/>
        </p:nvSpPr>
        <p:spPr>
          <a:xfrm>
            <a:off x="9480875" y="1097671"/>
            <a:ext cx="2478456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</p:txBody>
      </p:sp>
      <p:sp>
        <p:nvSpPr>
          <p:cNvPr id="145" name="Draft [Sticker]" hidden="1">
            <a:extLst>
              <a:ext uri="{FF2B5EF4-FFF2-40B4-BE49-F238E27FC236}">
                <a16:creationId xmlns:a16="http://schemas.microsoft.com/office/drawing/2014/main" id="{BC615071-A375-DA14-2921-DC2786D05B05}"/>
              </a:ext>
            </a:extLst>
          </p:cNvPr>
          <p:cNvSpPr/>
          <p:nvPr userDrawn="1"/>
        </p:nvSpPr>
        <p:spPr bwMode="gray">
          <a:xfrm rot="18900000">
            <a:off x="2915884" y="2819463"/>
            <a:ext cx="6360233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797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7538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248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A6CD5A-2803-AE06-B059-501D7A2052C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A6CD5A-2803-AE06-B059-501D7A205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F8B231-BEDC-EB1B-F01C-55F64CA2E09D}"/>
              </a:ext>
            </a:extLst>
          </p:cNvPr>
          <p:cNvSpPr txBox="1"/>
          <p:nvPr/>
        </p:nvSpPr>
        <p:spPr>
          <a:xfrm>
            <a:off x="407989" y="1479998"/>
            <a:ext cx="52472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dirty="0"/>
              <a:t>NextGen Cloud Selling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660252-D684-254A-1215-CD5FFD8D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sz="3550">
                <a:solidFill>
                  <a:schemeClr val="tx2">
                    <a:lumMod val="76000"/>
                    <a:lumOff val="24000"/>
                  </a:schemeClr>
                </a:solidFill>
                <a:latin typeface="72 Black"/>
              </a:rPr>
              <a:t>[ACN][CPI Build]: Trigger Email for Amendment Quotes 150 Days Before CED - NGCSTEAMS-7490</a:t>
            </a:r>
            <a:endParaRPr lang="en-US" sz="3550" b="0" dirty="0">
              <a:solidFill>
                <a:schemeClr val="tx2">
                  <a:lumMod val="76000"/>
                  <a:lumOff val="24000"/>
                </a:schemeClr>
              </a:solidFill>
              <a:latin typeface="72 Black"/>
            </a:endParaRPr>
          </a:p>
        </p:txBody>
      </p:sp>
    </p:spTree>
    <p:extLst>
      <p:ext uri="{BB962C8B-B14F-4D97-AF65-F5344CB8AC3E}">
        <p14:creationId xmlns:p14="http://schemas.microsoft.com/office/powerpoint/2010/main" val="163482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1F9B-B46C-E669-9621-4D9EE823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2018-C10B-BCBF-3A57-A5C7946A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72" y="220631"/>
            <a:ext cx="11376025" cy="867930"/>
          </a:xfrm>
        </p:spPr>
        <p:txBody>
          <a:bodyPr/>
          <a:lstStyle/>
          <a:p>
            <a:r>
              <a:rPr lang="en-US" sz="2800" dirty="0">
                <a:latin typeface="+mj-lt"/>
              </a:rPr>
              <a:t>Document Ownership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C70A68-0824-C053-724A-F958D22A5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27528"/>
              </p:ext>
            </p:extLst>
          </p:nvPr>
        </p:nvGraphicFramePr>
        <p:xfrm>
          <a:off x="417280" y="1574802"/>
          <a:ext cx="11365917" cy="1325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581">
                  <a:extLst>
                    <a:ext uri="{9D8B030D-6E8A-4147-A177-3AD203B41FA5}">
                      <a16:colId xmlns:a16="http://schemas.microsoft.com/office/drawing/2014/main" val="1956579604"/>
                    </a:ext>
                  </a:extLst>
                </a:gridCol>
                <a:gridCol w="2119139">
                  <a:extLst>
                    <a:ext uri="{9D8B030D-6E8A-4147-A177-3AD203B41FA5}">
                      <a16:colId xmlns:a16="http://schemas.microsoft.com/office/drawing/2014/main" val="1641891420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2904045171"/>
                    </a:ext>
                  </a:extLst>
                </a:gridCol>
                <a:gridCol w="6362111">
                  <a:extLst>
                    <a:ext uri="{9D8B030D-6E8A-4147-A177-3AD203B41FA5}">
                      <a16:colId xmlns:a16="http://schemas.microsoft.com/office/drawing/2014/main" val="2727787313"/>
                    </a:ext>
                  </a:extLst>
                </a:gridCol>
              </a:tblGrid>
              <a:tr h="441904">
                <a:tc>
                  <a:txBody>
                    <a:bodyPr/>
                    <a:lstStyle/>
                    <a:p>
                      <a:r>
                        <a:rPr b="1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370036"/>
                  </a:ext>
                </a:extLst>
              </a:tr>
              <a:tr h="441904">
                <a:tc>
                  <a:txBody>
                    <a:bodyPr/>
                    <a:lstStyle/>
                    <a:p>
                      <a:r>
                        <a:rPr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/>
                        <a:t>Kuchi, Avinash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/>
                        <a:t>May 2026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82861"/>
                  </a:ext>
                </a:extLst>
              </a:tr>
              <a:tr h="441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/>
                        <a:t>2</a:t>
                      </a: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0" dirty="0" err="1"/>
                        <a:t>Navelkar</a:t>
                      </a:r>
                      <a:r>
                        <a:rPr b="0" dirty="0"/>
                        <a:t>, Pooja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0"/>
                        <a:t>Reviewer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81678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BB697B-80F2-D502-D7A6-D799FD6F0AAA}"/>
              </a:ext>
            </a:extLst>
          </p:cNvPr>
          <p:cNvGraphicFramePr>
            <a:graphicFrameLocks noGrp="1"/>
          </p:cNvGraphicFramePr>
          <p:nvPr/>
        </p:nvGraphicFramePr>
        <p:xfrm>
          <a:off x="407171" y="4056745"/>
          <a:ext cx="11376025" cy="1854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260">
                  <a:extLst>
                    <a:ext uri="{9D8B030D-6E8A-4147-A177-3AD203B41FA5}">
                      <a16:colId xmlns:a16="http://schemas.microsoft.com/office/drawing/2014/main" val="1956579604"/>
                    </a:ext>
                  </a:extLst>
                </a:gridCol>
                <a:gridCol w="4817808">
                  <a:extLst>
                    <a:ext uri="{9D8B030D-6E8A-4147-A177-3AD203B41FA5}">
                      <a16:colId xmlns:a16="http://schemas.microsoft.com/office/drawing/2014/main" val="1641891420"/>
                    </a:ext>
                  </a:extLst>
                </a:gridCol>
                <a:gridCol w="4528957">
                  <a:extLst>
                    <a:ext uri="{9D8B030D-6E8A-4147-A177-3AD203B41FA5}">
                      <a16:colId xmlns:a16="http://schemas.microsoft.com/office/drawing/2014/main" val="2904045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b="1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37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/>
                        <a:t>JIRA Parent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/>
                        <a:t>ARTNGCS-844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8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/>
                        <a:t>JIRA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/>
                        <a:t>NGCSTEAMS-7490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87831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0"/>
                        <a:t>JIRA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0"/>
                        <a:t>NGCSTEAMS-7490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81678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/>
                        <a:t>JIRA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b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129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95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EC6001-3F12-45DB-EACD-90A6D466AE2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DC86B-946A-D70A-DFD0-951252682476}"/>
              </a:ext>
            </a:extLst>
          </p:cNvPr>
          <p:cNvSpPr txBox="1"/>
          <p:nvPr/>
        </p:nvSpPr>
        <p:spPr>
          <a:xfrm>
            <a:off x="508000" y="1524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070F2"/>
                </a:solidFill>
                <a:latin typeface="72 SAP"/>
              </a:rPr>
              <a:t>High Level Design and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EFD5D-190D-83D1-0397-5AD5F21C4059}"/>
              </a:ext>
            </a:extLst>
          </p:cNvPr>
          <p:cNvSpPr txBox="1"/>
          <p:nvPr/>
        </p:nvSpPr>
        <p:spPr>
          <a:xfrm>
            <a:off x="508000" y="6604000"/>
            <a:ext cx="508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505050"/>
                </a:solidFill>
                <a:latin typeface="72 SAP"/>
              </a:rPr>
              <a:t>INTERNAL - SAP and Partners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B2875-8DBF-3938-4E1E-647502C45C7A}"/>
              </a:ext>
            </a:extLst>
          </p:cNvPr>
          <p:cNvSpPr txBox="1"/>
          <p:nvPr/>
        </p:nvSpPr>
        <p:spPr>
          <a:xfrm>
            <a:off x="11430000" y="66040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505050"/>
                </a:solidFill>
                <a:latin typeface="72 SAP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DD579-7AAE-965A-D7FF-1A2C38FAAB70}"/>
              </a:ext>
            </a:extLst>
          </p:cNvPr>
          <p:cNvSpPr/>
          <p:nvPr/>
        </p:nvSpPr>
        <p:spPr>
          <a:xfrm>
            <a:off x="508000" y="1143000"/>
            <a:ext cx="2413000" cy="43180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B4675-DAA8-4087-091F-EEE8153D45EA}"/>
              </a:ext>
            </a:extLst>
          </p:cNvPr>
          <p:cNvSpPr/>
          <p:nvPr/>
        </p:nvSpPr>
        <p:spPr>
          <a:xfrm>
            <a:off x="4826000" y="1143000"/>
            <a:ext cx="2413000" cy="43180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9A0D9E-4847-01E3-5DDB-EEFFB1EE922B}"/>
              </a:ext>
            </a:extLst>
          </p:cNvPr>
          <p:cNvSpPr/>
          <p:nvPr/>
        </p:nvSpPr>
        <p:spPr>
          <a:xfrm>
            <a:off x="9144000" y="1143000"/>
            <a:ext cx="2413000" cy="43180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E9BB7-0E59-DC61-C572-CAE2DCA7A1AF}"/>
              </a:ext>
            </a:extLst>
          </p:cNvPr>
          <p:cNvSpPr txBox="1"/>
          <p:nvPr/>
        </p:nvSpPr>
        <p:spPr>
          <a:xfrm>
            <a:off x="508000" y="3048000"/>
            <a:ext cx="241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72 SAP"/>
              </a:rPr>
              <a:t>CPQ 2.0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515FC-94AE-90FB-BE30-E98364E5BBCA}"/>
              </a:ext>
            </a:extLst>
          </p:cNvPr>
          <p:cNvSpPr txBox="1"/>
          <p:nvPr/>
        </p:nvSpPr>
        <p:spPr>
          <a:xfrm>
            <a:off x="4826000" y="3048000"/>
            <a:ext cx="241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72 SAP"/>
              </a:rPr>
              <a:t>CPI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D5A9B-4CA8-1EC3-24D4-15E103DDD750}"/>
              </a:ext>
            </a:extLst>
          </p:cNvPr>
          <p:cNvSpPr txBox="1"/>
          <p:nvPr/>
        </p:nvSpPr>
        <p:spPr>
          <a:xfrm>
            <a:off x="9144000" y="3048000"/>
            <a:ext cx="2413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72 SAP"/>
              </a:rPr>
              <a:t>CCS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6882C-CE26-0179-3EC6-D265CFF75F0F}"/>
              </a:ext>
            </a:extLst>
          </p:cNvPr>
          <p:cNvSpPr txBox="1"/>
          <p:nvPr/>
        </p:nvSpPr>
        <p:spPr>
          <a:xfrm>
            <a:off x="698500" y="13335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72 SAP"/>
              </a:rPr>
              <a:t>Custom 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443066-69F0-5884-CB7B-C1715E385ED9}"/>
              </a:ext>
            </a:extLst>
          </p:cNvPr>
          <p:cNvSpPr txBox="1"/>
          <p:nvPr/>
        </p:nvSpPr>
        <p:spPr>
          <a:xfrm>
            <a:off x="4953000" y="1333500"/>
            <a:ext cx="2159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72 SAP"/>
              </a:rPr>
              <a:t>Timer Trigger (Daily)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96490-6684-88E8-001A-FD3A29444E84}"/>
              </a:ext>
            </a:extLst>
          </p:cNvPr>
          <p:cNvSpPr txBox="1"/>
          <p:nvPr/>
        </p:nvSpPr>
        <p:spPr>
          <a:xfrm>
            <a:off x="4953000" y="1587500"/>
            <a:ext cx="2159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FFFFF"/>
                </a:solidFill>
                <a:latin typeface="72 SAP"/>
              </a:rPr>
              <a:t>Call CPQ Custom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B57BF-DA88-24FF-49B1-8B8D6B0D1346}"/>
              </a:ext>
            </a:extLst>
          </p:cNvPr>
          <p:cNvSpPr txBox="1"/>
          <p:nvPr/>
        </p:nvSpPr>
        <p:spPr>
          <a:xfrm>
            <a:off x="4953000" y="1841500"/>
            <a:ext cx="2159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FFFFF"/>
                </a:solidFill>
                <a:latin typeface="72 SAP"/>
              </a:rPr>
              <a:t>Map to CCS Format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CB895D-B102-10DE-32A7-1082AA1FB474}"/>
              </a:ext>
            </a:extLst>
          </p:cNvPr>
          <p:cNvSpPr txBox="1"/>
          <p:nvPr/>
        </p:nvSpPr>
        <p:spPr>
          <a:xfrm>
            <a:off x="9271000" y="1333500"/>
            <a:ext cx="2159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FFFFF"/>
                </a:solidFill>
                <a:latin typeface="72 SAP"/>
              </a:rPr>
              <a:t>Email Template Engine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0BD5A-ED53-164D-BF43-D453C28C6E5C}"/>
              </a:ext>
            </a:extLst>
          </p:cNvPr>
          <p:cNvSpPr txBox="1"/>
          <p:nvPr/>
        </p:nvSpPr>
        <p:spPr>
          <a:xfrm>
            <a:off x="9271000" y="1587500"/>
            <a:ext cx="2159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FFFFF"/>
                </a:solidFill>
                <a:latin typeface="72 SAP"/>
              </a:rPr>
              <a:t>Send Email to Owner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964F35-7A2E-7934-6D9D-9BCF1D22833E}"/>
              </a:ext>
            </a:extLst>
          </p:cNvPr>
          <p:cNvSpPr txBox="1"/>
          <p:nvPr/>
        </p:nvSpPr>
        <p:spPr>
          <a:xfrm>
            <a:off x="3050082" y="2577475"/>
            <a:ext cx="1538574" cy="7232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1050">
                <a:solidFill>
                  <a:srgbClr val="00144A"/>
                </a:solidFill>
                <a:latin typeface="Aptos"/>
              </a:rPr>
              <a:t>1. GET Amendment Quotes (CED - 150 days)</a:t>
            </a:r>
            <a:endParaRPr lang="en-US" sz="1050"/>
          </a:p>
          <a:p>
            <a:endParaRPr lang="en-US" sz="800" dirty="0">
              <a:solidFill>
                <a:srgbClr val="002060"/>
              </a:solidFill>
              <a:latin typeface="72 SAP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EC8DA1-C63A-B35F-C983-B648820699F8}"/>
              </a:ext>
            </a:extLst>
          </p:cNvPr>
          <p:cNvSpPr txBox="1"/>
          <p:nvPr/>
        </p:nvSpPr>
        <p:spPr>
          <a:xfrm>
            <a:off x="7379533" y="2752361"/>
            <a:ext cx="165100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00144A"/>
                </a:solidFill>
                <a:latin typeface="Aptos"/>
              </a:rPr>
              <a:t>4. CCS sends email to Quote Owner</a:t>
            </a:r>
            <a:endParaRPr lang="en-US"/>
          </a:p>
          <a:p>
            <a:endParaRPr lang="en-US" sz="800" dirty="0">
              <a:solidFill>
                <a:srgbClr val="002060"/>
              </a:solidFill>
              <a:latin typeface="72 SAP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0EFF36-D777-070C-68E8-99CB0AAA93F0}"/>
              </a:ext>
            </a:extLst>
          </p:cNvPr>
          <p:cNvCxnSpPr/>
          <p:nvPr/>
        </p:nvCxnSpPr>
        <p:spPr>
          <a:xfrm flipH="1">
            <a:off x="2921000" y="3297420"/>
            <a:ext cx="1905000" cy="0"/>
          </a:xfrm>
          <a:prstGeom prst="line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191C1E-B770-DA13-3A3B-F4A1081BC242}"/>
              </a:ext>
            </a:extLst>
          </p:cNvPr>
          <p:cNvCxnSpPr/>
          <p:nvPr/>
        </p:nvCxnSpPr>
        <p:spPr>
          <a:xfrm>
            <a:off x="7251492" y="3241206"/>
            <a:ext cx="1905000" cy="0"/>
          </a:xfrm>
          <a:prstGeom prst="line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D1D2F93-5743-CD61-80A1-2C27BAAF39BA}"/>
              </a:ext>
            </a:extLst>
          </p:cNvPr>
          <p:cNvSpPr/>
          <p:nvPr/>
        </p:nvSpPr>
        <p:spPr>
          <a:xfrm>
            <a:off x="9223115" y="5777459"/>
            <a:ext cx="2413000" cy="698500"/>
          </a:xfrm>
          <a:prstGeom prst="rect">
            <a:avLst/>
          </a:prstGeom>
          <a:solidFill>
            <a:srgbClr val="001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33541D-077E-A211-8794-1FE7550F7831}"/>
              </a:ext>
            </a:extLst>
          </p:cNvPr>
          <p:cNvSpPr txBox="1"/>
          <p:nvPr/>
        </p:nvSpPr>
        <p:spPr>
          <a:xfrm>
            <a:off x="9210623" y="5854075"/>
            <a:ext cx="2413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72 SAP"/>
              </a:rPr>
              <a:t>Amendment Quote Owner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BEA947-A4AF-0CE4-8FBD-D5E4E727BAF0}"/>
              </a:ext>
            </a:extLst>
          </p:cNvPr>
          <p:cNvSpPr txBox="1"/>
          <p:nvPr/>
        </p:nvSpPr>
        <p:spPr>
          <a:xfrm>
            <a:off x="9148164" y="6132434"/>
            <a:ext cx="2413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FFFFFF"/>
                </a:solidFill>
                <a:latin typeface="72 SAP"/>
              </a:rPr>
              <a:t>Receives 150-day alert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66DE41-DCA6-2C85-5ED9-E838994F3DDC}"/>
              </a:ext>
            </a:extLst>
          </p:cNvPr>
          <p:cNvCxnSpPr/>
          <p:nvPr/>
        </p:nvCxnSpPr>
        <p:spPr>
          <a:xfrm>
            <a:off x="10385684" y="5395209"/>
            <a:ext cx="52467" cy="377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616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C33B-73A7-ECCA-D193-42FAC28F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DC38-B35C-E8B5-E24A-30EA0581B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20631"/>
            <a:ext cx="11380426" cy="601831"/>
          </a:xfrm>
        </p:spPr>
        <p:txBody>
          <a:bodyPr/>
          <a:lstStyle/>
          <a:p>
            <a:r>
              <a:rPr lang="en-US" sz="2800" b="1">
                <a:solidFill>
                  <a:schemeClr val="tx2">
                    <a:lumMod val="76000"/>
                    <a:lumOff val="24000"/>
                  </a:schemeClr>
                </a:solidFill>
                <a:latin typeface="+mj-lt"/>
              </a:rPr>
              <a:t>High Level design and Description</a:t>
            </a:r>
            <a:endParaRPr lang="en-US" sz="2800" b="1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C3D4E-2EB9-0AA3-BA0F-B0880A3E39DA}"/>
              </a:ext>
            </a:extLst>
          </p:cNvPr>
          <p:cNvSpPr txBox="1"/>
          <p:nvPr/>
        </p:nvSpPr>
        <p:spPr>
          <a:xfrm>
            <a:off x="402772" y="944628"/>
            <a:ext cx="11280362" cy="42780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600" dirty="0"/>
              <a:t>Below are the steps performed to trigger email for Amendment Quotes 150 days before Contract End Date (CED):</a:t>
            </a:r>
          </a:p>
          <a:p>
            <a:endParaRPr sz="1600" dirty="0"/>
          </a:p>
          <a:p>
            <a:r>
              <a:rPr sz="1600" dirty="0"/>
              <a:t>1.  CPI Timer fires daily at start of business day (configurable </a:t>
            </a:r>
            <a:r>
              <a:rPr sz="1600" dirty="0" err="1"/>
              <a:t>cron</a:t>
            </a:r>
            <a:r>
              <a:rPr sz="1600" dirty="0"/>
              <a:t> expression in the </a:t>
            </a:r>
            <a:r>
              <a:rPr sz="1600" dirty="0" err="1"/>
              <a:t>iFlow</a:t>
            </a:r>
            <a:r>
              <a:rPr sz="1600" dirty="0"/>
              <a:t> scheduler).</a:t>
            </a:r>
          </a:p>
          <a:p>
            <a:r>
              <a:rPr sz="1600" dirty="0"/>
              <a:t>2.  CPI calls the CPQ 2.0 custom API to retrieve Amendment Quotes where CED minus 150 days equals today.</a:t>
            </a:r>
          </a:p>
          <a:p>
            <a:r>
              <a:rPr sz="1600" dirty="0"/>
              <a:t>3.  CPQ returns eligible quotes in the following statuses: In Draft / Auto Approved / Order Form Out for Signature / Customer Accepted / Customer Rejected.</a:t>
            </a:r>
          </a:p>
          <a:p>
            <a:r>
              <a:rPr sz="1600"/>
              <a:t>    Quotes in Expired or Order Placed status are excluded by the CPQ custom API filter.</a:t>
            </a:r>
          </a:p>
          <a:p>
            <a:r>
              <a:rPr sz="1600" dirty="0"/>
              <a:t>7.  CPI publishes each Amendment Quote message to the configured AEM topic.</a:t>
            </a:r>
          </a:p>
          <a:p>
            <a:r>
              <a:rPr sz="1600" dirty="0"/>
              <a:t>8.  CCS consumes the AEM message and sends the email notification to the Amendment Quote Owner using the configured email template.</a:t>
            </a:r>
          </a:p>
          <a:p>
            <a:r>
              <a:rPr sz="1600" dirty="0"/>
              <a:t>9.  If no records are returned by CPQ, the flow ends gracefully with no messages published to AEM.</a:t>
            </a:r>
          </a:p>
          <a:p>
            <a:endParaRPr sz="1600" dirty="0"/>
          </a:p>
          <a:p>
            <a:r>
              <a:rPr sz="1600" b="1" dirty="0"/>
              <a:t>Note: If the Renewal Quote is already created 365 days before CED, no active Amendment Quote will exist and the email will not be triggered.</a:t>
            </a:r>
          </a:p>
          <a:p>
            <a:endParaRPr sz="1600" b="1" dirty="0"/>
          </a:p>
          <a:p>
            <a:r>
              <a:rPr sz="1600" b="0" dirty="0"/>
              <a:t>Note: Standard CPQ does not support non-event-based email notifications. CPI acts as the scheduler and CCS manages the email template, as recommended by the architecture team (</a:t>
            </a:r>
            <a:r>
              <a:rPr sz="1600" b="0" dirty="0" err="1"/>
              <a:t>Manjith</a:t>
            </a:r>
            <a:r>
              <a:rPr sz="1600" b="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4833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DBDB6C-C1BC-1166-3F0D-83C702EE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39038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7F4D1-BB27-5920-F25B-D08347CDF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9B3F251-D5FE-8163-DBB9-C0DD9FF0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45A810-B1F9-9885-6E22-E61F9D9B0F3F}"/>
              </a:ext>
            </a:extLst>
          </p:cNvPr>
          <p:cNvSpPr txBox="1"/>
          <p:nvPr/>
        </p:nvSpPr>
        <p:spPr>
          <a:xfrm>
            <a:off x="1034142" y="1632857"/>
            <a:ext cx="1017814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t>1.  CPQ 2.0 custom API is available and returns eligible Amendment Quotes within the 150-day window before CED.</a:t>
            </a:r>
          </a:p>
          <a:p>
            <a:r>
              <a:t>2.  Amendment Quote statuses in scope: In Draft / Auto Approved / Order Form Out for Signature / Customer Accepted / Customer Rejected.</a:t>
            </a:r>
          </a:p>
          <a:p>
            <a:r>
              <a:t>3.  CPQ custom API endpoint URL</a:t>
            </a:r>
            <a:r>
              <a:rPr lang="en-US"/>
              <a:t>.</a:t>
            </a:r>
          </a:p>
          <a:p>
            <a:r>
              <a:t>4.  AEM topic for Amendment Quote 150-day </a:t>
            </a:r>
            <a:r>
              <a:rPr lang="en-US"/>
              <a:t>notifications.</a:t>
            </a:r>
          </a:p>
          <a:p>
            <a:r>
              <a:rPr lang="en-US"/>
              <a:t>5</a:t>
            </a:r>
            <a:r>
              <a:t>.  CCS email template for the 150-day CED notification is configured and available </a:t>
            </a:r>
            <a:r>
              <a:rPr lang="en-US"/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357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5379-BDB8-B58F-DF68-DC774438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0A77F6-9825-C37D-D512-CC6991D8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Flow/Logic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3772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2A732-3139-95F1-89FC-AB4EEEE51B0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0CA7-5E89-D947-E539-50B262B1EBFC}"/>
              </a:ext>
            </a:extLst>
          </p:cNvPr>
          <p:cNvSpPr txBox="1"/>
          <p:nvPr/>
        </p:nvSpPr>
        <p:spPr>
          <a:xfrm>
            <a:off x="508000" y="127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0070F2"/>
                </a:solidFill>
                <a:latin typeface="72 SAP"/>
              </a:rPr>
              <a:t>Process Flow /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82F0BA-FFBE-EF43-3B1A-AA9813C27248}"/>
              </a:ext>
            </a:extLst>
          </p:cNvPr>
          <p:cNvSpPr/>
          <p:nvPr/>
        </p:nvSpPr>
        <p:spPr>
          <a:xfrm>
            <a:off x="0" y="482600"/>
            <a:ext cx="12192000" cy="3048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20544-EA44-35B9-652A-38B2B8A32A1B}"/>
              </a:ext>
            </a:extLst>
          </p:cNvPr>
          <p:cNvSpPr txBox="1"/>
          <p:nvPr/>
        </p:nvSpPr>
        <p:spPr>
          <a:xfrm>
            <a:off x="2540000" y="508000"/>
            <a:ext cx="711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72 SAP"/>
              </a:rPr>
              <a:t>Amendment Quote 150-Day Notification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570DD9-BBDB-D491-6034-2BEE9C72E3FC}"/>
              </a:ext>
            </a:extLst>
          </p:cNvPr>
          <p:cNvSpPr/>
          <p:nvPr/>
        </p:nvSpPr>
        <p:spPr>
          <a:xfrm>
            <a:off x="0" y="482600"/>
            <a:ext cx="3048000" cy="304800"/>
          </a:xfrm>
          <a:prstGeom prst="rect">
            <a:avLst/>
          </a:prstGeom>
          <a:solidFill>
            <a:srgbClr val="001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D069A0-10DC-7970-46F1-B2E2346BFE4F}"/>
              </a:ext>
            </a:extLst>
          </p:cNvPr>
          <p:cNvSpPr/>
          <p:nvPr/>
        </p:nvSpPr>
        <p:spPr>
          <a:xfrm>
            <a:off x="3048000" y="482600"/>
            <a:ext cx="4826000" cy="304800"/>
          </a:xfrm>
          <a:prstGeom prst="rect">
            <a:avLst/>
          </a:prstGeom>
          <a:solidFill>
            <a:srgbClr val="001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99BDDC-B86F-50C2-281B-FBEE0019C258}"/>
              </a:ext>
            </a:extLst>
          </p:cNvPr>
          <p:cNvSpPr/>
          <p:nvPr/>
        </p:nvSpPr>
        <p:spPr>
          <a:xfrm>
            <a:off x="7874000" y="482600"/>
            <a:ext cx="2286000" cy="304800"/>
          </a:xfrm>
          <a:prstGeom prst="rect">
            <a:avLst/>
          </a:prstGeom>
          <a:solidFill>
            <a:srgbClr val="001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BE7751-DA5E-D9A7-F97C-363389D21069}"/>
              </a:ext>
            </a:extLst>
          </p:cNvPr>
          <p:cNvSpPr/>
          <p:nvPr/>
        </p:nvSpPr>
        <p:spPr>
          <a:xfrm>
            <a:off x="10160000" y="482600"/>
            <a:ext cx="2032000" cy="304800"/>
          </a:xfrm>
          <a:prstGeom prst="rect">
            <a:avLst/>
          </a:prstGeom>
          <a:solidFill>
            <a:srgbClr val="0014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7B241-B79E-E202-E2D1-BCBD08558500}"/>
              </a:ext>
            </a:extLst>
          </p:cNvPr>
          <p:cNvSpPr txBox="1"/>
          <p:nvPr/>
        </p:nvSpPr>
        <p:spPr>
          <a:xfrm>
            <a:off x="508000" y="508000"/>
            <a:ext cx="2413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72 SAP"/>
              </a:rPr>
              <a:t>CPQ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6290F-E3B3-1DCD-F436-601CB7F079ED}"/>
              </a:ext>
            </a:extLst>
          </p:cNvPr>
          <p:cNvSpPr txBox="1"/>
          <p:nvPr/>
        </p:nvSpPr>
        <p:spPr>
          <a:xfrm>
            <a:off x="3111500" y="508000"/>
            <a:ext cx="4635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72 SAP"/>
              </a:rPr>
              <a:t>CPI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7E9436-B63A-69A4-2AA7-7579DA6AF12F}"/>
              </a:ext>
            </a:extLst>
          </p:cNvPr>
          <p:cNvSpPr txBox="1"/>
          <p:nvPr/>
        </p:nvSpPr>
        <p:spPr>
          <a:xfrm>
            <a:off x="7937500" y="508000"/>
            <a:ext cx="2095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72 SAP"/>
              </a:rPr>
              <a:t>CCS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0D0671-3ADD-28BD-3E44-37F8CCD033F6}"/>
              </a:ext>
            </a:extLst>
          </p:cNvPr>
          <p:cNvSpPr txBox="1"/>
          <p:nvPr/>
        </p:nvSpPr>
        <p:spPr>
          <a:xfrm>
            <a:off x="10223500" y="508000"/>
            <a:ext cx="1841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72 SAP"/>
              </a:rPr>
              <a:t>AE / Owner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2CEDF8-35E2-0E18-3C7C-7BEF1E0FDA18}"/>
              </a:ext>
            </a:extLst>
          </p:cNvPr>
          <p:cNvCxnSpPr/>
          <p:nvPr/>
        </p:nvCxnSpPr>
        <p:spPr>
          <a:xfrm>
            <a:off x="3048000" y="787400"/>
            <a:ext cx="0" cy="575310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80999B-CDE3-48D4-F8D3-1E30EB37D71E}"/>
              </a:ext>
            </a:extLst>
          </p:cNvPr>
          <p:cNvCxnSpPr/>
          <p:nvPr/>
        </p:nvCxnSpPr>
        <p:spPr>
          <a:xfrm>
            <a:off x="7861508" y="225269"/>
            <a:ext cx="0" cy="575310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F9200-B30E-8DCD-967E-8D1C4F870486}"/>
              </a:ext>
            </a:extLst>
          </p:cNvPr>
          <p:cNvCxnSpPr/>
          <p:nvPr/>
        </p:nvCxnSpPr>
        <p:spPr>
          <a:xfrm>
            <a:off x="10147508" y="225269"/>
            <a:ext cx="0" cy="575310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E67F343-98B7-CE15-01E5-CAACCCF86928}"/>
              </a:ext>
            </a:extLst>
          </p:cNvPr>
          <p:cNvSpPr/>
          <p:nvPr/>
        </p:nvSpPr>
        <p:spPr>
          <a:xfrm>
            <a:off x="3556000" y="889000"/>
            <a:ext cx="2540000" cy="330200"/>
          </a:xfrm>
          <a:prstGeom prst="rect">
            <a:avLst/>
          </a:prstGeom>
          <a:solidFill>
            <a:srgbClr val="077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2A627-6C2F-0E5F-7051-18C476AB1B4F}"/>
              </a:ext>
            </a:extLst>
          </p:cNvPr>
          <p:cNvSpPr txBox="1"/>
          <p:nvPr/>
        </p:nvSpPr>
        <p:spPr>
          <a:xfrm>
            <a:off x="3556000" y="889000"/>
            <a:ext cx="2540000" cy="21544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Timer Fires -- Daily at BOD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C3E1F9-5518-D4CD-23CD-A6B4E8395B77}"/>
              </a:ext>
            </a:extLst>
          </p:cNvPr>
          <p:cNvSpPr/>
          <p:nvPr/>
        </p:nvSpPr>
        <p:spPr>
          <a:xfrm>
            <a:off x="3556000" y="1524000"/>
            <a:ext cx="2540000" cy="3302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D17B82-CEA4-7C1E-207F-5C38CB1EF129}"/>
              </a:ext>
            </a:extLst>
          </p:cNvPr>
          <p:cNvSpPr txBox="1"/>
          <p:nvPr/>
        </p:nvSpPr>
        <p:spPr>
          <a:xfrm>
            <a:off x="3556000" y="15240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GET Eligible Quotes from CPQ API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FA0B46-7632-3569-AC94-433C4A12384F}"/>
              </a:ext>
            </a:extLst>
          </p:cNvPr>
          <p:cNvSpPr/>
          <p:nvPr/>
        </p:nvSpPr>
        <p:spPr>
          <a:xfrm>
            <a:off x="381000" y="1524000"/>
            <a:ext cx="2286000" cy="330200"/>
          </a:xfrm>
          <a:prstGeom prst="rect">
            <a:avLst/>
          </a:prstGeom>
          <a:solidFill>
            <a:srgbClr val="077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9BD66D-0F91-16E7-ECE5-6B99F842BD75}"/>
              </a:ext>
            </a:extLst>
          </p:cNvPr>
          <p:cNvSpPr txBox="1"/>
          <p:nvPr/>
        </p:nvSpPr>
        <p:spPr>
          <a:xfrm>
            <a:off x="381000" y="15240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Custom API: Filter + Return Quotes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4A090F-B0F7-8094-73BC-0BEA712011F0}"/>
              </a:ext>
            </a:extLst>
          </p:cNvPr>
          <p:cNvSpPr/>
          <p:nvPr/>
        </p:nvSpPr>
        <p:spPr>
          <a:xfrm>
            <a:off x="3556000" y="2159000"/>
            <a:ext cx="2540000" cy="3302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A0CF67-78E5-3C8F-C2EE-BAE6CC58DCCB}"/>
              </a:ext>
            </a:extLst>
          </p:cNvPr>
          <p:cNvSpPr txBox="1"/>
          <p:nvPr/>
        </p:nvSpPr>
        <p:spPr>
          <a:xfrm>
            <a:off x="3556000" y="2159000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Router: Quotes exist? (Yes / No)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323789-DA5E-5044-F649-7B3A8CEF3FD4}"/>
              </a:ext>
            </a:extLst>
          </p:cNvPr>
          <p:cNvSpPr/>
          <p:nvPr/>
        </p:nvSpPr>
        <p:spPr>
          <a:xfrm>
            <a:off x="3568492" y="2791918"/>
            <a:ext cx="2540000" cy="3302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61DA23-4C30-220C-8222-CFBDDB494A92}"/>
              </a:ext>
            </a:extLst>
          </p:cNvPr>
          <p:cNvSpPr txBox="1"/>
          <p:nvPr/>
        </p:nvSpPr>
        <p:spPr>
          <a:xfrm>
            <a:off x="3568492" y="2791918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Message Mapping: CPQ -&gt; CCS format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4A799B-74D3-56EA-F277-806896433AB8}"/>
              </a:ext>
            </a:extLst>
          </p:cNvPr>
          <p:cNvSpPr/>
          <p:nvPr/>
        </p:nvSpPr>
        <p:spPr>
          <a:xfrm>
            <a:off x="3568492" y="3426918"/>
            <a:ext cx="2540000" cy="330200"/>
          </a:xfrm>
          <a:prstGeom prst="rect">
            <a:avLst/>
          </a:prstGeom>
          <a:solidFill>
            <a:srgbClr val="0771F2"/>
          </a:solidFill>
          <a:ln w="19050" cap="flat" cmpd="sng" algn="ctr">
            <a:solidFill>
              <a:schemeClr val="accent1">
                <a:shade val="1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E80823-9867-6F52-F3FC-317C3CBD2E17}"/>
              </a:ext>
            </a:extLst>
          </p:cNvPr>
          <p:cNvSpPr txBox="1"/>
          <p:nvPr/>
        </p:nvSpPr>
        <p:spPr>
          <a:xfrm>
            <a:off x="3568492" y="3426918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POST to CCS Notification API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FC1FE0-39E0-83AA-F83D-C4FF65FD7692}"/>
              </a:ext>
            </a:extLst>
          </p:cNvPr>
          <p:cNvSpPr/>
          <p:nvPr/>
        </p:nvSpPr>
        <p:spPr>
          <a:xfrm>
            <a:off x="7988508" y="3439410"/>
            <a:ext cx="2032000" cy="330200"/>
          </a:xfrm>
          <a:prstGeom prst="rect">
            <a:avLst/>
          </a:prstGeom>
          <a:solidFill>
            <a:srgbClr val="007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21068A-8A3E-0754-0DA4-29C3A2C4367C}"/>
              </a:ext>
            </a:extLst>
          </p:cNvPr>
          <p:cNvSpPr txBox="1"/>
          <p:nvPr/>
        </p:nvSpPr>
        <p:spPr>
          <a:xfrm>
            <a:off x="7988508" y="3501869"/>
            <a:ext cx="2032000" cy="21544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Send Email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31464D-3FF2-007C-6849-EBFB3545C3F7}"/>
              </a:ext>
            </a:extLst>
          </p:cNvPr>
          <p:cNvSpPr/>
          <p:nvPr/>
        </p:nvSpPr>
        <p:spPr>
          <a:xfrm>
            <a:off x="10274508" y="3501869"/>
            <a:ext cx="1778000" cy="330200"/>
          </a:xfrm>
          <a:prstGeom prst="rect">
            <a:avLst/>
          </a:prstGeom>
          <a:solidFill>
            <a:srgbClr val="077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907BCD-E73D-2102-F0E4-155933B7B440}"/>
              </a:ext>
            </a:extLst>
          </p:cNvPr>
          <p:cNvSpPr txBox="1"/>
          <p:nvPr/>
        </p:nvSpPr>
        <p:spPr>
          <a:xfrm>
            <a:off x="10274508" y="3501869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Receives 150-Day Alert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B7FEF7-8C07-1B45-1E22-678AF3B9A5D1}"/>
              </a:ext>
            </a:extLst>
          </p:cNvPr>
          <p:cNvSpPr txBox="1"/>
          <p:nvPr/>
        </p:nvSpPr>
        <p:spPr>
          <a:xfrm>
            <a:off x="3568492" y="4061918"/>
            <a:ext cx="254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72 SAP"/>
              </a:rPr>
              <a:t>Write Audit Log to Data Store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F8F54F-C6CB-473A-70C4-4F2AE5FF9991}"/>
              </a:ext>
            </a:extLst>
          </p:cNvPr>
          <p:cNvSpPr txBox="1"/>
          <p:nvPr/>
        </p:nvSpPr>
        <p:spPr>
          <a:xfrm>
            <a:off x="6350000" y="21590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002060"/>
                </a:solidFill>
                <a:latin typeface="72 SAP"/>
              </a:rPr>
              <a:t>No quotes: End gracefully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5131B3-08E1-C8D7-452A-F8C109C3A395}"/>
              </a:ext>
            </a:extLst>
          </p:cNvPr>
          <p:cNvSpPr txBox="1"/>
          <p:nvPr/>
        </p:nvSpPr>
        <p:spPr>
          <a:xfrm>
            <a:off x="508000" y="5588000"/>
            <a:ext cx="1117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505050"/>
                </a:solidFill>
                <a:latin typeface="72 SAP"/>
              </a:rPr>
              <a:t>Exception path -&gt; Error subprocess -&gt; Alert to monitoring DL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81377AA-66D3-41EC-793D-ADB808B5EAC6}"/>
              </a:ext>
            </a:extLst>
          </p:cNvPr>
          <p:cNvCxnSpPr/>
          <p:nvPr/>
        </p:nvCxnSpPr>
        <p:spPr>
          <a:xfrm>
            <a:off x="4826000" y="1219200"/>
            <a:ext cx="0" cy="304800"/>
          </a:xfrm>
          <a:prstGeom prst="line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B69AC3C-AB5F-8BE5-2569-0B28D4E46339}"/>
              </a:ext>
            </a:extLst>
          </p:cNvPr>
          <p:cNvCxnSpPr/>
          <p:nvPr/>
        </p:nvCxnSpPr>
        <p:spPr>
          <a:xfrm>
            <a:off x="4826000" y="1854200"/>
            <a:ext cx="0" cy="304800"/>
          </a:xfrm>
          <a:prstGeom prst="line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1B8D0F7-B8EE-8F2A-420E-B7A9ABE5D09F}"/>
              </a:ext>
            </a:extLst>
          </p:cNvPr>
          <p:cNvCxnSpPr/>
          <p:nvPr/>
        </p:nvCxnSpPr>
        <p:spPr>
          <a:xfrm>
            <a:off x="4826000" y="2489200"/>
            <a:ext cx="0" cy="304800"/>
          </a:xfrm>
          <a:prstGeom prst="line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0F7D500-9AB6-B697-5882-53B08E3EC736}"/>
              </a:ext>
            </a:extLst>
          </p:cNvPr>
          <p:cNvCxnSpPr/>
          <p:nvPr/>
        </p:nvCxnSpPr>
        <p:spPr>
          <a:xfrm>
            <a:off x="4838492" y="3122118"/>
            <a:ext cx="0" cy="304800"/>
          </a:xfrm>
          <a:prstGeom prst="line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F57D47C-0C9D-CF71-695A-1EE41E9CBBCC}"/>
              </a:ext>
            </a:extLst>
          </p:cNvPr>
          <p:cNvCxnSpPr/>
          <p:nvPr/>
        </p:nvCxnSpPr>
        <p:spPr>
          <a:xfrm flipH="1">
            <a:off x="2667000" y="1689100"/>
            <a:ext cx="889000" cy="0"/>
          </a:xfrm>
          <a:prstGeom prst="line">
            <a:avLst/>
          </a:prstGeom>
          <a:ln w="19050">
            <a:solidFill>
              <a:srgbClr val="0070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224E839-7820-2509-14B2-7EA505421FE5}"/>
              </a:ext>
            </a:extLst>
          </p:cNvPr>
          <p:cNvCxnSpPr/>
          <p:nvPr/>
        </p:nvCxnSpPr>
        <p:spPr>
          <a:xfrm>
            <a:off x="2667000" y="1816100"/>
            <a:ext cx="889000" cy="0"/>
          </a:xfrm>
          <a:prstGeom prst="line">
            <a:avLst/>
          </a:prstGeom>
          <a:ln w="19050">
            <a:solidFill>
              <a:srgbClr val="0070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0E3CBEA-F420-19BF-BD5A-3AC519A54AB9}"/>
              </a:ext>
            </a:extLst>
          </p:cNvPr>
          <p:cNvCxnSpPr/>
          <p:nvPr/>
        </p:nvCxnSpPr>
        <p:spPr>
          <a:xfrm>
            <a:off x="6108492" y="3592018"/>
            <a:ext cx="1905000" cy="0"/>
          </a:xfrm>
          <a:prstGeom prst="line">
            <a:avLst/>
          </a:prstGeom>
          <a:ln w="19050">
            <a:solidFill>
              <a:srgbClr val="0070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B0DE416-D74F-F7E7-4934-5E2A1635076B}"/>
              </a:ext>
            </a:extLst>
          </p:cNvPr>
          <p:cNvCxnSpPr/>
          <p:nvPr/>
        </p:nvCxnSpPr>
        <p:spPr>
          <a:xfrm>
            <a:off x="10020508" y="3666969"/>
            <a:ext cx="254000" cy="0"/>
          </a:xfrm>
          <a:prstGeom prst="line">
            <a:avLst/>
          </a:prstGeom>
          <a:ln w="19050">
            <a:solidFill>
              <a:srgbClr val="0070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BEBC796-0AD9-294D-BEFB-C4F23B3F02AF}"/>
              </a:ext>
            </a:extLst>
          </p:cNvPr>
          <p:cNvSpPr txBox="1"/>
          <p:nvPr/>
        </p:nvSpPr>
        <p:spPr>
          <a:xfrm>
            <a:off x="508000" y="6604000"/>
            <a:ext cx="508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505050"/>
                </a:solidFill>
                <a:latin typeface="72 SAP"/>
              </a:rPr>
              <a:t>INTERNAL -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87634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A344-8756-9090-EEAA-1EA098B6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3C7D7A-FE50-5C83-7C62-897C1909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Information (Endpoints + Payload)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7909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4544-E850-3D97-4555-47FDBF40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89FAA9-A64C-3C77-0D34-79AB7A5A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15666" cy="763432"/>
          </a:xfrm>
        </p:spPr>
        <p:txBody>
          <a:bodyPr/>
          <a:lstStyle/>
          <a:p>
            <a:r>
              <a:rPr lang="en-US" dirty="0"/>
              <a:t>System Information/Endpoint &amp; Payload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E756A-D324-4EF2-A05A-0361BB76D979}"/>
              </a:ext>
            </a:extLst>
          </p:cNvPr>
          <p:cNvSpPr txBox="1"/>
          <p:nvPr/>
        </p:nvSpPr>
        <p:spPr>
          <a:xfrm>
            <a:off x="407988" y="1278608"/>
            <a:ext cx="744061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t>CPQ 2.0 : CPI calls a custom CPQ API to retrieve eligible Amendment Quotes.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70237-D7AF-5D87-BFAE-17C43190D537}"/>
              </a:ext>
            </a:extLst>
          </p:cNvPr>
          <p:cNvSpPr txBox="1"/>
          <p:nvPr/>
        </p:nvSpPr>
        <p:spPr>
          <a:xfrm>
            <a:off x="402311" y="3424117"/>
            <a:ext cx="1084141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t>CPQ 2.0 Custom API Endpoint : </a:t>
            </a:r>
            <a:r>
              <a:rPr lang="en-US" dirty="0">
                <a:ea typeface="+mn-lt"/>
                <a:cs typeface="+mn-lt"/>
              </a:rPr>
              <a:t>https://sap-ies-nextgencs-dev.cpq.cloud.sap/customapi/executescript?scriptname=GS_CustomAPI_GetAmendmentQuotesWithin150Days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D4556-C31E-FA94-DD03-476F2F9A99D1}"/>
              </a:ext>
            </a:extLst>
          </p:cNvPr>
          <p:cNvSpPr txBox="1"/>
          <p:nvPr/>
        </p:nvSpPr>
        <p:spPr>
          <a:xfrm>
            <a:off x="407987" y="2129388"/>
            <a:ext cx="1070632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dirty="0"/>
              <a:t>CPI </a:t>
            </a:r>
            <a:r>
              <a:rPr dirty="0" err="1"/>
              <a:t>iFlow</a:t>
            </a:r>
            <a:r>
              <a:rPr dirty="0"/>
              <a:t> : Reusable Scheduler Extension Framework  (</a:t>
            </a:r>
            <a:r>
              <a:rPr dirty="0" err="1"/>
              <a:t>Reusable_Scheduler_Extension_Framework</a:t>
            </a:r>
            <a:r>
              <a:rPr dirty="0"/>
              <a:t>  v1.0.5)</a:t>
            </a:r>
            <a:endParaRPr lang="en-US" dirty="0"/>
          </a:p>
          <a:p>
            <a:r>
              <a:rPr dirty="0">
                <a:solidFill>
                  <a:srgbClr val="467886"/>
                </a:solidFill>
              </a:rPr>
              <a:t>CPI Tenant URL : https://sapit-dataandintegration3-dev.it-cpi026.cfapps.eu10-002.hana.ondemand.com</a:t>
            </a:r>
          </a:p>
          <a:p>
            <a:r>
              <a:rPr dirty="0"/>
              <a:t>Timer Schedule : Daily at start of business day  (</a:t>
            </a:r>
            <a:r>
              <a:rPr dirty="0" err="1"/>
              <a:t>cron</a:t>
            </a:r>
            <a:r>
              <a:rPr dirty="0"/>
              <a:t> configurable per environment)</a:t>
            </a:r>
          </a:p>
        </p:txBody>
      </p:sp>
    </p:spTree>
    <p:extLst>
      <p:ext uri="{BB962C8B-B14F-4D97-AF65-F5344CB8AC3E}">
        <p14:creationId xmlns:p14="http://schemas.microsoft.com/office/powerpoint/2010/main" val="49803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A23D-D1EC-E149-AEED-11AD2829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9D0F57-8C7A-1F73-C955-A550C0E1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249" y="-147039"/>
            <a:ext cx="10515600" cy="1138186"/>
          </a:xfrm>
        </p:spPr>
        <p:txBody>
          <a:bodyPr/>
          <a:lstStyle/>
          <a:p>
            <a:r>
              <a:rPr lang="en-US" dirty="0"/>
              <a:t>System Information/Endpoint &amp; Payload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9FC352-805C-BF6E-9370-6EC85D6FE3E2}"/>
              </a:ext>
            </a:extLst>
          </p:cNvPr>
          <p:cNvSpPr txBox="1"/>
          <p:nvPr/>
        </p:nvSpPr>
        <p:spPr>
          <a:xfrm>
            <a:off x="407987" y="986540"/>
            <a:ext cx="5105890" cy="37189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50"/>
              </a:lnSpc>
            </a:pPr>
            <a:r>
              <a:rPr sz="1600"/>
              <a:t>CPQ 2.0 Custom API Response Payload </a:t>
            </a:r>
            <a:endParaRPr lang="en-US" sz="1600" dirty="0"/>
          </a:p>
          <a:p>
            <a:endParaRPr lang="en-US" sz="1600" dirty="0"/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{</a:t>
            </a:r>
            <a:endParaRPr lang="en-US" sz="1600"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 "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QuoteList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": [</a:t>
            </a:r>
            <a:endParaRPr lang="en-US" sz="1600">
              <a:ea typeface="+mn-lt"/>
              <a:cs typeface="+mn-lt"/>
            </a:endParaRPr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        {</a:t>
            </a:r>
            <a:endParaRPr lang="en-US" sz="1600">
              <a:ea typeface="+mn-lt"/>
              <a:cs typeface="+mn-lt"/>
            </a:endParaRPr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            "CED": "26/09/26",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         "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QuoteOwner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": "C5356813",</a:t>
            </a:r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            "Status": 32,</a:t>
            </a:r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         "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QuoteNumber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": "09390437",</a:t>
            </a: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         "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ContractId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": "7300005821",</a:t>
            </a: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         "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QuoteId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": 15232</a:t>
            </a:r>
            <a:endParaRPr sz="1600"/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        }</a:t>
            </a:r>
            <a:endParaRPr lang="en-US" sz="1600">
              <a:ea typeface="+mn-lt"/>
              <a:cs typeface="+mn-lt"/>
            </a:endParaRPr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    ],</a:t>
            </a:r>
            <a:endParaRPr lang="en-US" sz="1600" dirty="0"/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    "message": "Amendment Quotes within 150 days"</a:t>
            </a:r>
            <a:endParaRPr sz="1600"/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}</a:t>
            </a:r>
            <a:endParaRPr lang="en-US" sz="1600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A43B5-B168-D263-95D8-7FD12ACDD23E}"/>
              </a:ext>
            </a:extLst>
          </p:cNvPr>
          <p:cNvSpPr txBox="1"/>
          <p:nvPr/>
        </p:nvSpPr>
        <p:spPr>
          <a:xfrm>
            <a:off x="6161690" y="1090447"/>
            <a:ext cx="555734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CCS Template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"verb": "send",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"object": {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AmendmentQuoteOwner</a:t>
            </a:r>
            <a:r>
              <a:rPr lang="en-US" dirty="0">
                <a:ea typeface="+mn-lt"/>
                <a:cs typeface="+mn-lt"/>
              </a:rPr>
              <a:t>": "Jane Smith",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CustomerName</a:t>
            </a:r>
            <a:r>
              <a:rPr lang="en-US" dirty="0">
                <a:ea typeface="+mn-lt"/>
                <a:cs typeface="+mn-lt"/>
              </a:rPr>
              <a:t>": "Acme Corporation",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ContractID</a:t>
            </a:r>
            <a:r>
              <a:rPr lang="en-US" dirty="0">
                <a:ea typeface="+mn-lt"/>
                <a:cs typeface="+mn-lt"/>
              </a:rPr>
              <a:t>": "60309876",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ContractEndDate</a:t>
            </a:r>
            <a:r>
              <a:rPr lang="en-US" dirty="0">
                <a:ea typeface="+mn-lt"/>
                <a:cs typeface="+mn-lt"/>
              </a:rPr>
              <a:t>": "15th October 2025 ",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RenewalWindowStartDate</a:t>
            </a:r>
            <a:r>
              <a:rPr lang="en-US" dirty="0">
                <a:ea typeface="+mn-lt"/>
                <a:cs typeface="+mn-lt"/>
              </a:rPr>
              <a:t>": "12th June 2025",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AmendmentQuoteID</a:t>
            </a:r>
            <a:r>
              <a:rPr lang="en-US" dirty="0">
                <a:ea typeface="+mn-lt"/>
                <a:cs typeface="+mn-lt"/>
              </a:rPr>
              <a:t>": "02610065",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RenewalOpportunityID</a:t>
            </a:r>
            <a:r>
              <a:rPr lang="en-US" dirty="0">
                <a:ea typeface="+mn-lt"/>
                <a:cs typeface="+mn-lt"/>
              </a:rPr>
              <a:t>": "305291275",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"</a:t>
            </a:r>
            <a:r>
              <a:rPr lang="en-US" dirty="0" err="1">
                <a:ea typeface="+mn-lt"/>
                <a:cs typeface="+mn-lt"/>
              </a:rPr>
              <a:t>RenewalOpportunityOwner</a:t>
            </a:r>
            <a:r>
              <a:rPr lang="en-US" dirty="0">
                <a:ea typeface="+mn-lt"/>
                <a:cs typeface="+mn-lt"/>
              </a:rPr>
              <a:t>": "Mary White"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    }</a:t>
            </a:r>
            <a:endParaRPr lang="en-US"/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6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16DF-87F1-0C05-44E3-2F396DA4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92A403-055E-F038-F823-5750B485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Disclaimer/Notes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19693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P Template 2023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" id="{ECFDA5DD-15BD-498A-936A-CED077B14247}" vid="{B6C048EB-ECA3-401C-97DA-9753BE025E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5693e9-47ea-4d53-a290-aec5ce4d2468">
      <Terms xmlns="http://schemas.microsoft.com/office/infopath/2007/PartnerControls"/>
    </lcf76f155ced4ddcb4097134ff3c332f>
    <Date xmlns="695693e9-47ea-4d53-a290-aec5ce4d2468" xsi:nil="true"/>
    <TaxCatchAll xmlns="e24b3e43-4ffe-4618-9cd3-0bc4e9160717" xsi:nil="true"/>
    <Content xmlns="695693e9-47ea-4d53-a290-aec5ce4d246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2806A71A057F4DA110DBC45EBDF613" ma:contentTypeVersion="18" ma:contentTypeDescription="Create a new document." ma:contentTypeScope="" ma:versionID="b04900b7bec1b0d7aa7efc271d8b6946">
  <xsd:schema xmlns:xsd="http://www.w3.org/2001/XMLSchema" xmlns:xs="http://www.w3.org/2001/XMLSchema" xmlns:p="http://schemas.microsoft.com/office/2006/metadata/properties" xmlns:ns2="695693e9-47ea-4d53-a290-aec5ce4d2468" xmlns:ns3="e24b3e43-4ffe-4618-9cd3-0bc4e9160717" targetNamespace="http://schemas.microsoft.com/office/2006/metadata/properties" ma:root="true" ma:fieldsID="3e6fefd29b5d8120c7b11707f58eb824" ns2:_="" ns3:_="">
    <xsd:import namespace="695693e9-47ea-4d53-a290-aec5ce4d2468"/>
    <xsd:import namespace="e24b3e43-4ffe-4618-9cd3-0bc4e91607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Date" minOccurs="0"/>
                <xsd:element ref="ns2:MediaServiceBillingMetadata" minOccurs="0"/>
                <xsd:element ref="ns2:Cont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693e9-47ea-4d53-a290-aec5ce4d24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Date" ma:index="23" nillable="true" ma:displayName="Date" ma:format="DateOnly" ma:internalName="Dat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ntent" ma:index="25" nillable="true" ma:displayName="Content" ma:format="Dropdown" ma:internalName="Cont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b3e43-4ffe-4618-9cd3-0bc4e916071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b0b42d17-44cf-4546-9c59-486a577c7a1c}" ma:internalName="TaxCatchAll" ma:showField="CatchAllData" ma:web="e24b3e43-4ffe-4618-9cd3-0bc4e91607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69B5E8-C010-4883-A36D-D721B72CCC13}">
  <ds:schemaRefs>
    <ds:schemaRef ds:uri="695693e9-47ea-4d53-a290-aec5ce4d2468"/>
    <ds:schemaRef ds:uri="e24b3e43-4ffe-4618-9cd3-0bc4e91607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0B581BB-54A9-42F4-AA89-2431A72832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D3B3F8-DDAC-4861-86C0-DED8F6BFBBB1}">
  <ds:schemaRefs>
    <ds:schemaRef ds:uri="695693e9-47ea-4d53-a290-aec5ce4d2468"/>
    <ds:schemaRef ds:uri="e24b3e43-4ffe-4618-9cd3-0bc4e91607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SAP Template 2023</vt:lpstr>
      <vt:lpstr>Office Theme</vt:lpstr>
      <vt:lpstr>[ACN][CPI Build]: Trigger Email for Amendment Quotes 150 Days Before CED - NGCSTEAMS-7490</vt:lpstr>
      <vt:lpstr>Document Ownership</vt:lpstr>
      <vt:lpstr>PowerPoint Presentation</vt:lpstr>
      <vt:lpstr>High Level design and Description</vt:lpstr>
      <vt:lpstr>Pre-requisite</vt:lpstr>
      <vt:lpstr>Pre-requisite</vt:lpstr>
      <vt:lpstr>Process Flow/Logic</vt:lpstr>
      <vt:lpstr>PowerPoint Presentation</vt:lpstr>
      <vt:lpstr>System Information (Endpoints + Payload)</vt:lpstr>
      <vt:lpstr>System Information/Endpoint &amp; Payload</vt:lpstr>
      <vt:lpstr>System Information/Endpoint &amp; Payload</vt:lpstr>
      <vt:lpstr>Disclaimer/Notes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Desai, Anita</dc:creator>
  <cp:revision>352</cp:revision>
  <dcterms:created xsi:type="dcterms:W3CDTF">2025-02-07T08:39:12Z</dcterms:created>
  <dcterms:modified xsi:type="dcterms:W3CDTF">2026-06-19T12:24:34Z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0x010100842806A71A057F4DA110DBC45EBDF613</vt:lpwstr>
  </property>
  <property fmtid="{D5CDD505-2E9C-101B-9397-08002B2CF9AE}" pid="3" name="MediaServiceImageTags">
    <vt:lpwstr/>
  </property>
</Properties>
</file>