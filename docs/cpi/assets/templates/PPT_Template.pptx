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5"/>
    <p:sldMasterId id="2147483826" r:id="rId6"/>
  </p:sldMasterIdLst>
  <p:notesMasterIdLst>
    <p:notesMasterId r:id="rId36"/>
  </p:notesMasterIdLst>
  <p:sldIdLst>
    <p:sldId id="298" r:id="rId7"/>
    <p:sldId id="272" r:id="rId8"/>
    <p:sldId id="271" r:id="rId9"/>
    <p:sldId id="299" r:id="rId10"/>
    <p:sldId id="275" r:id="rId11"/>
    <p:sldId id="281" r:id="rId12"/>
    <p:sldId id="302" r:id="rId13"/>
    <p:sldId id="300" r:id="rId14"/>
    <p:sldId id="301" r:id="rId15"/>
    <p:sldId id="267" r:id="rId16"/>
    <p:sldId id="303" r:id="rId17"/>
    <p:sldId id="277" r:id="rId18"/>
    <p:sldId id="279" r:id="rId19"/>
    <p:sldId id="282" r:id="rId20"/>
    <p:sldId id="296" r:id="rId21"/>
    <p:sldId id="285" r:id="rId22"/>
    <p:sldId id="286" r:id="rId23"/>
    <p:sldId id="287" r:id="rId24"/>
    <p:sldId id="288" r:id="rId25"/>
    <p:sldId id="289" r:id="rId26"/>
    <p:sldId id="274" r:id="rId27"/>
    <p:sldId id="291" r:id="rId28"/>
    <p:sldId id="292" r:id="rId29"/>
    <p:sldId id="293" r:id="rId30"/>
    <p:sldId id="294" r:id="rId31"/>
    <p:sldId id="290" r:id="rId32"/>
    <p:sldId id="295" r:id="rId33"/>
    <p:sldId id="297" r:id="rId34"/>
    <p:sldId id="28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Slide Option" id="{8BAECCC4-A956-A743-8AB1-D49B21A3C9DD}">
          <p14:sldIdLst>
            <p14:sldId id="298"/>
            <p14:sldId id="272"/>
            <p14:sldId id="271"/>
            <p14:sldId id="299"/>
            <p14:sldId id="275"/>
            <p14:sldId id="281"/>
            <p14:sldId id="302"/>
            <p14:sldId id="300"/>
            <p14:sldId id="301"/>
            <p14:sldId id="267"/>
            <p14:sldId id="303"/>
            <p14:sldId id="277"/>
            <p14:sldId id="279"/>
            <p14:sldId id="282"/>
            <p14:sldId id="296"/>
            <p14:sldId id="285"/>
            <p14:sldId id="286"/>
            <p14:sldId id="287"/>
            <p14:sldId id="288"/>
            <p14:sldId id="289"/>
            <p14:sldId id="274"/>
            <p14:sldId id="291"/>
            <p14:sldId id="292"/>
            <p14:sldId id="293"/>
            <p14:sldId id="294"/>
            <p14:sldId id="290"/>
            <p14:sldId id="295"/>
            <p14:sldId id="297"/>
            <p14:sldId id="280"/>
          </p14:sldIdLst>
        </p14:section>
      </p14:sectionLst>
    </p:ext>
    <p:ext uri="{EFAFB233-063F-42B5-8137-9DF3F51BA10A}">
      <p15:sldGuideLst xmlns:p15="http://schemas.microsoft.com/office/powerpoint/2012/main">
        <p15:guide id="1" orient="horz" pos="1525" userDrawn="1">
          <p15:clr>
            <a:srgbClr val="A4A3A4"/>
          </p15:clr>
        </p15:guide>
        <p15:guide id="2" pos="3704" userDrawn="1">
          <p15:clr>
            <a:srgbClr val="A4A3A4"/>
          </p15:clr>
        </p15:guide>
        <p15:guide id="3" orient="horz" pos="981" userDrawn="1">
          <p15:clr>
            <a:srgbClr val="A4A3A4"/>
          </p15:clr>
        </p15:guide>
        <p15:guide id="4" pos="39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44A"/>
    <a:srgbClr val="002986"/>
    <a:srgbClr val="1990FF"/>
    <a:srgbClr val="0070F2"/>
    <a:srgbClr val="89D1FF"/>
    <a:srgbClr val="12171C"/>
    <a:srgbClr val="002A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525"/>
        <p:guide pos="3704"/>
        <p:guide orient="horz" pos="981"/>
        <p:guide pos="3908"/>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er, Nadine (external - Service)" userId="d085fe58-ee06-4d64-8ef6-ac4bf01b5e2a" providerId="ADAL" clId="{AD7795B4-B4AF-44D2-A049-5641072D0118}"/>
    <pc:docChg chg="custSel modSld">
      <pc:chgData name="Berger, Nadine (external - Service)" userId="d085fe58-ee06-4d64-8ef6-ac4bf01b5e2a" providerId="ADAL" clId="{AD7795B4-B4AF-44D2-A049-5641072D0118}" dt="2026-01-09T08:25:18.509" v="12" actId="1076"/>
      <pc:docMkLst>
        <pc:docMk/>
      </pc:docMkLst>
      <pc:sldChg chg="addSp delSp modSp mod">
        <pc:chgData name="Berger, Nadine (external - Service)" userId="d085fe58-ee06-4d64-8ef6-ac4bf01b5e2a" providerId="ADAL" clId="{AD7795B4-B4AF-44D2-A049-5641072D0118}" dt="2026-01-09T08:24:44.550" v="3" actId="478"/>
        <pc:sldMkLst>
          <pc:docMk/>
          <pc:sldMk cId="1498691309" sldId="300"/>
        </pc:sldMkLst>
      </pc:sldChg>
      <pc:sldChg chg="addSp delSp modSp mod">
        <pc:chgData name="Berger, Nadine (external - Service)" userId="d085fe58-ee06-4d64-8ef6-ac4bf01b5e2a" providerId="ADAL" clId="{AD7795B4-B4AF-44D2-A049-5641072D0118}" dt="2026-01-09T08:25:18.509" v="12" actId="1076"/>
        <pc:sldMkLst>
          <pc:docMk/>
          <pc:sldMk cId="3712561006" sldId="302"/>
        </pc:sldMkLst>
        <pc:spChg chg="add mod">
          <ac:chgData name="Berger, Nadine (external - Service)" userId="d085fe58-ee06-4d64-8ef6-ac4bf01b5e2a" providerId="ADAL" clId="{AD7795B4-B4AF-44D2-A049-5641072D0118}" dt="2026-01-09T08:25:18.509" v="12" actId="1076"/>
          <ac:spMkLst>
            <pc:docMk/>
            <pc:sldMk cId="3712561006" sldId="302"/>
            <ac:spMk id="5" creationId="{80ACE5EC-D8AD-0B98-7BDD-49291B540A5B}"/>
          </ac:spMkLst>
        </pc:spChg>
      </pc:sldChg>
    </pc:docChg>
  </pc:docChgLst>
  <pc:docChgLst>
    <pc:chgData name="Berger, Nadine" userId="d89d7144-1de0-4605-b2f0-897dcb8f7442" providerId="ADAL" clId="{264C2180-A606-478F-8398-F425EB7478C0}"/>
    <pc:docChg chg="modMainMaster">
      <pc:chgData name="Berger, Nadine" userId="d89d7144-1de0-4605-b2f0-897dcb8f7442" providerId="ADAL" clId="{264C2180-A606-478F-8398-F425EB7478C0}" dt="2026-01-15T13:32:19.907" v="0" actId="164"/>
      <pc:docMkLst>
        <pc:docMk/>
      </pc:docMkLst>
      <pc:sldMasterChg chg="modSldLayout">
        <pc:chgData name="Berger, Nadine" userId="d89d7144-1de0-4605-b2f0-897dcb8f7442" providerId="ADAL" clId="{264C2180-A606-478F-8398-F425EB7478C0}" dt="2026-01-15T13:32:19.907" v="0" actId="164"/>
        <pc:sldMasterMkLst>
          <pc:docMk/>
          <pc:sldMasterMk cId="1627726818" sldId="2147483660"/>
        </pc:sldMasterMkLst>
        <pc:sldLayoutChg chg="addSp modSp">
          <pc:chgData name="Berger, Nadine" userId="d89d7144-1de0-4605-b2f0-897dcb8f7442" providerId="ADAL" clId="{264C2180-A606-478F-8398-F425EB7478C0}" dt="2026-01-15T13:32:19.907" v="0" actId="164"/>
          <pc:sldLayoutMkLst>
            <pc:docMk/>
            <pc:sldMasterMk cId="1627726818" sldId="2147483660"/>
            <pc:sldLayoutMk cId="2009843272" sldId="2147483832"/>
          </pc:sldLayoutMkLst>
          <pc:spChg chg="mod">
            <ac:chgData name="Berger, Nadine" userId="d89d7144-1de0-4605-b2f0-897dcb8f7442" providerId="ADAL" clId="{264C2180-A606-478F-8398-F425EB7478C0}" dt="2026-01-15T13:32:19.907" v="0" actId="164"/>
            <ac:spMkLst>
              <pc:docMk/>
              <pc:sldMasterMk cId="1627726818" sldId="2147483660"/>
              <pc:sldLayoutMk cId="2009843272" sldId="2147483832"/>
              <ac:spMk id="7" creationId="{BB940452-913E-008D-3404-48BA0BBDC81F}"/>
            </ac:spMkLst>
          </pc:spChg>
          <pc:grpChg chg="add mod">
            <ac:chgData name="Berger, Nadine" userId="d89d7144-1de0-4605-b2f0-897dcb8f7442" providerId="ADAL" clId="{264C2180-A606-478F-8398-F425EB7478C0}" dt="2026-01-15T13:32:19.907" v="0" actId="164"/>
            <ac:grpSpMkLst>
              <pc:docMk/>
              <pc:sldMasterMk cId="1627726818" sldId="2147483660"/>
              <pc:sldLayoutMk cId="2009843272" sldId="2147483832"/>
              <ac:grpSpMk id="13" creationId="{8C701A57-22B4-5E4B-C3C3-F8E03519CB22}"/>
            </ac:grpSpMkLst>
          </pc:grpChg>
          <pc:cxnChg chg="mod">
            <ac:chgData name="Berger, Nadine" userId="d89d7144-1de0-4605-b2f0-897dcb8f7442" providerId="ADAL" clId="{264C2180-A606-478F-8398-F425EB7478C0}" dt="2026-01-15T13:32:19.907" v="0" actId="164"/>
            <ac:cxnSpMkLst>
              <pc:docMk/>
              <pc:sldMasterMk cId="1627726818" sldId="2147483660"/>
              <pc:sldLayoutMk cId="2009843272" sldId="2147483832"/>
              <ac:cxnSpMk id="6" creationId="{61D1B869-8D77-7459-6966-832FE117CD89}"/>
            </ac:cxnSpMkLst>
          </pc:cxn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11D_AD4DD5E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11D_AD4DD5E1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11E_22A98548.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_11E_22A985482.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1469271026518501"/>
          <c:y val="5.9013389069233396E-2"/>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72 Semibold" panose="020B0603030000000003" pitchFamily="34" charset="0"/>
              <a:ea typeface="+mn-ea"/>
              <a:cs typeface="72 Semibold" panose="020B0603030000000003" pitchFamily="34" charset="0"/>
            </a:defRPr>
          </a:pPr>
          <a:endParaRPr lang="de-DE"/>
        </a:p>
      </c:txPr>
    </c:title>
    <c:autoTitleDeleted val="0"/>
    <c:plotArea>
      <c:layout>
        <c:manualLayout>
          <c:layoutTarget val="inner"/>
          <c:xMode val="edge"/>
          <c:yMode val="edge"/>
          <c:x val="9.503202477488884E-2"/>
          <c:y val="0.16110655215900718"/>
          <c:w val="0.82174130128243517"/>
          <c:h val="0.58376177007520202"/>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123-984C-9050-914E00A62A7B}"/>
            </c:ext>
          </c:extLst>
        </c:ser>
        <c:ser>
          <c:idx val="1"/>
          <c:order val="1"/>
          <c:tx>
            <c:strRef>
              <c:f>Sheet1!$C$1</c:f>
              <c:strCache>
                <c:ptCount val="1"/>
                <c:pt idx="0">
                  <c:v>Series 2</c:v>
                </c:pt>
              </c:strCache>
            </c:strRef>
          </c:tx>
          <c:spPr>
            <a:solidFill>
              <a:schemeClr val="accent2"/>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123-984C-9050-914E00A62A7B}"/>
            </c:ext>
          </c:extLst>
        </c:ser>
        <c:ser>
          <c:idx val="2"/>
          <c:order val="2"/>
          <c:tx>
            <c:strRef>
              <c:f>Sheet1!$D$1</c:f>
              <c:strCache>
                <c:ptCount val="1"/>
                <c:pt idx="0">
                  <c:v>Series 3</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123-984C-9050-914E00A62A7B}"/>
            </c:ext>
          </c:extLst>
        </c:ser>
        <c:dLbls>
          <c:showLegendKey val="0"/>
          <c:showVal val="0"/>
          <c:showCatName val="0"/>
          <c:showSerName val="0"/>
          <c:showPercent val="0"/>
          <c:showBubbleSize val="0"/>
        </c:dLbls>
        <c:gapWidth val="219"/>
        <c:overlap val="-27"/>
        <c:axId val="1715241407"/>
        <c:axId val="1715240447"/>
      </c:barChart>
      <c:catAx>
        <c:axId val="17152414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72" panose="020B0503030000000003" pitchFamily="34" charset="0"/>
                <a:ea typeface="+mn-ea"/>
                <a:cs typeface="72" panose="020B0503030000000003" pitchFamily="34" charset="0"/>
              </a:defRPr>
            </a:pPr>
            <a:endParaRPr lang="de-DE"/>
          </a:p>
        </c:txPr>
        <c:crossAx val="1715240447"/>
        <c:crosses val="autoZero"/>
        <c:auto val="1"/>
        <c:lblAlgn val="ctr"/>
        <c:lblOffset val="100"/>
        <c:noMultiLvlLbl val="0"/>
      </c:catAx>
      <c:valAx>
        <c:axId val="1715240447"/>
        <c:scaling>
          <c:orientation val="minMax"/>
        </c:scaling>
        <c:delete val="0"/>
        <c:axPos val="l"/>
        <c:majorGridlines>
          <c:spPr>
            <a:ln w="9525" cap="flat" cmpd="sng" algn="ctr">
              <a:solidFill>
                <a:schemeClr val="accent3"/>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72" panose="020B0503030000000003" pitchFamily="34" charset="0"/>
                <a:ea typeface="+mn-ea"/>
                <a:cs typeface="72" panose="020B0503030000000003" pitchFamily="34" charset="0"/>
              </a:defRPr>
            </a:pPr>
            <a:endParaRPr lang="de-DE"/>
          </a:p>
        </c:txPr>
        <c:crossAx val="1715241407"/>
        <c:crosses val="autoZero"/>
        <c:crossBetween val="between"/>
      </c:valAx>
      <c:spPr>
        <a:noFill/>
        <a:ln>
          <a:noFill/>
        </a:ln>
        <a:effectLst/>
      </c:spPr>
    </c:plotArea>
    <c:legend>
      <c:legendPos val="b"/>
      <c:layout>
        <c:manualLayout>
          <c:xMode val="edge"/>
          <c:yMode val="edge"/>
          <c:x val="0.25023995917745012"/>
          <c:y val="0.86061035772523864"/>
          <c:w val="0.49952008164509981"/>
          <c:h val="6.8132811157290085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2"/>
              </a:solidFill>
              <a:latin typeface="72" panose="020B0503030000000003" pitchFamily="34" charset="0"/>
              <a:ea typeface="+mn-ea"/>
              <a:cs typeface="72" panose="020B0503030000000003" pitchFamily="34" charset="0"/>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5"/>
      </a:solidFill>
    </a:ln>
    <a:effectLst/>
  </c:spPr>
  <c:txPr>
    <a:bodyPr/>
    <a:lstStyle/>
    <a:p>
      <a:pPr>
        <a:defRPr>
          <a:latin typeface="72" panose="020B0503030000000003" pitchFamily="34" charset="0"/>
          <a:cs typeface="72" panose="020B0503030000000003" pitchFamily="34" charset="0"/>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2"/>
              </a:solidFill>
              <a:latin typeface="72 Semibold" panose="020B0603030000000003" pitchFamily="34" charset="0"/>
              <a:ea typeface="+mn-ea"/>
              <a:cs typeface="72 Semibold" panose="020B0603030000000003" pitchFamily="34" charset="0"/>
            </a:defRPr>
          </a:pPr>
          <a:endParaRPr lang="de-DE"/>
        </a:p>
      </c:txPr>
    </c:title>
    <c:autoTitleDeleted val="0"/>
    <c:plotArea>
      <c:layout>
        <c:manualLayout>
          <c:layoutTarget val="inner"/>
          <c:xMode val="edge"/>
          <c:yMode val="edge"/>
          <c:x val="0.12188227146398559"/>
          <c:y val="0.13523849327715495"/>
          <c:w val="0.80439853202121292"/>
          <c:h val="0.61957251540787461"/>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A4E1-E444-AEA4-33D73CFDDD48}"/>
            </c:ext>
          </c:extLst>
        </c:ser>
        <c:ser>
          <c:idx val="1"/>
          <c:order val="1"/>
          <c:tx>
            <c:strRef>
              <c:f>Sheet1!$C$1</c:f>
              <c:strCache>
                <c:ptCount val="1"/>
                <c:pt idx="0">
                  <c:v>Series 2</c:v>
                </c:pt>
              </c:strCache>
            </c:strRef>
          </c:tx>
          <c:spPr>
            <a:ln w="28575" cap="rnd">
              <a:solidFill>
                <a:schemeClr val="accent2"/>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A4E1-E444-AEA4-33D73CFDDD48}"/>
            </c:ext>
          </c:extLst>
        </c:ser>
        <c:ser>
          <c:idx val="2"/>
          <c:order val="2"/>
          <c:tx>
            <c:strRef>
              <c:f>Sheet1!$D$1</c:f>
              <c:strCache>
                <c:ptCount val="1"/>
                <c:pt idx="0">
                  <c:v>Series 3</c:v>
                </c:pt>
              </c:strCache>
            </c:strRef>
          </c:tx>
          <c:spPr>
            <a:ln w="28575" cap="rnd">
              <a:solidFill>
                <a:schemeClr val="accent3"/>
              </a:solidFill>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A4E1-E444-AEA4-33D73CFDDD48}"/>
            </c:ext>
          </c:extLst>
        </c:ser>
        <c:dLbls>
          <c:showLegendKey val="0"/>
          <c:showVal val="0"/>
          <c:showCatName val="0"/>
          <c:showSerName val="0"/>
          <c:showPercent val="0"/>
          <c:showBubbleSize val="0"/>
        </c:dLbls>
        <c:smooth val="0"/>
        <c:axId val="1440013984"/>
        <c:axId val="1440013024"/>
      </c:lineChart>
      <c:catAx>
        <c:axId val="1440013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2"/>
                </a:solidFill>
                <a:latin typeface="72" panose="020B0503030000000003" pitchFamily="34" charset="0"/>
                <a:ea typeface="+mn-ea"/>
                <a:cs typeface="72" panose="020B0503030000000003" pitchFamily="34" charset="0"/>
              </a:defRPr>
            </a:pPr>
            <a:endParaRPr lang="de-DE"/>
          </a:p>
        </c:txPr>
        <c:crossAx val="1440013024"/>
        <c:crosses val="autoZero"/>
        <c:auto val="1"/>
        <c:lblAlgn val="ctr"/>
        <c:lblOffset val="100"/>
        <c:noMultiLvlLbl val="0"/>
      </c:catAx>
      <c:valAx>
        <c:axId val="1440013024"/>
        <c:scaling>
          <c:orientation val="minMax"/>
        </c:scaling>
        <c:delete val="0"/>
        <c:axPos val="l"/>
        <c:majorGridlines>
          <c:spPr>
            <a:ln w="9525" cap="flat" cmpd="sng" algn="ctr">
              <a:solidFill>
                <a:schemeClr val="accent3"/>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2"/>
                </a:solidFill>
                <a:latin typeface="72" panose="020B0503030000000003" pitchFamily="34" charset="0"/>
                <a:ea typeface="+mn-ea"/>
                <a:cs typeface="72" panose="020B0503030000000003" pitchFamily="34" charset="0"/>
              </a:defRPr>
            </a:pPr>
            <a:endParaRPr lang="de-DE"/>
          </a:p>
        </c:txPr>
        <c:crossAx val="1440013984"/>
        <c:crosses val="autoZero"/>
        <c:crossBetween val="between"/>
      </c:valAx>
      <c:spPr>
        <a:noFill/>
        <a:ln>
          <a:noFill/>
        </a:ln>
        <a:effectLst/>
      </c:spPr>
    </c:plotArea>
    <c:legend>
      <c:legendPos val="b"/>
      <c:layout>
        <c:manualLayout>
          <c:xMode val="edge"/>
          <c:yMode val="edge"/>
          <c:x val="0.2030834760312531"/>
          <c:y val="0.88068129199253564"/>
          <c:w val="0.59383304793749381"/>
          <c:h val="7.52135223489426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5"/>
      </a:solid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72" panose="020B0503030000000003" pitchFamily="34" charset="0"/>
              <a:ea typeface="+mn-ea"/>
              <a:cs typeface="72" panose="020B0503030000000003" pitchFamily="34" charset="0"/>
            </a:defRPr>
          </a:pPr>
          <a:endParaRPr lang="de-DE"/>
        </a:p>
      </c:txPr>
    </c:title>
    <c:autoTitleDeleted val="0"/>
    <c:plotArea>
      <c:layout>
        <c:manualLayout>
          <c:layoutTarget val="inner"/>
          <c:xMode val="edge"/>
          <c:yMode val="edge"/>
          <c:x val="0.15539904048960793"/>
          <c:y val="0.11119139857129759"/>
          <c:w val="0.67671417347688301"/>
          <c:h val="0.71295549536585956"/>
        </c:manualLayout>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666-1C40-A067-FF7BA22E033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2666-1C40-A067-FF7BA22E033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2666-1C40-A067-FF7BA22E033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2666-1C40-A067-FF7BA22E0336}"/>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666-1C40-A067-FF7BA22E0336}"/>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12791439727742121"/>
          <c:y val="0.88335242102951317"/>
          <c:w val="0.59913526513924287"/>
          <c:h val="6.730963972685687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5"/>
      </a:solid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72" panose="020B0503030000000003" pitchFamily="34" charset="0"/>
              <a:ea typeface="+mn-ea"/>
              <a:cs typeface="72" panose="020B0503030000000003" pitchFamily="34" charset="0"/>
            </a:defRPr>
          </a:pPr>
          <a:endParaRPr lang="de-DE"/>
        </a:p>
      </c:txPr>
    </c:title>
    <c:autoTitleDeleted val="0"/>
    <c:plotArea>
      <c:layout>
        <c:manualLayout>
          <c:layoutTarget val="inner"/>
          <c:xMode val="edge"/>
          <c:yMode val="edge"/>
          <c:x val="0.15539904048960793"/>
          <c:y val="0.11119139857129759"/>
          <c:w val="0.67671417347688301"/>
          <c:h val="0.71295549536585956"/>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0CC-304B-AF00-62E5C28F004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0CC-304B-AF00-62E5C28F004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0CC-304B-AF00-62E5C28F004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0CC-304B-AF00-62E5C28F004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C0CC-304B-AF00-62E5C28F004A}"/>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layout>
        <c:manualLayout>
          <c:xMode val="edge"/>
          <c:yMode val="edge"/>
          <c:x val="0.12791439727742121"/>
          <c:y val="0.88335242102951317"/>
          <c:w val="0.59913526513924287"/>
          <c:h val="6.730963972685687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5"/>
      </a:solid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72" panose="020B0503030000000003"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72" panose="020B0503030000000003" pitchFamily="34" charset="0"/>
              </a:defRPr>
            </a:lvl1pPr>
          </a:lstStyle>
          <a:p>
            <a:fld id="{57A0FADC-78B8-4F6C-9E04-5D5D07D73C79}" type="datetimeFigureOut">
              <a:rPr lang="en-US" smtClean="0"/>
              <a:pPr/>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72" panose="020B0503030000000003"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72" panose="020B0503030000000003" pitchFamily="34" charset="0"/>
              </a:defRPr>
            </a:lvl1pPr>
          </a:lstStyle>
          <a:p>
            <a:fld id="{4C1C7FA7-4A8B-4EC3-A410-CC4373C2EE9B}" type="slidenum">
              <a:rPr lang="en-US" smtClean="0"/>
              <a:pPr/>
              <a:t>‹#›</a:t>
            </a:fld>
            <a:endParaRPr lang="en-US"/>
          </a:p>
        </p:txBody>
      </p:sp>
    </p:spTree>
    <p:extLst>
      <p:ext uri="{BB962C8B-B14F-4D97-AF65-F5344CB8AC3E}">
        <p14:creationId xmlns:p14="http://schemas.microsoft.com/office/powerpoint/2010/main" val="3947864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72" panose="020B0503030000000003" pitchFamily="34" charset="0"/>
        <a:ea typeface="+mn-ea"/>
        <a:cs typeface="+mn-cs"/>
      </a:defRPr>
    </a:lvl1pPr>
    <a:lvl2pPr marL="457200" algn="l" defTabSz="914400" rtl="0" eaLnBrk="1" latinLnBrk="0" hangingPunct="1">
      <a:defRPr sz="1200" b="0" i="0" kern="1200">
        <a:solidFill>
          <a:schemeClr val="tx1"/>
        </a:solidFill>
        <a:latin typeface="72" panose="020B0503030000000003" pitchFamily="34" charset="0"/>
        <a:ea typeface="+mn-ea"/>
        <a:cs typeface="+mn-cs"/>
      </a:defRPr>
    </a:lvl2pPr>
    <a:lvl3pPr marL="914400" algn="l" defTabSz="914400" rtl="0" eaLnBrk="1" latinLnBrk="0" hangingPunct="1">
      <a:defRPr sz="1200" b="0" i="0" kern="1200">
        <a:solidFill>
          <a:schemeClr val="tx1"/>
        </a:solidFill>
        <a:latin typeface="72" panose="020B0503030000000003" pitchFamily="34" charset="0"/>
        <a:ea typeface="+mn-ea"/>
        <a:cs typeface="+mn-cs"/>
      </a:defRPr>
    </a:lvl3pPr>
    <a:lvl4pPr marL="1371600" algn="l" defTabSz="914400" rtl="0" eaLnBrk="1" latinLnBrk="0" hangingPunct="1">
      <a:defRPr sz="1200" b="0" i="0" kern="1200">
        <a:solidFill>
          <a:schemeClr val="tx1"/>
        </a:solidFill>
        <a:latin typeface="72" panose="020B0503030000000003" pitchFamily="34" charset="0"/>
        <a:ea typeface="+mn-ea"/>
        <a:cs typeface="+mn-cs"/>
      </a:defRPr>
    </a:lvl4pPr>
    <a:lvl5pPr marL="1828800" algn="l" defTabSz="914400" rtl="0" eaLnBrk="1" latinLnBrk="0" hangingPunct="1">
      <a:defRPr sz="1200" b="0" i="0" kern="1200">
        <a:solidFill>
          <a:schemeClr val="tx1"/>
        </a:solidFill>
        <a:latin typeface="72" panose="020B05030300000000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1C7FA7-4A8B-4EC3-A410-CC4373C2EE9B}" type="slidenum">
              <a:rPr lang="en-US" smtClean="0"/>
              <a:pPr/>
              <a:t>1</a:t>
            </a:fld>
            <a:endParaRPr lang="en-US"/>
          </a:p>
        </p:txBody>
      </p:sp>
    </p:spTree>
    <p:extLst>
      <p:ext uri="{BB962C8B-B14F-4D97-AF65-F5344CB8AC3E}">
        <p14:creationId xmlns:p14="http://schemas.microsoft.com/office/powerpoint/2010/main" val="2554437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1C7FA7-4A8B-4EC3-A410-CC4373C2EE9B}" type="slidenum">
              <a:rPr lang="en-US" smtClean="0"/>
              <a:pPr/>
              <a:t>2</a:t>
            </a:fld>
            <a:endParaRPr lang="en-US"/>
          </a:p>
        </p:txBody>
      </p:sp>
    </p:spTree>
    <p:extLst>
      <p:ext uri="{BB962C8B-B14F-4D97-AF65-F5344CB8AC3E}">
        <p14:creationId xmlns:p14="http://schemas.microsoft.com/office/powerpoint/2010/main" val="1776538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1C7FA7-4A8B-4EC3-A410-CC4373C2EE9B}" type="slidenum">
              <a:rPr lang="en-US" smtClean="0"/>
              <a:t>6</a:t>
            </a:fld>
            <a:endParaRPr lang="en-US"/>
          </a:p>
        </p:txBody>
      </p:sp>
    </p:spTree>
    <p:extLst>
      <p:ext uri="{BB962C8B-B14F-4D97-AF65-F5344CB8AC3E}">
        <p14:creationId xmlns:p14="http://schemas.microsoft.com/office/powerpoint/2010/main" val="2994845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1C7FA7-4A8B-4EC3-A410-CC4373C2EE9B}" type="slidenum">
              <a:rPr lang="en-US" smtClean="0"/>
              <a:t>12</a:t>
            </a:fld>
            <a:endParaRPr lang="en-US"/>
          </a:p>
        </p:txBody>
      </p:sp>
    </p:spTree>
    <p:extLst>
      <p:ext uri="{BB962C8B-B14F-4D97-AF65-F5344CB8AC3E}">
        <p14:creationId xmlns:p14="http://schemas.microsoft.com/office/powerpoint/2010/main" val="283182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1C7FA7-4A8B-4EC3-A410-CC4373C2EE9B}" type="slidenum">
              <a:rPr lang="en-US" smtClean="0"/>
              <a:t>13</a:t>
            </a:fld>
            <a:endParaRPr lang="en-US"/>
          </a:p>
        </p:txBody>
      </p:sp>
    </p:spTree>
    <p:extLst>
      <p:ext uri="{BB962C8B-B14F-4D97-AF65-F5344CB8AC3E}">
        <p14:creationId xmlns:p14="http://schemas.microsoft.com/office/powerpoint/2010/main" val="2917280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1C7FA7-4A8B-4EC3-A410-CC4373C2EE9B}" type="slidenum">
              <a:rPr lang="en-US" smtClean="0"/>
              <a:t>14</a:t>
            </a:fld>
            <a:endParaRPr lang="en-US"/>
          </a:p>
        </p:txBody>
      </p:sp>
    </p:spTree>
    <p:extLst>
      <p:ext uri="{BB962C8B-B14F-4D97-AF65-F5344CB8AC3E}">
        <p14:creationId xmlns:p14="http://schemas.microsoft.com/office/powerpoint/2010/main" val="1879151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C1C7FA7-4A8B-4EC3-A410-CC4373C2EE9B}" type="slidenum">
              <a:rPr lang="en-US" smtClean="0"/>
              <a:t>15</a:t>
            </a:fld>
            <a:endParaRPr lang="en-US"/>
          </a:p>
        </p:txBody>
      </p:sp>
    </p:spTree>
    <p:extLst>
      <p:ext uri="{BB962C8B-B14F-4D97-AF65-F5344CB8AC3E}">
        <p14:creationId xmlns:p14="http://schemas.microsoft.com/office/powerpoint/2010/main" val="2110689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17.png"/><Relationship Id="rId4" Type="http://schemas.openxmlformats.org/officeDocument/2006/relationships/image" Target="../media/image15.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15.png"/><Relationship Id="rId4"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Рисунок 8">
            <a:extLst>
              <a:ext uri="{FF2B5EF4-FFF2-40B4-BE49-F238E27FC236}">
                <a16:creationId xmlns:a16="http://schemas.microsoft.com/office/drawing/2014/main" id="{5A00BD1F-8AAE-0D1D-8EA4-9F3516193AED}"/>
              </a:ext>
            </a:extLst>
          </p:cNvPr>
          <p:cNvSpPr>
            <a:spLocks noGrp="1"/>
          </p:cNvSpPr>
          <p:nvPr>
            <p:ph type="pic" sz="quarter" idx="11"/>
          </p:nvPr>
        </p:nvSpPr>
        <p:spPr>
          <a:xfrm>
            <a:off x="2389654" y="782028"/>
            <a:ext cx="1772177" cy="1611070"/>
          </a:xfrm>
          <a:prstGeom prst="rect">
            <a:avLst/>
          </a:prstGeom>
        </p:spPr>
        <p:txBody>
          <a:bodyPr/>
          <a:lstStyle>
            <a:lvl1pPr marL="0" indent="0">
              <a:buNone/>
              <a:defRPr b="0" i="0">
                <a:latin typeface="72" panose="020B0503030000000003" pitchFamily="34" charset="0"/>
              </a:defRPr>
            </a:lvl1pPr>
          </a:lstStyle>
          <a:p>
            <a:r>
              <a:rPr lang="en-US"/>
              <a:t>Click icon to add picture</a:t>
            </a:r>
          </a:p>
        </p:txBody>
      </p:sp>
      <p:sp>
        <p:nvSpPr>
          <p:cNvPr id="3" name="Рисунок 9">
            <a:extLst>
              <a:ext uri="{FF2B5EF4-FFF2-40B4-BE49-F238E27FC236}">
                <a16:creationId xmlns:a16="http://schemas.microsoft.com/office/drawing/2014/main" id="{EE1CA1B6-DB66-C0A9-F8B4-08699CE294A5}"/>
              </a:ext>
            </a:extLst>
          </p:cNvPr>
          <p:cNvSpPr>
            <a:spLocks noGrp="1"/>
          </p:cNvSpPr>
          <p:nvPr>
            <p:ph type="pic" sz="quarter" idx="15"/>
          </p:nvPr>
        </p:nvSpPr>
        <p:spPr>
          <a:xfrm>
            <a:off x="4353390" y="2572388"/>
            <a:ext cx="1772177" cy="1611070"/>
          </a:xfrm>
          <a:prstGeom prst="rect">
            <a:avLst/>
          </a:prstGeom>
        </p:spPr>
        <p:txBody>
          <a:bodyPr/>
          <a:lstStyle>
            <a:lvl1pPr marL="0" indent="0">
              <a:buNone/>
              <a:defRPr b="0" i="0">
                <a:latin typeface="72" panose="020B0503030000000003" pitchFamily="34" charset="0"/>
              </a:defRPr>
            </a:lvl1pPr>
          </a:lstStyle>
          <a:p>
            <a:r>
              <a:rPr lang="en-US"/>
              <a:t>Click icon to add picture</a:t>
            </a:r>
          </a:p>
        </p:txBody>
      </p:sp>
      <p:sp>
        <p:nvSpPr>
          <p:cNvPr id="5" name="Рисунок 5">
            <a:extLst>
              <a:ext uri="{FF2B5EF4-FFF2-40B4-BE49-F238E27FC236}">
                <a16:creationId xmlns:a16="http://schemas.microsoft.com/office/drawing/2014/main" id="{AAEDA12A-52C3-7255-DBA3-0F99027F715C}"/>
              </a:ext>
            </a:extLst>
          </p:cNvPr>
          <p:cNvSpPr>
            <a:spLocks noGrp="1"/>
          </p:cNvSpPr>
          <p:nvPr>
            <p:ph type="pic" sz="quarter" idx="13"/>
          </p:nvPr>
        </p:nvSpPr>
        <p:spPr>
          <a:xfrm>
            <a:off x="2389654" y="2572388"/>
            <a:ext cx="1772177" cy="1611070"/>
          </a:xfrm>
          <a:prstGeom prst="rect">
            <a:avLst/>
          </a:prstGeom>
        </p:spPr>
        <p:txBody>
          <a:bodyPr/>
          <a:lstStyle>
            <a:lvl1pPr marL="0" indent="0">
              <a:buNone/>
              <a:defRPr b="0" i="0">
                <a:latin typeface="72" panose="020B0503030000000003" pitchFamily="34" charset="0"/>
              </a:defRPr>
            </a:lvl1pPr>
          </a:lstStyle>
          <a:p>
            <a:r>
              <a:rPr lang="en-US"/>
              <a:t>Click icon to add picture</a:t>
            </a:r>
          </a:p>
        </p:txBody>
      </p:sp>
      <p:sp>
        <p:nvSpPr>
          <p:cNvPr id="6" name="Рисунок 6">
            <a:extLst>
              <a:ext uri="{FF2B5EF4-FFF2-40B4-BE49-F238E27FC236}">
                <a16:creationId xmlns:a16="http://schemas.microsoft.com/office/drawing/2014/main" id="{3847A68F-BC2C-EE2C-2AB3-3578FE92FD02}"/>
              </a:ext>
            </a:extLst>
          </p:cNvPr>
          <p:cNvSpPr>
            <a:spLocks noGrp="1"/>
          </p:cNvSpPr>
          <p:nvPr>
            <p:ph type="pic" sz="quarter" idx="14"/>
          </p:nvPr>
        </p:nvSpPr>
        <p:spPr>
          <a:xfrm>
            <a:off x="2389654" y="4387241"/>
            <a:ext cx="1772177" cy="1611070"/>
          </a:xfrm>
          <a:prstGeom prst="rect">
            <a:avLst/>
          </a:prstGeom>
        </p:spPr>
        <p:txBody>
          <a:bodyPr/>
          <a:lstStyle>
            <a:lvl1pPr marL="0" indent="0">
              <a:buNone/>
              <a:defRPr b="0" i="0">
                <a:latin typeface="72" panose="020B0503030000000003" pitchFamily="34" charset="0"/>
              </a:defRPr>
            </a:lvl1pPr>
          </a:lstStyle>
          <a:p>
            <a:r>
              <a:rPr lang="en-US"/>
              <a:t>Click icon to add picture</a:t>
            </a:r>
          </a:p>
        </p:txBody>
      </p:sp>
      <p:sp>
        <p:nvSpPr>
          <p:cNvPr id="7" name="Рисунок 7">
            <a:extLst>
              <a:ext uri="{FF2B5EF4-FFF2-40B4-BE49-F238E27FC236}">
                <a16:creationId xmlns:a16="http://schemas.microsoft.com/office/drawing/2014/main" id="{911C1943-A027-B244-CBBF-0B887DB63452}"/>
              </a:ext>
            </a:extLst>
          </p:cNvPr>
          <p:cNvSpPr>
            <a:spLocks noGrp="1"/>
          </p:cNvSpPr>
          <p:nvPr>
            <p:ph type="pic" sz="quarter" idx="12"/>
          </p:nvPr>
        </p:nvSpPr>
        <p:spPr>
          <a:xfrm>
            <a:off x="425917" y="2572388"/>
            <a:ext cx="1772177" cy="1611070"/>
          </a:xfrm>
          <a:prstGeom prst="rect">
            <a:avLst/>
          </a:prstGeom>
        </p:spPr>
        <p:txBody>
          <a:bodyPr/>
          <a:lstStyle>
            <a:lvl1pPr marL="0" indent="0">
              <a:buNone/>
              <a:defRPr b="0" i="0">
                <a:latin typeface="72" panose="020B0503030000000003" pitchFamily="34" charset="0"/>
              </a:defRPr>
            </a:lvl1pPr>
          </a:lstStyle>
          <a:p>
            <a:r>
              <a:rPr lang="en-US"/>
              <a:t>Click icon to add picture</a:t>
            </a:r>
          </a:p>
        </p:txBody>
      </p:sp>
      <p:sp>
        <p:nvSpPr>
          <p:cNvPr id="8" name="Text Placeholder 10">
            <a:extLst>
              <a:ext uri="{FF2B5EF4-FFF2-40B4-BE49-F238E27FC236}">
                <a16:creationId xmlns:a16="http://schemas.microsoft.com/office/drawing/2014/main" id="{462FBABA-7C16-8F58-F781-0F992C2ACC0A}"/>
              </a:ext>
            </a:extLst>
          </p:cNvPr>
          <p:cNvSpPr>
            <a:spLocks noGrp="1"/>
          </p:cNvSpPr>
          <p:nvPr>
            <p:ph type="body" sz="quarter" idx="16" hasCustomPrompt="1"/>
          </p:nvPr>
        </p:nvSpPr>
        <p:spPr>
          <a:xfrm>
            <a:off x="6714424" y="715418"/>
            <a:ext cx="4169475" cy="811608"/>
          </a:xfrm>
          <a:prstGeom prst="rect">
            <a:avLst/>
          </a:prstGeom>
        </p:spPr>
        <p:txBody>
          <a:bodyPr anchor="b"/>
          <a:lstStyle>
            <a:lvl1pPr marL="0" indent="0">
              <a:buNone/>
              <a:defRPr lang="en-US" sz="6000" b="1" i="0" kern="1200" dirty="0">
                <a:solidFill>
                  <a:srgbClr val="00144A"/>
                </a:solidFill>
                <a:latin typeface="72" panose="020B0503030000000003" pitchFamily="34" charset="0"/>
                <a:ea typeface="+mn-ea"/>
                <a:cs typeface="72" panose="020B0503030000000003" pitchFamily="34" charset="0"/>
              </a:defRPr>
            </a:lvl1pPr>
            <a:lvl2pPr marL="228600" indent="0">
              <a:buNone/>
              <a:defRPr sz="6000">
                <a:solidFill>
                  <a:srgbClr val="77BD24"/>
                </a:solidFill>
              </a:defRPr>
            </a:lvl2pPr>
            <a:lvl3pPr marL="457200" indent="0">
              <a:buNone/>
              <a:defRPr sz="6000">
                <a:solidFill>
                  <a:srgbClr val="77BD24"/>
                </a:solidFill>
              </a:defRPr>
            </a:lvl3pPr>
            <a:lvl4pPr marL="685800" indent="0">
              <a:buNone/>
              <a:defRPr sz="6000">
                <a:solidFill>
                  <a:srgbClr val="77BD24"/>
                </a:solidFill>
              </a:defRPr>
            </a:lvl4pPr>
            <a:lvl5pPr marL="914400" indent="0">
              <a:buNone/>
              <a:defRPr sz="6000">
                <a:solidFill>
                  <a:srgbClr val="77BD24"/>
                </a:solidFill>
              </a:defRPr>
            </a:lvl5pPr>
          </a:lstStyle>
          <a:p>
            <a:pPr marL="0" lvl="0" indent="0" algn="l" defTabSz="457200" rtl="0" eaLnBrk="1" latinLnBrk="0" hangingPunct="1">
              <a:lnSpc>
                <a:spcPts val="2600"/>
              </a:lnSpc>
              <a:spcBef>
                <a:spcPts val="600"/>
              </a:spcBef>
              <a:spcAft>
                <a:spcPts val="600"/>
              </a:spcAft>
              <a:buFont typeface="Arial" panose="020B0604020202020204" pitchFamily="34" charset="0"/>
              <a:buNone/>
            </a:pPr>
            <a:r>
              <a:rPr lang="en-GB"/>
              <a:t>Agenda</a:t>
            </a:r>
            <a:endParaRPr lang="en-US"/>
          </a:p>
        </p:txBody>
      </p:sp>
      <p:cxnSp>
        <p:nvCxnSpPr>
          <p:cNvPr id="9" name="Straight Connector 8">
            <a:extLst>
              <a:ext uri="{FF2B5EF4-FFF2-40B4-BE49-F238E27FC236}">
                <a16:creationId xmlns:a16="http://schemas.microsoft.com/office/drawing/2014/main" id="{DF5FC9F9-7E6E-0EE1-8EFC-7B8928844E6F}"/>
              </a:ext>
            </a:extLst>
          </p:cNvPr>
          <p:cNvCxnSpPr>
            <a:cxnSpLocks/>
          </p:cNvCxnSpPr>
          <p:nvPr userDrawn="1"/>
        </p:nvCxnSpPr>
        <p:spPr>
          <a:xfrm>
            <a:off x="6817360" y="442913"/>
            <a:ext cx="543560" cy="9674"/>
          </a:xfrm>
          <a:prstGeom prst="line">
            <a:avLst/>
          </a:prstGeom>
          <a:ln w="76200">
            <a:solidFill>
              <a:srgbClr val="002A86"/>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CA43E3A5-34FD-AD46-EB02-2B6037F0FFDC}"/>
              </a:ext>
            </a:extLst>
          </p:cNvPr>
          <p:cNvSpPr>
            <a:spLocks noGrp="1"/>
          </p:cNvSpPr>
          <p:nvPr>
            <p:ph type="body" sz="quarter" idx="17" hasCustomPrompt="1"/>
          </p:nvPr>
        </p:nvSpPr>
        <p:spPr>
          <a:xfrm>
            <a:off x="6714424" y="1837631"/>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01</a:t>
            </a:r>
          </a:p>
        </p:txBody>
      </p:sp>
      <p:sp>
        <p:nvSpPr>
          <p:cNvPr id="11" name="Text Placeholder 15">
            <a:extLst>
              <a:ext uri="{FF2B5EF4-FFF2-40B4-BE49-F238E27FC236}">
                <a16:creationId xmlns:a16="http://schemas.microsoft.com/office/drawing/2014/main" id="{5184F479-CF85-76FD-B587-4128F552111C}"/>
              </a:ext>
            </a:extLst>
          </p:cNvPr>
          <p:cNvSpPr>
            <a:spLocks noGrp="1"/>
          </p:cNvSpPr>
          <p:nvPr>
            <p:ph type="body" sz="quarter" idx="18"/>
          </p:nvPr>
        </p:nvSpPr>
        <p:spPr>
          <a:xfrm>
            <a:off x="7325294" y="1837631"/>
            <a:ext cx="4458716"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12" name="Text Placeholder 15">
            <a:extLst>
              <a:ext uri="{FF2B5EF4-FFF2-40B4-BE49-F238E27FC236}">
                <a16:creationId xmlns:a16="http://schemas.microsoft.com/office/drawing/2014/main" id="{4B700E5A-D8DE-EC71-C245-DDC6F608DEB8}"/>
              </a:ext>
            </a:extLst>
          </p:cNvPr>
          <p:cNvSpPr>
            <a:spLocks noGrp="1"/>
          </p:cNvSpPr>
          <p:nvPr>
            <p:ph type="body" sz="quarter" idx="19" hasCustomPrompt="1"/>
          </p:nvPr>
        </p:nvSpPr>
        <p:spPr>
          <a:xfrm>
            <a:off x="6714425" y="2417068"/>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02</a:t>
            </a:r>
          </a:p>
        </p:txBody>
      </p:sp>
      <p:sp>
        <p:nvSpPr>
          <p:cNvPr id="13" name="Text Placeholder 15">
            <a:extLst>
              <a:ext uri="{FF2B5EF4-FFF2-40B4-BE49-F238E27FC236}">
                <a16:creationId xmlns:a16="http://schemas.microsoft.com/office/drawing/2014/main" id="{83651776-9BEF-C123-CB8B-ECFCBF60C647}"/>
              </a:ext>
            </a:extLst>
          </p:cNvPr>
          <p:cNvSpPr>
            <a:spLocks noGrp="1"/>
          </p:cNvSpPr>
          <p:nvPr>
            <p:ph type="body" sz="quarter" idx="20"/>
          </p:nvPr>
        </p:nvSpPr>
        <p:spPr>
          <a:xfrm>
            <a:off x="7325295" y="2417068"/>
            <a:ext cx="4458716"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14" name="Text Placeholder 15">
            <a:extLst>
              <a:ext uri="{FF2B5EF4-FFF2-40B4-BE49-F238E27FC236}">
                <a16:creationId xmlns:a16="http://schemas.microsoft.com/office/drawing/2014/main" id="{B3722E5C-788A-BCA0-B593-611EB17D05D9}"/>
              </a:ext>
            </a:extLst>
          </p:cNvPr>
          <p:cNvSpPr>
            <a:spLocks noGrp="1"/>
          </p:cNvSpPr>
          <p:nvPr>
            <p:ph type="body" sz="quarter" idx="21" hasCustomPrompt="1"/>
          </p:nvPr>
        </p:nvSpPr>
        <p:spPr>
          <a:xfrm>
            <a:off x="6714426" y="2996505"/>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03</a:t>
            </a:r>
          </a:p>
        </p:txBody>
      </p:sp>
      <p:sp>
        <p:nvSpPr>
          <p:cNvPr id="15" name="Text Placeholder 15">
            <a:extLst>
              <a:ext uri="{FF2B5EF4-FFF2-40B4-BE49-F238E27FC236}">
                <a16:creationId xmlns:a16="http://schemas.microsoft.com/office/drawing/2014/main" id="{F0CB299F-2B11-35F4-D3A5-592597CDEEBA}"/>
              </a:ext>
            </a:extLst>
          </p:cNvPr>
          <p:cNvSpPr>
            <a:spLocks noGrp="1"/>
          </p:cNvSpPr>
          <p:nvPr>
            <p:ph type="body" sz="quarter" idx="22"/>
          </p:nvPr>
        </p:nvSpPr>
        <p:spPr>
          <a:xfrm>
            <a:off x="7325296" y="2996505"/>
            <a:ext cx="4458716"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16" name="Text Placeholder 15">
            <a:extLst>
              <a:ext uri="{FF2B5EF4-FFF2-40B4-BE49-F238E27FC236}">
                <a16:creationId xmlns:a16="http://schemas.microsoft.com/office/drawing/2014/main" id="{95383F05-6A2D-90E9-C9C3-9E84C1B8AB77}"/>
              </a:ext>
            </a:extLst>
          </p:cNvPr>
          <p:cNvSpPr>
            <a:spLocks noGrp="1"/>
          </p:cNvSpPr>
          <p:nvPr>
            <p:ph type="body" sz="quarter" idx="23" hasCustomPrompt="1"/>
          </p:nvPr>
        </p:nvSpPr>
        <p:spPr>
          <a:xfrm>
            <a:off x="6714427" y="3575942"/>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04</a:t>
            </a:r>
          </a:p>
        </p:txBody>
      </p:sp>
      <p:sp>
        <p:nvSpPr>
          <p:cNvPr id="17" name="Text Placeholder 15">
            <a:extLst>
              <a:ext uri="{FF2B5EF4-FFF2-40B4-BE49-F238E27FC236}">
                <a16:creationId xmlns:a16="http://schemas.microsoft.com/office/drawing/2014/main" id="{D160FABB-503A-7E74-B6D4-F3E4D4281EC8}"/>
              </a:ext>
            </a:extLst>
          </p:cNvPr>
          <p:cNvSpPr>
            <a:spLocks noGrp="1"/>
          </p:cNvSpPr>
          <p:nvPr>
            <p:ph type="body" sz="quarter" idx="24"/>
          </p:nvPr>
        </p:nvSpPr>
        <p:spPr>
          <a:xfrm>
            <a:off x="7325297" y="3575942"/>
            <a:ext cx="4458716"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18" name="Text Placeholder 15">
            <a:extLst>
              <a:ext uri="{FF2B5EF4-FFF2-40B4-BE49-F238E27FC236}">
                <a16:creationId xmlns:a16="http://schemas.microsoft.com/office/drawing/2014/main" id="{7A109FCE-168A-8D9D-5267-01FCCA6BE983}"/>
              </a:ext>
            </a:extLst>
          </p:cNvPr>
          <p:cNvSpPr>
            <a:spLocks noGrp="1"/>
          </p:cNvSpPr>
          <p:nvPr>
            <p:ph type="body" sz="quarter" idx="25" hasCustomPrompt="1"/>
          </p:nvPr>
        </p:nvSpPr>
        <p:spPr>
          <a:xfrm>
            <a:off x="6714428" y="4155379"/>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05</a:t>
            </a:r>
          </a:p>
        </p:txBody>
      </p:sp>
      <p:sp>
        <p:nvSpPr>
          <p:cNvPr id="19" name="Text Placeholder 15">
            <a:extLst>
              <a:ext uri="{FF2B5EF4-FFF2-40B4-BE49-F238E27FC236}">
                <a16:creationId xmlns:a16="http://schemas.microsoft.com/office/drawing/2014/main" id="{288813F7-E259-33BF-BF9B-E261CC241BE6}"/>
              </a:ext>
            </a:extLst>
          </p:cNvPr>
          <p:cNvSpPr>
            <a:spLocks noGrp="1"/>
          </p:cNvSpPr>
          <p:nvPr>
            <p:ph type="body" sz="quarter" idx="26"/>
          </p:nvPr>
        </p:nvSpPr>
        <p:spPr>
          <a:xfrm>
            <a:off x="7325298" y="4155379"/>
            <a:ext cx="4458716"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20" name="Text Placeholder 15">
            <a:extLst>
              <a:ext uri="{FF2B5EF4-FFF2-40B4-BE49-F238E27FC236}">
                <a16:creationId xmlns:a16="http://schemas.microsoft.com/office/drawing/2014/main" id="{9C0660FE-101C-00F3-AA3E-6F274DAC4C8B}"/>
              </a:ext>
            </a:extLst>
          </p:cNvPr>
          <p:cNvSpPr>
            <a:spLocks noGrp="1"/>
          </p:cNvSpPr>
          <p:nvPr>
            <p:ph type="body" sz="quarter" idx="27" hasCustomPrompt="1"/>
          </p:nvPr>
        </p:nvSpPr>
        <p:spPr>
          <a:xfrm>
            <a:off x="6714429" y="4734816"/>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06</a:t>
            </a:r>
          </a:p>
        </p:txBody>
      </p:sp>
      <p:sp>
        <p:nvSpPr>
          <p:cNvPr id="21" name="Text Placeholder 15">
            <a:extLst>
              <a:ext uri="{FF2B5EF4-FFF2-40B4-BE49-F238E27FC236}">
                <a16:creationId xmlns:a16="http://schemas.microsoft.com/office/drawing/2014/main" id="{A5771D86-1CDB-36A7-1299-90BE0A456EEB}"/>
              </a:ext>
            </a:extLst>
          </p:cNvPr>
          <p:cNvSpPr>
            <a:spLocks noGrp="1"/>
          </p:cNvSpPr>
          <p:nvPr>
            <p:ph type="body" sz="quarter" idx="28"/>
          </p:nvPr>
        </p:nvSpPr>
        <p:spPr>
          <a:xfrm>
            <a:off x="7325299" y="4734816"/>
            <a:ext cx="4458716"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717989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F773ED0-CC6B-BC10-0B33-A48B595671AF}"/>
              </a:ext>
            </a:extLst>
          </p:cNvPr>
          <p:cNvSpPr/>
          <p:nvPr userDrawn="1"/>
        </p:nvSpPr>
        <p:spPr>
          <a:xfrm>
            <a:off x="0" y="-24770"/>
            <a:ext cx="12192000" cy="2319101"/>
          </a:xfrm>
          <a:prstGeom prst="rect">
            <a:avLst/>
          </a:prstGeom>
          <a:gradFill flip="none" rotWithShape="1">
            <a:gsLst>
              <a:gs pos="0">
                <a:schemeClr val="tx1"/>
              </a:gs>
              <a:gs pos="47025">
                <a:schemeClr val="accent2"/>
              </a:gs>
              <a:gs pos="99000">
                <a:schemeClr val="accent3"/>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72" panose="020B0503030000000003" pitchFamily="34" charset="0"/>
            </a:endParaRPr>
          </a:p>
        </p:txBody>
      </p:sp>
      <p:sp>
        <p:nvSpPr>
          <p:cNvPr id="8" name="Text Placeholder 10">
            <a:extLst>
              <a:ext uri="{FF2B5EF4-FFF2-40B4-BE49-F238E27FC236}">
                <a16:creationId xmlns:a16="http://schemas.microsoft.com/office/drawing/2014/main" id="{24708D01-29B8-BBAB-2832-EA17D1E69FB4}"/>
              </a:ext>
            </a:extLst>
          </p:cNvPr>
          <p:cNvSpPr>
            <a:spLocks noGrp="1"/>
          </p:cNvSpPr>
          <p:nvPr>
            <p:ph type="body" sz="quarter" idx="13" hasCustomPrompt="1"/>
          </p:nvPr>
        </p:nvSpPr>
        <p:spPr>
          <a:xfrm>
            <a:off x="313624" y="1045210"/>
            <a:ext cx="4169475" cy="914400"/>
          </a:xfrm>
          <a:prstGeom prst="rect">
            <a:avLst/>
          </a:prstGeom>
        </p:spPr>
        <p:txBody>
          <a:bodyPr/>
          <a:lstStyle>
            <a:lvl1pPr marL="0" indent="0">
              <a:buNone/>
              <a:defRPr lang="en-US" sz="6000" b="1" i="0" kern="1200" dirty="0">
                <a:solidFill>
                  <a:schemeClr val="bg1"/>
                </a:solidFill>
                <a:latin typeface="72" panose="020B0503030000000003" pitchFamily="34" charset="0"/>
                <a:ea typeface="+mn-ea"/>
                <a:cs typeface="72" panose="020B0503030000000003" pitchFamily="34" charset="0"/>
              </a:defRPr>
            </a:lvl1pPr>
            <a:lvl2pPr marL="228600" indent="0">
              <a:buNone/>
              <a:defRPr sz="6000">
                <a:solidFill>
                  <a:srgbClr val="77BD24"/>
                </a:solidFill>
              </a:defRPr>
            </a:lvl2pPr>
            <a:lvl3pPr marL="457200" indent="0">
              <a:buNone/>
              <a:defRPr sz="6000">
                <a:solidFill>
                  <a:srgbClr val="77BD24"/>
                </a:solidFill>
              </a:defRPr>
            </a:lvl3pPr>
            <a:lvl4pPr marL="685800" indent="0">
              <a:buNone/>
              <a:defRPr sz="6000">
                <a:solidFill>
                  <a:srgbClr val="77BD24"/>
                </a:solidFill>
              </a:defRPr>
            </a:lvl4pPr>
            <a:lvl5pPr marL="914400" indent="0">
              <a:buNone/>
              <a:defRPr sz="6000">
                <a:solidFill>
                  <a:srgbClr val="77BD24"/>
                </a:solidFill>
              </a:defRPr>
            </a:lvl5pPr>
          </a:lstStyle>
          <a:p>
            <a:pPr marL="0" lvl="0" indent="0" algn="l" defTabSz="457200" rtl="0" eaLnBrk="1" latinLnBrk="0" hangingPunct="1">
              <a:lnSpc>
                <a:spcPts val="2600"/>
              </a:lnSpc>
              <a:spcBef>
                <a:spcPts val="600"/>
              </a:spcBef>
              <a:spcAft>
                <a:spcPts val="600"/>
              </a:spcAft>
              <a:buFont typeface="Arial" panose="020B0604020202020204" pitchFamily="34" charset="0"/>
              <a:buNone/>
            </a:pPr>
            <a:r>
              <a:rPr lang="en-GB"/>
              <a:t>Agenda</a:t>
            </a:r>
            <a:endParaRPr lang="en-US"/>
          </a:p>
        </p:txBody>
      </p:sp>
      <p:cxnSp>
        <p:nvCxnSpPr>
          <p:cNvPr id="9" name="Straight Connector 8">
            <a:extLst>
              <a:ext uri="{FF2B5EF4-FFF2-40B4-BE49-F238E27FC236}">
                <a16:creationId xmlns:a16="http://schemas.microsoft.com/office/drawing/2014/main" id="{F0F1F76A-9029-6A2F-F4CC-3190B2DD31E6}"/>
              </a:ext>
            </a:extLst>
          </p:cNvPr>
          <p:cNvCxnSpPr>
            <a:cxnSpLocks/>
          </p:cNvCxnSpPr>
          <p:nvPr userDrawn="1"/>
        </p:nvCxnSpPr>
        <p:spPr>
          <a:xfrm>
            <a:off x="416560" y="441176"/>
            <a:ext cx="543560" cy="9674"/>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66D77322-0500-A0D4-BBE6-1D79BB2A7D92}"/>
              </a:ext>
            </a:extLst>
          </p:cNvPr>
          <p:cNvSpPr>
            <a:spLocks noGrp="1"/>
          </p:cNvSpPr>
          <p:nvPr>
            <p:ph type="body" sz="quarter" idx="15" hasCustomPrompt="1"/>
          </p:nvPr>
        </p:nvSpPr>
        <p:spPr>
          <a:xfrm>
            <a:off x="309730" y="2401913"/>
            <a:ext cx="2331720" cy="325755"/>
          </a:xfrm>
          <a:prstGeom prst="rect">
            <a:avLst/>
          </a:prstGeom>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20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Topic</a:t>
            </a:r>
          </a:p>
        </p:txBody>
      </p:sp>
      <p:sp>
        <p:nvSpPr>
          <p:cNvPr id="12" name="Text Placeholder 15">
            <a:extLst>
              <a:ext uri="{FF2B5EF4-FFF2-40B4-BE49-F238E27FC236}">
                <a16:creationId xmlns:a16="http://schemas.microsoft.com/office/drawing/2014/main" id="{8DD8F729-5368-7A84-66F9-17ED2176829E}"/>
              </a:ext>
            </a:extLst>
          </p:cNvPr>
          <p:cNvSpPr>
            <a:spLocks noGrp="1"/>
          </p:cNvSpPr>
          <p:nvPr>
            <p:ph type="body" sz="quarter" idx="16"/>
          </p:nvPr>
        </p:nvSpPr>
        <p:spPr>
          <a:xfrm>
            <a:off x="309730" y="2841189"/>
            <a:ext cx="2331720" cy="573639"/>
          </a:xfrm>
          <a:prstGeom prst="rect">
            <a:avLst/>
          </a:prstGeom>
        </p:spPr>
        <p:txBody>
          <a:bodyP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400" b="0" i="0">
                <a:solidFill>
                  <a:schemeClr val="tx1"/>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14" name="Text Placeholder 15">
            <a:extLst>
              <a:ext uri="{FF2B5EF4-FFF2-40B4-BE49-F238E27FC236}">
                <a16:creationId xmlns:a16="http://schemas.microsoft.com/office/drawing/2014/main" id="{146CD95C-EB33-D169-6D8F-5E97E5200760}"/>
              </a:ext>
            </a:extLst>
          </p:cNvPr>
          <p:cNvSpPr>
            <a:spLocks noGrp="1"/>
          </p:cNvSpPr>
          <p:nvPr>
            <p:ph type="body" sz="quarter" idx="18" hasCustomPrompt="1"/>
          </p:nvPr>
        </p:nvSpPr>
        <p:spPr>
          <a:xfrm>
            <a:off x="3356450" y="2401913"/>
            <a:ext cx="2331720" cy="325755"/>
          </a:xfrm>
          <a:prstGeom prst="rect">
            <a:avLst/>
          </a:prstGeom>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lang="en-GB" sz="2000" b="0" i="0" kern="1200" dirty="0">
                <a:solidFill>
                  <a:srgbClr val="00144A"/>
                </a:solidFill>
                <a:latin typeface="72" panose="020B0503030000000003" pitchFamily="34" charset="0"/>
                <a:ea typeface="+mn-ea"/>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pPr>
            <a:r>
              <a:rPr lang="en-GB"/>
              <a:t>Topic</a:t>
            </a:r>
          </a:p>
        </p:txBody>
      </p:sp>
      <p:sp>
        <p:nvSpPr>
          <p:cNvPr id="15" name="Text Placeholder 15">
            <a:extLst>
              <a:ext uri="{FF2B5EF4-FFF2-40B4-BE49-F238E27FC236}">
                <a16:creationId xmlns:a16="http://schemas.microsoft.com/office/drawing/2014/main" id="{3DEBB3E9-0EDE-FF04-5803-B855C581DBCD}"/>
              </a:ext>
            </a:extLst>
          </p:cNvPr>
          <p:cNvSpPr>
            <a:spLocks noGrp="1"/>
          </p:cNvSpPr>
          <p:nvPr>
            <p:ph type="body" sz="quarter" idx="19"/>
          </p:nvPr>
        </p:nvSpPr>
        <p:spPr>
          <a:xfrm>
            <a:off x="3356450" y="2841189"/>
            <a:ext cx="2331720" cy="573639"/>
          </a:xfrm>
          <a:prstGeom prst="rect">
            <a:avLst/>
          </a:prstGeom>
        </p:spPr>
        <p:txBody>
          <a:bodyP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400" b="0" i="0">
                <a:solidFill>
                  <a:schemeClr val="tx1"/>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17" name="Text Placeholder 15">
            <a:extLst>
              <a:ext uri="{FF2B5EF4-FFF2-40B4-BE49-F238E27FC236}">
                <a16:creationId xmlns:a16="http://schemas.microsoft.com/office/drawing/2014/main" id="{CD793122-7931-9A74-DD24-0D3A06A02D6D}"/>
              </a:ext>
            </a:extLst>
          </p:cNvPr>
          <p:cNvSpPr>
            <a:spLocks noGrp="1"/>
          </p:cNvSpPr>
          <p:nvPr>
            <p:ph type="body" sz="quarter" idx="21" hasCustomPrompt="1"/>
          </p:nvPr>
        </p:nvSpPr>
        <p:spPr>
          <a:xfrm>
            <a:off x="6429104" y="2401913"/>
            <a:ext cx="2331720" cy="325755"/>
          </a:xfrm>
          <a:prstGeom prst="rect">
            <a:avLst/>
          </a:prstGeom>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lang="en-GB" sz="2000" b="0" i="0" kern="1200" dirty="0">
                <a:solidFill>
                  <a:srgbClr val="00144A"/>
                </a:solidFill>
                <a:latin typeface="72" panose="020B0503030000000003" pitchFamily="34" charset="0"/>
                <a:ea typeface="+mn-ea"/>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pPr>
            <a:r>
              <a:rPr lang="en-GB"/>
              <a:t>Topic</a:t>
            </a:r>
          </a:p>
        </p:txBody>
      </p:sp>
      <p:sp>
        <p:nvSpPr>
          <p:cNvPr id="18" name="Text Placeholder 15">
            <a:extLst>
              <a:ext uri="{FF2B5EF4-FFF2-40B4-BE49-F238E27FC236}">
                <a16:creationId xmlns:a16="http://schemas.microsoft.com/office/drawing/2014/main" id="{A26BC53D-D0B5-D131-7EDF-C6F220EAF679}"/>
              </a:ext>
            </a:extLst>
          </p:cNvPr>
          <p:cNvSpPr>
            <a:spLocks noGrp="1"/>
          </p:cNvSpPr>
          <p:nvPr>
            <p:ph type="body" sz="quarter" idx="22"/>
          </p:nvPr>
        </p:nvSpPr>
        <p:spPr>
          <a:xfrm>
            <a:off x="6403170" y="2841189"/>
            <a:ext cx="2331720" cy="573639"/>
          </a:xfrm>
          <a:prstGeom prst="rect">
            <a:avLst/>
          </a:prstGeom>
        </p:spPr>
        <p:txBody>
          <a:bodyP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400" b="0" i="0">
                <a:solidFill>
                  <a:schemeClr val="tx1"/>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20" name="Text Placeholder 15">
            <a:extLst>
              <a:ext uri="{FF2B5EF4-FFF2-40B4-BE49-F238E27FC236}">
                <a16:creationId xmlns:a16="http://schemas.microsoft.com/office/drawing/2014/main" id="{B1595EDA-9625-694A-0635-0A98A149BB14}"/>
              </a:ext>
            </a:extLst>
          </p:cNvPr>
          <p:cNvSpPr>
            <a:spLocks noGrp="1"/>
          </p:cNvSpPr>
          <p:nvPr>
            <p:ph type="body" sz="quarter" idx="24" hasCustomPrompt="1"/>
          </p:nvPr>
        </p:nvSpPr>
        <p:spPr>
          <a:xfrm>
            <a:off x="9449890" y="2401913"/>
            <a:ext cx="2331720" cy="325755"/>
          </a:xfrm>
          <a:prstGeom prst="rect">
            <a:avLst/>
          </a:prstGeom>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lang="en-GB" sz="2000" b="0" i="0" kern="1200" dirty="0">
                <a:solidFill>
                  <a:srgbClr val="00144A"/>
                </a:solidFill>
                <a:latin typeface="72" panose="020B0503030000000003" pitchFamily="34" charset="0"/>
                <a:ea typeface="+mn-ea"/>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pPr>
            <a:r>
              <a:rPr lang="en-GB"/>
              <a:t>Topic</a:t>
            </a:r>
          </a:p>
        </p:txBody>
      </p:sp>
      <p:sp>
        <p:nvSpPr>
          <p:cNvPr id="21" name="Text Placeholder 15">
            <a:extLst>
              <a:ext uri="{FF2B5EF4-FFF2-40B4-BE49-F238E27FC236}">
                <a16:creationId xmlns:a16="http://schemas.microsoft.com/office/drawing/2014/main" id="{D64F014E-ACD2-90E4-E241-B10E6FB2B7E7}"/>
              </a:ext>
            </a:extLst>
          </p:cNvPr>
          <p:cNvSpPr>
            <a:spLocks noGrp="1"/>
          </p:cNvSpPr>
          <p:nvPr>
            <p:ph type="body" sz="quarter" idx="25"/>
          </p:nvPr>
        </p:nvSpPr>
        <p:spPr>
          <a:xfrm>
            <a:off x="9449890" y="2841189"/>
            <a:ext cx="2331720" cy="573639"/>
          </a:xfrm>
          <a:prstGeom prst="rect">
            <a:avLst/>
          </a:prstGeom>
        </p:spPr>
        <p:txBody>
          <a:bodyP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400" b="0" i="0">
                <a:solidFill>
                  <a:schemeClr val="tx1"/>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grpSp>
        <p:nvGrpSpPr>
          <p:cNvPr id="31" name="Group 30">
            <a:extLst>
              <a:ext uri="{FF2B5EF4-FFF2-40B4-BE49-F238E27FC236}">
                <a16:creationId xmlns:a16="http://schemas.microsoft.com/office/drawing/2014/main" id="{6C7459C4-1D4D-EEA3-A8D8-05387FFF0B4E}"/>
              </a:ext>
            </a:extLst>
          </p:cNvPr>
          <p:cNvGrpSpPr/>
          <p:nvPr userDrawn="1"/>
        </p:nvGrpSpPr>
        <p:grpSpPr>
          <a:xfrm>
            <a:off x="2998950" y="2322472"/>
            <a:ext cx="6093440" cy="3490318"/>
            <a:chOff x="2998950" y="2322472"/>
            <a:chExt cx="6093440" cy="2203155"/>
          </a:xfrm>
        </p:grpSpPr>
        <p:cxnSp>
          <p:nvCxnSpPr>
            <p:cNvPr id="24" name="Straight Connector 23">
              <a:extLst>
                <a:ext uri="{FF2B5EF4-FFF2-40B4-BE49-F238E27FC236}">
                  <a16:creationId xmlns:a16="http://schemas.microsoft.com/office/drawing/2014/main" id="{ADE3D264-0374-45C8-8670-795E75885162}"/>
                </a:ext>
              </a:extLst>
            </p:cNvPr>
            <p:cNvCxnSpPr>
              <a:cxnSpLocks/>
            </p:cNvCxnSpPr>
            <p:nvPr userDrawn="1"/>
          </p:nvCxnSpPr>
          <p:spPr>
            <a:xfrm>
              <a:off x="2998950" y="2322472"/>
              <a:ext cx="0" cy="2203155"/>
            </a:xfrm>
            <a:prstGeom prst="line">
              <a:avLst/>
            </a:prstGeom>
            <a:ln w="12700">
              <a:solidFill>
                <a:srgbClr val="458BA7"/>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93ED87F-9552-9958-27FB-468B4E4AF993}"/>
                </a:ext>
              </a:extLst>
            </p:cNvPr>
            <p:cNvCxnSpPr>
              <a:cxnSpLocks/>
            </p:cNvCxnSpPr>
            <p:nvPr userDrawn="1"/>
          </p:nvCxnSpPr>
          <p:spPr>
            <a:xfrm>
              <a:off x="6045670" y="2322472"/>
              <a:ext cx="0" cy="2203155"/>
            </a:xfrm>
            <a:prstGeom prst="line">
              <a:avLst/>
            </a:prstGeom>
            <a:ln w="12700">
              <a:solidFill>
                <a:srgbClr val="458BA7"/>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6574783-915B-CA0F-CE12-1545E198EA9C}"/>
                </a:ext>
              </a:extLst>
            </p:cNvPr>
            <p:cNvCxnSpPr>
              <a:cxnSpLocks/>
            </p:cNvCxnSpPr>
            <p:nvPr userDrawn="1"/>
          </p:nvCxnSpPr>
          <p:spPr>
            <a:xfrm>
              <a:off x="9092390" y="2322472"/>
              <a:ext cx="0" cy="2203155"/>
            </a:xfrm>
            <a:prstGeom prst="line">
              <a:avLst/>
            </a:prstGeom>
            <a:ln w="12700">
              <a:solidFill>
                <a:srgbClr val="458BA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0857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2" descr="A group of people skiing on a snowy mountain&#10;&#10;Description automatically generated">
            <a:extLst>
              <a:ext uri="{FF2B5EF4-FFF2-40B4-BE49-F238E27FC236}">
                <a16:creationId xmlns:a16="http://schemas.microsoft.com/office/drawing/2014/main" id="{D4CC47CA-A90E-A894-6BC8-D2E6CAE62C1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7987" y="2060491"/>
            <a:ext cx="5341482" cy="3573044"/>
          </a:xfrm>
          <a:prstGeom prst="rect">
            <a:avLst/>
          </a:prstGeom>
        </p:spPr>
      </p:pic>
      <p:sp>
        <p:nvSpPr>
          <p:cNvPr id="17" name="Freeform 16">
            <a:extLst>
              <a:ext uri="{FF2B5EF4-FFF2-40B4-BE49-F238E27FC236}">
                <a16:creationId xmlns:a16="http://schemas.microsoft.com/office/drawing/2014/main" id="{470323C0-7B91-E16C-35E4-6FCFF7163EC8}"/>
              </a:ext>
            </a:extLst>
          </p:cNvPr>
          <p:cNvSpPr/>
          <p:nvPr userDrawn="1"/>
        </p:nvSpPr>
        <p:spPr>
          <a:xfrm>
            <a:off x="0" y="1213402"/>
            <a:ext cx="5976730" cy="4969565"/>
          </a:xfrm>
          <a:custGeom>
            <a:avLst/>
            <a:gdLst>
              <a:gd name="connsiteX0" fmla="*/ 407988 w 5976730"/>
              <a:gd name="connsiteY0" fmla="*/ 1247321 h 4969565"/>
              <a:gd name="connsiteX1" fmla="*/ 407988 w 5976730"/>
              <a:gd name="connsiteY1" fmla="*/ 3869905 h 4969565"/>
              <a:gd name="connsiteX2" fmla="*/ 3133373 w 5976730"/>
              <a:gd name="connsiteY2" fmla="*/ 3874198 h 4969565"/>
              <a:gd name="connsiteX3" fmla="*/ 5749465 w 5976730"/>
              <a:gd name="connsiteY3" fmla="*/ 1247321 h 4969565"/>
              <a:gd name="connsiteX4" fmla="*/ 0 w 5976730"/>
              <a:gd name="connsiteY4" fmla="*/ 0 h 4969565"/>
              <a:gd name="connsiteX5" fmla="*/ 5976730 w 5976730"/>
              <a:gd name="connsiteY5" fmla="*/ 0 h 4969565"/>
              <a:gd name="connsiteX6" fmla="*/ 5976730 w 5976730"/>
              <a:gd name="connsiteY6" fmla="*/ 4969565 h 4969565"/>
              <a:gd name="connsiteX7" fmla="*/ 0 w 5976730"/>
              <a:gd name="connsiteY7" fmla="*/ 4969565 h 496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76730" h="4969565">
                <a:moveTo>
                  <a:pt x="407988" y="1247321"/>
                </a:moveTo>
                <a:lnTo>
                  <a:pt x="407988" y="3869905"/>
                </a:lnTo>
                <a:lnTo>
                  <a:pt x="3133373" y="3874198"/>
                </a:lnTo>
                <a:lnTo>
                  <a:pt x="5749465" y="1247321"/>
                </a:lnTo>
                <a:close/>
                <a:moveTo>
                  <a:pt x="0" y="0"/>
                </a:moveTo>
                <a:lnTo>
                  <a:pt x="5976730" y="0"/>
                </a:lnTo>
                <a:lnTo>
                  <a:pt x="5976730" y="4969565"/>
                </a:lnTo>
                <a:lnTo>
                  <a:pt x="0" y="496956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3EFC6F91-9382-3F72-610C-F61B9A252928}"/>
              </a:ext>
            </a:extLst>
          </p:cNvPr>
          <p:cNvGrpSpPr/>
          <p:nvPr userDrawn="1"/>
        </p:nvGrpSpPr>
        <p:grpSpPr>
          <a:xfrm>
            <a:off x="0" y="5492730"/>
            <a:ext cx="2542888" cy="307477"/>
            <a:chOff x="0" y="5492730"/>
            <a:chExt cx="2542888" cy="307477"/>
          </a:xfrm>
        </p:grpSpPr>
        <p:grpSp>
          <p:nvGrpSpPr>
            <p:cNvPr id="19" name="Group 18">
              <a:extLst>
                <a:ext uri="{FF2B5EF4-FFF2-40B4-BE49-F238E27FC236}">
                  <a16:creationId xmlns:a16="http://schemas.microsoft.com/office/drawing/2014/main" id="{70C4D218-2179-A22D-D819-D386EFD0F50C}"/>
                </a:ext>
              </a:extLst>
            </p:cNvPr>
            <p:cNvGrpSpPr/>
            <p:nvPr/>
          </p:nvGrpSpPr>
          <p:grpSpPr>
            <a:xfrm>
              <a:off x="0" y="5492730"/>
              <a:ext cx="2542888" cy="109738"/>
              <a:chOff x="0" y="5492730"/>
              <a:chExt cx="2542888" cy="109738"/>
            </a:xfrm>
          </p:grpSpPr>
          <p:cxnSp>
            <p:nvCxnSpPr>
              <p:cNvPr id="23" name="Straight Connector 22">
                <a:extLst>
                  <a:ext uri="{FF2B5EF4-FFF2-40B4-BE49-F238E27FC236}">
                    <a16:creationId xmlns:a16="http://schemas.microsoft.com/office/drawing/2014/main" id="{D745A0C0-28B0-FA63-463B-BCEB264A583F}"/>
                  </a:ext>
                </a:extLst>
              </p:cNvPr>
              <p:cNvCxnSpPr>
                <a:cxnSpLocks/>
              </p:cNvCxnSpPr>
              <p:nvPr/>
            </p:nvCxnSpPr>
            <p:spPr>
              <a:xfrm>
                <a:off x="0" y="5547599"/>
                <a:ext cx="2488019"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A8C7DD18-AB0D-5CF9-EF50-31B505BC639D}"/>
                  </a:ext>
                </a:extLst>
              </p:cNvPr>
              <p:cNvSpPr/>
              <p:nvPr/>
            </p:nvSpPr>
            <p:spPr>
              <a:xfrm>
                <a:off x="2433150" y="5492730"/>
                <a:ext cx="109738" cy="10973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0" name="Group 19">
              <a:extLst>
                <a:ext uri="{FF2B5EF4-FFF2-40B4-BE49-F238E27FC236}">
                  <a16:creationId xmlns:a16="http://schemas.microsoft.com/office/drawing/2014/main" id="{C35FD983-F835-D409-E291-21F6D78D238C}"/>
                </a:ext>
              </a:extLst>
            </p:cNvPr>
            <p:cNvGrpSpPr/>
            <p:nvPr/>
          </p:nvGrpSpPr>
          <p:grpSpPr>
            <a:xfrm>
              <a:off x="0" y="5690469"/>
              <a:ext cx="1926199" cy="109738"/>
              <a:chOff x="0" y="5684119"/>
              <a:chExt cx="1926199" cy="109738"/>
            </a:xfrm>
          </p:grpSpPr>
          <p:cxnSp>
            <p:nvCxnSpPr>
              <p:cNvPr id="21" name="Straight Connector 20">
                <a:extLst>
                  <a:ext uri="{FF2B5EF4-FFF2-40B4-BE49-F238E27FC236}">
                    <a16:creationId xmlns:a16="http://schemas.microsoft.com/office/drawing/2014/main" id="{D74396B2-11C6-F184-000E-ACA17D923DC1}"/>
                  </a:ext>
                </a:extLst>
              </p:cNvPr>
              <p:cNvCxnSpPr>
                <a:cxnSpLocks/>
              </p:cNvCxnSpPr>
              <p:nvPr/>
            </p:nvCxnSpPr>
            <p:spPr>
              <a:xfrm>
                <a:off x="0" y="5738988"/>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6CB1888-6716-069D-59D1-0C5BCBD85CF2}"/>
                  </a:ext>
                </a:extLst>
              </p:cNvPr>
              <p:cNvSpPr/>
              <p:nvPr/>
            </p:nvSpPr>
            <p:spPr>
              <a:xfrm>
                <a:off x="1816461" y="5684119"/>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25" name="Group 24">
            <a:extLst>
              <a:ext uri="{FF2B5EF4-FFF2-40B4-BE49-F238E27FC236}">
                <a16:creationId xmlns:a16="http://schemas.microsoft.com/office/drawing/2014/main" id="{3575D40F-54B2-618E-6E3C-55D3E8D002AD}"/>
              </a:ext>
            </a:extLst>
          </p:cNvPr>
          <p:cNvGrpSpPr/>
          <p:nvPr userDrawn="1"/>
        </p:nvGrpSpPr>
        <p:grpSpPr>
          <a:xfrm>
            <a:off x="0" y="1693028"/>
            <a:ext cx="1926199" cy="312594"/>
            <a:chOff x="0" y="1693028"/>
            <a:chExt cx="1926199" cy="312594"/>
          </a:xfrm>
        </p:grpSpPr>
        <p:grpSp>
          <p:nvGrpSpPr>
            <p:cNvPr id="26" name="Group 25">
              <a:extLst>
                <a:ext uri="{FF2B5EF4-FFF2-40B4-BE49-F238E27FC236}">
                  <a16:creationId xmlns:a16="http://schemas.microsoft.com/office/drawing/2014/main" id="{650B08D9-1CCF-04B2-7463-F69E8FD0809D}"/>
                </a:ext>
              </a:extLst>
            </p:cNvPr>
            <p:cNvGrpSpPr/>
            <p:nvPr/>
          </p:nvGrpSpPr>
          <p:grpSpPr>
            <a:xfrm>
              <a:off x="0" y="1895884"/>
              <a:ext cx="990534" cy="109738"/>
              <a:chOff x="0" y="1916904"/>
              <a:chExt cx="990534" cy="109738"/>
            </a:xfrm>
          </p:grpSpPr>
          <p:cxnSp>
            <p:nvCxnSpPr>
              <p:cNvPr id="30" name="Straight Connector 29">
                <a:extLst>
                  <a:ext uri="{FF2B5EF4-FFF2-40B4-BE49-F238E27FC236}">
                    <a16:creationId xmlns:a16="http://schemas.microsoft.com/office/drawing/2014/main" id="{ABFB521F-E1E3-EF96-0775-92D3CE0B5A6F}"/>
                  </a:ext>
                </a:extLst>
              </p:cNvPr>
              <p:cNvCxnSpPr>
                <a:cxnSpLocks/>
              </p:cNvCxnSpPr>
              <p:nvPr/>
            </p:nvCxnSpPr>
            <p:spPr>
              <a:xfrm>
                <a:off x="0" y="1971773"/>
                <a:ext cx="935665"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8E94B1AD-6907-0774-B6B8-B5DFCA328086}"/>
                  </a:ext>
                </a:extLst>
              </p:cNvPr>
              <p:cNvSpPr/>
              <p:nvPr/>
            </p:nvSpPr>
            <p:spPr>
              <a:xfrm>
                <a:off x="880796" y="1916904"/>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7" name="Group 26">
              <a:extLst>
                <a:ext uri="{FF2B5EF4-FFF2-40B4-BE49-F238E27FC236}">
                  <a16:creationId xmlns:a16="http://schemas.microsoft.com/office/drawing/2014/main" id="{D33A6001-A5D3-D47C-E658-3B49ECE117CA}"/>
                </a:ext>
              </a:extLst>
            </p:cNvPr>
            <p:cNvGrpSpPr/>
            <p:nvPr/>
          </p:nvGrpSpPr>
          <p:grpSpPr>
            <a:xfrm>
              <a:off x="0" y="1693028"/>
              <a:ext cx="1926199" cy="109738"/>
              <a:chOff x="0" y="5684119"/>
              <a:chExt cx="1926199" cy="109738"/>
            </a:xfrm>
          </p:grpSpPr>
          <p:cxnSp>
            <p:nvCxnSpPr>
              <p:cNvPr id="28" name="Straight Connector 27">
                <a:extLst>
                  <a:ext uri="{FF2B5EF4-FFF2-40B4-BE49-F238E27FC236}">
                    <a16:creationId xmlns:a16="http://schemas.microsoft.com/office/drawing/2014/main" id="{E6DF85FF-53C1-D1C8-3865-FE77C0B02C72}"/>
                  </a:ext>
                </a:extLst>
              </p:cNvPr>
              <p:cNvCxnSpPr>
                <a:cxnSpLocks/>
              </p:cNvCxnSpPr>
              <p:nvPr/>
            </p:nvCxnSpPr>
            <p:spPr>
              <a:xfrm>
                <a:off x="0" y="5738988"/>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C9BB0DC0-C170-2D42-D1A2-9BD81E7BB4F4}"/>
                  </a:ext>
                </a:extLst>
              </p:cNvPr>
              <p:cNvSpPr/>
              <p:nvPr/>
            </p:nvSpPr>
            <p:spPr>
              <a:xfrm>
                <a:off x="1816461" y="5684119"/>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
        <p:nvSpPr>
          <p:cNvPr id="68" name="Title 67">
            <a:extLst>
              <a:ext uri="{FF2B5EF4-FFF2-40B4-BE49-F238E27FC236}">
                <a16:creationId xmlns:a16="http://schemas.microsoft.com/office/drawing/2014/main" id="{F969EA80-C9B7-8562-5F25-E93760867281}"/>
              </a:ext>
            </a:extLst>
          </p:cNvPr>
          <p:cNvSpPr>
            <a:spLocks noGrp="1"/>
          </p:cNvSpPr>
          <p:nvPr>
            <p:ph type="title" hasCustomPrompt="1"/>
          </p:nvPr>
        </p:nvSpPr>
        <p:spPr>
          <a:xfrm>
            <a:off x="6141550" y="1426718"/>
            <a:ext cx="5642463" cy="945142"/>
          </a:xfrm>
          <a:prstGeom prst="rect">
            <a:avLst/>
          </a:prstGeom>
        </p:spPr>
        <p:txBody>
          <a:bodyPr/>
          <a:lstStyle>
            <a:lvl1pPr marL="0" algn="l" defTabSz="914400" rtl="0" eaLnBrk="1" latinLnBrk="0" hangingPunct="1">
              <a:lnSpc>
                <a:spcPct val="90000"/>
              </a:lnSpc>
              <a:defRPr lang="en-US" sz="6000" b="1" kern="1200" dirty="0">
                <a:solidFill>
                  <a:srgbClr val="00144A"/>
                </a:solidFill>
                <a:latin typeface="72" panose="020B0503030000000003" pitchFamily="34" charset="0"/>
                <a:ea typeface="Roboto" panose="02000000000000000000" pitchFamily="2" charset="0"/>
                <a:cs typeface="72" panose="020B0503030000000003" pitchFamily="34" charset="0"/>
              </a:defRPr>
            </a:lvl1pPr>
          </a:lstStyle>
          <a:p>
            <a:pPr>
              <a:lnSpc>
                <a:spcPct val="90000"/>
              </a:lnSpc>
            </a:pPr>
            <a:r>
              <a:rPr lang="en-US" sz="6000" b="1">
                <a:solidFill>
                  <a:srgbClr val="00144A"/>
                </a:solidFill>
                <a:latin typeface="72" panose="020B0503030000000003" pitchFamily="34" charset="0"/>
                <a:ea typeface="Roboto" panose="02000000000000000000" pitchFamily="2" charset="0"/>
                <a:cs typeface="72" panose="020B0503030000000003" pitchFamily="34" charset="0"/>
              </a:rPr>
              <a:t>Agenda</a:t>
            </a:r>
          </a:p>
        </p:txBody>
      </p:sp>
      <p:sp>
        <p:nvSpPr>
          <p:cNvPr id="69" name="Text Placeholder 15">
            <a:extLst>
              <a:ext uri="{FF2B5EF4-FFF2-40B4-BE49-F238E27FC236}">
                <a16:creationId xmlns:a16="http://schemas.microsoft.com/office/drawing/2014/main" id="{EA3E3D78-C7F2-3CE4-5D72-561129F1F665}"/>
              </a:ext>
            </a:extLst>
          </p:cNvPr>
          <p:cNvSpPr>
            <a:spLocks noGrp="1"/>
          </p:cNvSpPr>
          <p:nvPr>
            <p:ph type="body" sz="quarter" idx="17" hasCustomPrompt="1"/>
          </p:nvPr>
        </p:nvSpPr>
        <p:spPr>
          <a:xfrm>
            <a:off x="6240463" y="2468319"/>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01</a:t>
            </a:r>
          </a:p>
        </p:txBody>
      </p:sp>
      <p:sp>
        <p:nvSpPr>
          <p:cNvPr id="70" name="Text Placeholder 15">
            <a:extLst>
              <a:ext uri="{FF2B5EF4-FFF2-40B4-BE49-F238E27FC236}">
                <a16:creationId xmlns:a16="http://schemas.microsoft.com/office/drawing/2014/main" id="{DB1A02B1-77A7-89A2-9E74-09808604D9B1}"/>
              </a:ext>
            </a:extLst>
          </p:cNvPr>
          <p:cNvSpPr>
            <a:spLocks noGrp="1"/>
          </p:cNvSpPr>
          <p:nvPr>
            <p:ph type="body" sz="quarter" idx="18"/>
          </p:nvPr>
        </p:nvSpPr>
        <p:spPr>
          <a:xfrm>
            <a:off x="6851333" y="2468319"/>
            <a:ext cx="4932678"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7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1" name="Text Placeholder 15">
            <a:extLst>
              <a:ext uri="{FF2B5EF4-FFF2-40B4-BE49-F238E27FC236}">
                <a16:creationId xmlns:a16="http://schemas.microsoft.com/office/drawing/2014/main" id="{E32AD1B5-A3F3-938F-CC4F-8674CAB213FA}"/>
              </a:ext>
            </a:extLst>
          </p:cNvPr>
          <p:cNvSpPr>
            <a:spLocks noGrp="1"/>
          </p:cNvSpPr>
          <p:nvPr>
            <p:ph type="body" sz="quarter" idx="19" hasCustomPrompt="1"/>
          </p:nvPr>
        </p:nvSpPr>
        <p:spPr>
          <a:xfrm>
            <a:off x="6240464" y="3047756"/>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02</a:t>
            </a:r>
          </a:p>
        </p:txBody>
      </p:sp>
      <p:sp>
        <p:nvSpPr>
          <p:cNvPr id="72" name="Text Placeholder 15">
            <a:extLst>
              <a:ext uri="{FF2B5EF4-FFF2-40B4-BE49-F238E27FC236}">
                <a16:creationId xmlns:a16="http://schemas.microsoft.com/office/drawing/2014/main" id="{E41448B3-295C-1924-88BF-E2F1828B24B6}"/>
              </a:ext>
            </a:extLst>
          </p:cNvPr>
          <p:cNvSpPr>
            <a:spLocks noGrp="1"/>
          </p:cNvSpPr>
          <p:nvPr>
            <p:ph type="body" sz="quarter" idx="20"/>
          </p:nvPr>
        </p:nvSpPr>
        <p:spPr>
          <a:xfrm>
            <a:off x="6851334" y="3047756"/>
            <a:ext cx="4932678"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7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3" name="Text Placeholder 15">
            <a:extLst>
              <a:ext uri="{FF2B5EF4-FFF2-40B4-BE49-F238E27FC236}">
                <a16:creationId xmlns:a16="http://schemas.microsoft.com/office/drawing/2014/main" id="{C5E0F049-8590-0329-B090-FBFCC48D6DC5}"/>
              </a:ext>
            </a:extLst>
          </p:cNvPr>
          <p:cNvSpPr>
            <a:spLocks noGrp="1"/>
          </p:cNvSpPr>
          <p:nvPr>
            <p:ph type="body" sz="quarter" idx="21" hasCustomPrompt="1"/>
          </p:nvPr>
        </p:nvSpPr>
        <p:spPr>
          <a:xfrm>
            <a:off x="6240465" y="3627193"/>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03</a:t>
            </a:r>
          </a:p>
        </p:txBody>
      </p:sp>
      <p:sp>
        <p:nvSpPr>
          <p:cNvPr id="74" name="Text Placeholder 15">
            <a:extLst>
              <a:ext uri="{FF2B5EF4-FFF2-40B4-BE49-F238E27FC236}">
                <a16:creationId xmlns:a16="http://schemas.microsoft.com/office/drawing/2014/main" id="{E594DD90-CD3C-1877-1A0F-1C70925E7F46}"/>
              </a:ext>
            </a:extLst>
          </p:cNvPr>
          <p:cNvSpPr>
            <a:spLocks noGrp="1"/>
          </p:cNvSpPr>
          <p:nvPr>
            <p:ph type="body" sz="quarter" idx="22"/>
          </p:nvPr>
        </p:nvSpPr>
        <p:spPr>
          <a:xfrm>
            <a:off x="6851335" y="3627193"/>
            <a:ext cx="4932678"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7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5" name="Text Placeholder 15">
            <a:extLst>
              <a:ext uri="{FF2B5EF4-FFF2-40B4-BE49-F238E27FC236}">
                <a16:creationId xmlns:a16="http://schemas.microsoft.com/office/drawing/2014/main" id="{8184A0BB-02F3-2213-9258-AED70F07637E}"/>
              </a:ext>
            </a:extLst>
          </p:cNvPr>
          <p:cNvSpPr>
            <a:spLocks noGrp="1"/>
          </p:cNvSpPr>
          <p:nvPr>
            <p:ph type="body" sz="quarter" idx="23" hasCustomPrompt="1"/>
          </p:nvPr>
        </p:nvSpPr>
        <p:spPr>
          <a:xfrm>
            <a:off x="6240466" y="4206630"/>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04</a:t>
            </a:r>
          </a:p>
        </p:txBody>
      </p:sp>
      <p:sp>
        <p:nvSpPr>
          <p:cNvPr id="76" name="Text Placeholder 15">
            <a:extLst>
              <a:ext uri="{FF2B5EF4-FFF2-40B4-BE49-F238E27FC236}">
                <a16:creationId xmlns:a16="http://schemas.microsoft.com/office/drawing/2014/main" id="{0534F0ED-11BE-36D4-8E7E-F75E90892C86}"/>
              </a:ext>
            </a:extLst>
          </p:cNvPr>
          <p:cNvSpPr>
            <a:spLocks noGrp="1"/>
          </p:cNvSpPr>
          <p:nvPr>
            <p:ph type="body" sz="quarter" idx="24"/>
          </p:nvPr>
        </p:nvSpPr>
        <p:spPr>
          <a:xfrm>
            <a:off x="6851336" y="4206630"/>
            <a:ext cx="4932678"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7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7" name="Text Placeholder 15">
            <a:extLst>
              <a:ext uri="{FF2B5EF4-FFF2-40B4-BE49-F238E27FC236}">
                <a16:creationId xmlns:a16="http://schemas.microsoft.com/office/drawing/2014/main" id="{7426CB6F-82D0-B935-E8FD-F0C3C15425C4}"/>
              </a:ext>
            </a:extLst>
          </p:cNvPr>
          <p:cNvSpPr>
            <a:spLocks noGrp="1"/>
          </p:cNvSpPr>
          <p:nvPr>
            <p:ph type="body" sz="quarter" idx="25" hasCustomPrompt="1"/>
          </p:nvPr>
        </p:nvSpPr>
        <p:spPr>
          <a:xfrm>
            <a:off x="6240467" y="4786067"/>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05</a:t>
            </a:r>
          </a:p>
        </p:txBody>
      </p:sp>
      <p:sp>
        <p:nvSpPr>
          <p:cNvPr id="78" name="Text Placeholder 15">
            <a:extLst>
              <a:ext uri="{FF2B5EF4-FFF2-40B4-BE49-F238E27FC236}">
                <a16:creationId xmlns:a16="http://schemas.microsoft.com/office/drawing/2014/main" id="{EC0A0CAB-BC54-7D5E-DACB-1729A653429C}"/>
              </a:ext>
            </a:extLst>
          </p:cNvPr>
          <p:cNvSpPr>
            <a:spLocks noGrp="1"/>
          </p:cNvSpPr>
          <p:nvPr>
            <p:ph type="body" sz="quarter" idx="26"/>
          </p:nvPr>
        </p:nvSpPr>
        <p:spPr>
          <a:xfrm>
            <a:off x="6851337" y="4786067"/>
            <a:ext cx="4932678"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7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9" name="Text Placeholder 15">
            <a:extLst>
              <a:ext uri="{FF2B5EF4-FFF2-40B4-BE49-F238E27FC236}">
                <a16:creationId xmlns:a16="http://schemas.microsoft.com/office/drawing/2014/main" id="{7D3396C5-8DA1-5ECF-9C90-0B0B197AE67A}"/>
              </a:ext>
            </a:extLst>
          </p:cNvPr>
          <p:cNvSpPr>
            <a:spLocks noGrp="1"/>
          </p:cNvSpPr>
          <p:nvPr>
            <p:ph type="body" sz="quarter" idx="27" hasCustomPrompt="1"/>
          </p:nvPr>
        </p:nvSpPr>
        <p:spPr>
          <a:xfrm>
            <a:off x="6240468" y="5365504"/>
            <a:ext cx="482600" cy="325755"/>
          </a:xfrm>
          <a:prstGeom prst="rect">
            <a:avLst/>
          </a:prstGeom>
        </p:spPr>
        <p:txBody>
          <a:bodyPr anchor="ctr"/>
          <a:lstStyle>
            <a:lvl1pPr marL="0" marR="0" indent="0" algn="ctr" defTabSz="228600" rtl="0" eaLnBrk="1" fontAlgn="auto" latinLnBrk="0" hangingPunct="1">
              <a:lnSpc>
                <a:spcPct val="100000"/>
              </a:lnSpc>
              <a:spcBef>
                <a:spcPts val="0"/>
              </a:spcBef>
              <a:spcAft>
                <a:spcPts val="600"/>
              </a:spcAft>
              <a:buClrTx/>
              <a:buSzTx/>
              <a:buFont typeface="Arial" panose="020B0604020202020204" pitchFamily="34" charset="0"/>
              <a:buNone/>
              <a:tabLst/>
              <a:defRPr sz="18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GB"/>
              <a:t>06</a:t>
            </a:r>
          </a:p>
        </p:txBody>
      </p:sp>
      <p:sp>
        <p:nvSpPr>
          <p:cNvPr id="80" name="Text Placeholder 15">
            <a:extLst>
              <a:ext uri="{FF2B5EF4-FFF2-40B4-BE49-F238E27FC236}">
                <a16:creationId xmlns:a16="http://schemas.microsoft.com/office/drawing/2014/main" id="{A5E95F85-F40B-99AC-5D98-109A6F7EB68C}"/>
              </a:ext>
            </a:extLst>
          </p:cNvPr>
          <p:cNvSpPr>
            <a:spLocks noGrp="1"/>
          </p:cNvSpPr>
          <p:nvPr>
            <p:ph type="body" sz="quarter" idx="28"/>
          </p:nvPr>
        </p:nvSpPr>
        <p:spPr>
          <a:xfrm>
            <a:off x="6851338" y="5365504"/>
            <a:ext cx="4932678" cy="325755"/>
          </a:xfrm>
          <a:prstGeom prst="rect">
            <a:avLst/>
          </a:prstGeom>
          <a:ln w="6350">
            <a:solidFill>
              <a:schemeClr val="accent5">
                <a:alpha val="70000"/>
              </a:schemeClr>
            </a:solidFill>
          </a:ln>
        </p:spPr>
        <p:txBody>
          <a:bodyPr anchor="ctr"/>
          <a:lstStyle>
            <a:lvl1pPr marL="0" marR="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sz="1700" b="0" i="0">
                <a:solidFill>
                  <a:srgbClr val="00144A"/>
                </a:solidFill>
                <a:latin typeface="72" panose="020B0503030000000003" pitchFamily="34" charset="0"/>
                <a:cs typeface="72" panose="020B0503030000000003" pitchFamily="34" charset="0"/>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680136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1B28411-48F5-9CDB-149E-6C52576A4D1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7987" y="2420939"/>
            <a:ext cx="5317563" cy="2627812"/>
          </a:xfrm>
          <a:prstGeom prst="rect">
            <a:avLst/>
          </a:prstGeom>
        </p:spPr>
      </p:pic>
      <p:sp>
        <p:nvSpPr>
          <p:cNvPr id="3" name="Freeform 2">
            <a:extLst>
              <a:ext uri="{FF2B5EF4-FFF2-40B4-BE49-F238E27FC236}">
                <a16:creationId xmlns:a16="http://schemas.microsoft.com/office/drawing/2014/main" id="{EB815FBB-6F41-AF85-7B39-0C7112D3D6DD}"/>
              </a:ext>
            </a:extLst>
          </p:cNvPr>
          <p:cNvSpPr/>
          <p:nvPr userDrawn="1"/>
        </p:nvSpPr>
        <p:spPr>
          <a:xfrm>
            <a:off x="0" y="1213402"/>
            <a:ext cx="5976730" cy="4969565"/>
          </a:xfrm>
          <a:custGeom>
            <a:avLst/>
            <a:gdLst>
              <a:gd name="connsiteX0" fmla="*/ 407988 w 5976730"/>
              <a:gd name="connsiteY0" fmla="*/ 1247321 h 4969565"/>
              <a:gd name="connsiteX1" fmla="*/ 407988 w 5976730"/>
              <a:gd name="connsiteY1" fmla="*/ 3869905 h 4969565"/>
              <a:gd name="connsiteX2" fmla="*/ 3133373 w 5976730"/>
              <a:gd name="connsiteY2" fmla="*/ 3874198 h 4969565"/>
              <a:gd name="connsiteX3" fmla="*/ 5749465 w 5976730"/>
              <a:gd name="connsiteY3" fmla="*/ 1247321 h 4969565"/>
              <a:gd name="connsiteX4" fmla="*/ 0 w 5976730"/>
              <a:gd name="connsiteY4" fmla="*/ 0 h 4969565"/>
              <a:gd name="connsiteX5" fmla="*/ 5976730 w 5976730"/>
              <a:gd name="connsiteY5" fmla="*/ 0 h 4969565"/>
              <a:gd name="connsiteX6" fmla="*/ 5976730 w 5976730"/>
              <a:gd name="connsiteY6" fmla="*/ 4969565 h 4969565"/>
              <a:gd name="connsiteX7" fmla="*/ 0 w 5976730"/>
              <a:gd name="connsiteY7" fmla="*/ 4969565 h 496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76730" h="4969565">
                <a:moveTo>
                  <a:pt x="407988" y="1247321"/>
                </a:moveTo>
                <a:lnTo>
                  <a:pt x="407988" y="3869905"/>
                </a:lnTo>
                <a:lnTo>
                  <a:pt x="3133373" y="3874198"/>
                </a:lnTo>
                <a:lnTo>
                  <a:pt x="5749465" y="1247321"/>
                </a:lnTo>
                <a:close/>
                <a:moveTo>
                  <a:pt x="0" y="0"/>
                </a:moveTo>
                <a:lnTo>
                  <a:pt x="5976730" y="0"/>
                </a:lnTo>
                <a:lnTo>
                  <a:pt x="5976730" y="4969565"/>
                </a:lnTo>
                <a:lnTo>
                  <a:pt x="0" y="496956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 name="Straight Connector 3">
            <a:extLst>
              <a:ext uri="{FF2B5EF4-FFF2-40B4-BE49-F238E27FC236}">
                <a16:creationId xmlns:a16="http://schemas.microsoft.com/office/drawing/2014/main" id="{725F1291-A36E-09CE-2ABC-D2DE48EAE2A8}"/>
              </a:ext>
            </a:extLst>
          </p:cNvPr>
          <p:cNvCxnSpPr>
            <a:cxnSpLocks/>
          </p:cNvCxnSpPr>
          <p:nvPr userDrawn="1"/>
        </p:nvCxnSpPr>
        <p:spPr>
          <a:xfrm>
            <a:off x="0" y="5547599"/>
            <a:ext cx="2488019"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9FC446D-55AA-3ACE-188B-01F0179AB11E}"/>
              </a:ext>
            </a:extLst>
          </p:cNvPr>
          <p:cNvSpPr/>
          <p:nvPr userDrawn="1"/>
        </p:nvSpPr>
        <p:spPr>
          <a:xfrm>
            <a:off x="2433150" y="5492730"/>
            <a:ext cx="109738" cy="10973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cxnSp>
        <p:nvCxnSpPr>
          <p:cNvPr id="6" name="Straight Connector 5">
            <a:extLst>
              <a:ext uri="{FF2B5EF4-FFF2-40B4-BE49-F238E27FC236}">
                <a16:creationId xmlns:a16="http://schemas.microsoft.com/office/drawing/2014/main" id="{E6B23791-FD71-0905-855B-BBD2FED6AA32}"/>
              </a:ext>
            </a:extLst>
          </p:cNvPr>
          <p:cNvCxnSpPr>
            <a:cxnSpLocks/>
          </p:cNvCxnSpPr>
          <p:nvPr userDrawn="1"/>
        </p:nvCxnSpPr>
        <p:spPr>
          <a:xfrm>
            <a:off x="0" y="5738988"/>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39E7B98-FC84-6FA6-CF53-755FDC12F7BD}"/>
              </a:ext>
            </a:extLst>
          </p:cNvPr>
          <p:cNvSpPr/>
          <p:nvPr userDrawn="1"/>
        </p:nvSpPr>
        <p:spPr>
          <a:xfrm>
            <a:off x="1816461" y="5684119"/>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14" name="Group 13">
            <a:extLst>
              <a:ext uri="{FF2B5EF4-FFF2-40B4-BE49-F238E27FC236}">
                <a16:creationId xmlns:a16="http://schemas.microsoft.com/office/drawing/2014/main" id="{808AF00B-285C-072B-CA06-998E2DC99F51}"/>
              </a:ext>
            </a:extLst>
          </p:cNvPr>
          <p:cNvGrpSpPr/>
          <p:nvPr userDrawn="1"/>
        </p:nvGrpSpPr>
        <p:grpSpPr>
          <a:xfrm>
            <a:off x="0" y="1895884"/>
            <a:ext cx="990534" cy="109738"/>
            <a:chOff x="0" y="1916904"/>
            <a:chExt cx="990534" cy="109738"/>
          </a:xfrm>
        </p:grpSpPr>
        <p:cxnSp>
          <p:nvCxnSpPr>
            <p:cNvPr id="15" name="Straight Connector 14">
              <a:extLst>
                <a:ext uri="{FF2B5EF4-FFF2-40B4-BE49-F238E27FC236}">
                  <a16:creationId xmlns:a16="http://schemas.microsoft.com/office/drawing/2014/main" id="{5333A78A-9E0D-1479-FFF8-806D64646D96}"/>
                </a:ext>
              </a:extLst>
            </p:cNvPr>
            <p:cNvCxnSpPr>
              <a:cxnSpLocks/>
            </p:cNvCxnSpPr>
            <p:nvPr/>
          </p:nvCxnSpPr>
          <p:spPr>
            <a:xfrm>
              <a:off x="0" y="1971773"/>
              <a:ext cx="935665"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8CCA44F2-A5FF-0F31-DDB7-365C6FA39D57}"/>
                </a:ext>
              </a:extLst>
            </p:cNvPr>
            <p:cNvSpPr/>
            <p:nvPr/>
          </p:nvSpPr>
          <p:spPr>
            <a:xfrm>
              <a:off x="880796" y="1916904"/>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sp>
        <p:nvSpPr>
          <p:cNvPr id="17" name="Title 16">
            <a:extLst>
              <a:ext uri="{FF2B5EF4-FFF2-40B4-BE49-F238E27FC236}">
                <a16:creationId xmlns:a16="http://schemas.microsoft.com/office/drawing/2014/main" id="{DB0DA99F-7DFD-646A-F62A-D5A705BA746A}"/>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a:defRPr/>
            </a:pPr>
            <a:r>
              <a:rPr lang="en-US" sz="2800">
                <a:solidFill>
                  <a:srgbClr val="0070F2"/>
                </a:solidFill>
                <a:latin typeface="72 Semibold" panose="020B0603030000000003" pitchFamily="34" charset="0"/>
                <a:cs typeface="72 Semibold" panose="020B0603030000000003" pitchFamily="34" charset="0"/>
              </a:rPr>
              <a:t>Plain content slide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endParaRPr lang="en-US" sz="2800"/>
          </a:p>
        </p:txBody>
      </p:sp>
      <p:cxnSp>
        <p:nvCxnSpPr>
          <p:cNvPr id="21" name="Straight Connector 20">
            <a:extLst>
              <a:ext uri="{FF2B5EF4-FFF2-40B4-BE49-F238E27FC236}">
                <a16:creationId xmlns:a16="http://schemas.microsoft.com/office/drawing/2014/main" id="{AD8F773D-122A-E844-3626-10290F0A607A}"/>
              </a:ext>
            </a:extLst>
          </p:cNvPr>
          <p:cNvCxnSpPr/>
          <p:nvPr userDrawn="1"/>
        </p:nvCxnSpPr>
        <p:spPr>
          <a:xfrm>
            <a:off x="6252183" y="1766683"/>
            <a:ext cx="183064"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A76D97D-AF4A-CDF2-2CA4-BA17AC651727}"/>
              </a:ext>
            </a:extLst>
          </p:cNvPr>
          <p:cNvSpPr txBox="1"/>
          <p:nvPr userDrawn="1"/>
        </p:nvSpPr>
        <p:spPr>
          <a:xfrm>
            <a:off x="7544207" y="4670168"/>
            <a:ext cx="146521" cy="146521"/>
          </a:xfrm>
          <a:prstGeom prst="roundRect">
            <a:avLst>
              <a:gd name="adj" fmla="val 5000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37160" rIns="137160"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en-US" sz="1100">
              <a:solidFill>
                <a:schemeClr val="tx1">
                  <a:lumMod val="75000"/>
                  <a:lumOff val="25000"/>
                </a:schemeClr>
              </a:solidFill>
              <a:latin typeface="72" panose="020B0503030000000003" pitchFamily="34" charset="0"/>
              <a:ea typeface="Roboto Light" panose="02000000000000000000" pitchFamily="2" charset="0"/>
              <a:cs typeface="72" panose="020B0503030000000003" pitchFamily="34" charset="0"/>
            </a:endParaRPr>
          </a:p>
        </p:txBody>
      </p:sp>
      <p:sp>
        <p:nvSpPr>
          <p:cNvPr id="33" name="Text Placeholder 31">
            <a:extLst>
              <a:ext uri="{FF2B5EF4-FFF2-40B4-BE49-F238E27FC236}">
                <a16:creationId xmlns:a16="http://schemas.microsoft.com/office/drawing/2014/main" id="{DFC68A2A-A4E3-40A7-8EBB-F1A047E754F9}"/>
              </a:ext>
            </a:extLst>
          </p:cNvPr>
          <p:cNvSpPr>
            <a:spLocks noGrp="1"/>
          </p:cNvSpPr>
          <p:nvPr>
            <p:ph type="body" sz="quarter" idx="10" hasCustomPrompt="1"/>
          </p:nvPr>
        </p:nvSpPr>
        <p:spPr>
          <a:xfrm>
            <a:off x="6146519" y="1391773"/>
            <a:ext cx="5637494" cy="237882"/>
          </a:xfrm>
          <a:prstGeom prst="rect">
            <a:avLst/>
          </a:prstGeom>
        </p:spPr>
        <p:txBody>
          <a:bodyPr/>
          <a:lstStyle>
            <a:lvl1pPr marL="0" indent="0">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rgbClr val="002A86"/>
                </a:solidFill>
                <a:latin typeface="72" panose="020B0503030000000003" pitchFamily="34" charset="0"/>
                <a:ea typeface="Roboto Light" panose="02000000000000000000" pitchFamily="2" charset="0"/>
                <a:cs typeface="72" panose="020B0503030000000003" pitchFamily="34" charset="0"/>
              </a:rPr>
              <a:t>Introduction</a:t>
            </a:r>
          </a:p>
        </p:txBody>
      </p:sp>
      <p:sp>
        <p:nvSpPr>
          <p:cNvPr id="36" name="Text Placeholder 35">
            <a:extLst>
              <a:ext uri="{FF2B5EF4-FFF2-40B4-BE49-F238E27FC236}">
                <a16:creationId xmlns:a16="http://schemas.microsoft.com/office/drawing/2014/main" id="{F047620D-8A12-A829-8CAE-80A06024FF80}"/>
              </a:ext>
            </a:extLst>
          </p:cNvPr>
          <p:cNvSpPr>
            <a:spLocks noGrp="1"/>
          </p:cNvSpPr>
          <p:nvPr>
            <p:ph type="body" sz="quarter" idx="11" hasCustomPrompt="1"/>
          </p:nvPr>
        </p:nvSpPr>
        <p:spPr>
          <a:xfrm>
            <a:off x="6146519" y="1912464"/>
            <a:ext cx="5624510" cy="494322"/>
          </a:xfrm>
          <a:prstGeom prst="rect">
            <a:avLst/>
          </a:prstGeom>
        </p:spPr>
        <p:txBody>
          <a:bodyPr/>
          <a:lstStyle>
            <a:lvl1pPr marL="0" indent="0">
              <a:lnSpc>
                <a:spcPts val="4400"/>
              </a:lnSpc>
              <a:buNone/>
              <a:defRPr sz="4000">
                <a:latin typeface="72" panose="020B0503030000000003" pitchFamily="34" charset="0"/>
                <a:cs typeface="72" panose="020B0503030000000003" pitchFamily="34" charset="0"/>
              </a:defRPr>
            </a:lvl1pPr>
            <a:lvl2pPr marL="457200" indent="0">
              <a:buNone/>
              <a:defRPr sz="4000">
                <a:latin typeface="72" panose="020B0503030000000003" pitchFamily="34" charset="0"/>
                <a:cs typeface="72" panose="020B0503030000000003" pitchFamily="34" charset="0"/>
              </a:defRPr>
            </a:lvl2pPr>
            <a:lvl3pPr marL="914400" indent="0">
              <a:buNone/>
              <a:defRPr sz="4000">
                <a:latin typeface="72" panose="020B0503030000000003" pitchFamily="34" charset="0"/>
                <a:cs typeface="72" panose="020B0503030000000003" pitchFamily="34" charset="0"/>
              </a:defRPr>
            </a:lvl3pPr>
            <a:lvl4pPr marL="1371600" indent="0">
              <a:buNone/>
              <a:defRPr sz="4000">
                <a:latin typeface="72" panose="020B0503030000000003" pitchFamily="34" charset="0"/>
                <a:cs typeface="72" panose="020B0503030000000003" pitchFamily="34" charset="0"/>
              </a:defRPr>
            </a:lvl4pPr>
            <a:lvl5pPr marL="1828800" indent="0">
              <a:buNone/>
              <a:defRPr sz="4000">
                <a:latin typeface="72" panose="020B0503030000000003" pitchFamily="34" charset="0"/>
                <a:cs typeface="72" panose="020B0503030000000003" pitchFamily="34" charset="0"/>
              </a:defRPr>
            </a:lvl5pPr>
          </a:lstStyle>
          <a:p>
            <a:pPr>
              <a:lnSpc>
                <a:spcPct val="90000"/>
              </a:lnSpc>
            </a:pPr>
            <a:r>
              <a:rPr lang="en-US" sz="4000" b="0">
                <a:solidFill>
                  <a:srgbClr val="00144A"/>
                </a:solidFill>
                <a:latin typeface="72" panose="020B0503030000000003" pitchFamily="34" charset="0"/>
                <a:ea typeface="Roboto" panose="02000000000000000000" pitchFamily="2" charset="0"/>
                <a:cs typeface="72" panose="020B0503030000000003" pitchFamily="34" charset="0"/>
              </a:rPr>
              <a:t>We Utilize </a:t>
            </a:r>
          </a:p>
        </p:txBody>
      </p:sp>
      <p:sp>
        <p:nvSpPr>
          <p:cNvPr id="37" name="Text Placeholder 35">
            <a:extLst>
              <a:ext uri="{FF2B5EF4-FFF2-40B4-BE49-F238E27FC236}">
                <a16:creationId xmlns:a16="http://schemas.microsoft.com/office/drawing/2014/main" id="{D0C10450-C174-6310-4BE1-8DC2F1262416}"/>
              </a:ext>
            </a:extLst>
          </p:cNvPr>
          <p:cNvSpPr>
            <a:spLocks noGrp="1"/>
          </p:cNvSpPr>
          <p:nvPr>
            <p:ph type="body" sz="quarter" idx="12" hasCustomPrompt="1"/>
          </p:nvPr>
        </p:nvSpPr>
        <p:spPr>
          <a:xfrm>
            <a:off x="6146519" y="2467090"/>
            <a:ext cx="5624510" cy="494322"/>
          </a:xfrm>
          <a:prstGeom prst="rect">
            <a:avLst/>
          </a:prstGeom>
        </p:spPr>
        <p:txBody>
          <a:bodyPr/>
          <a:lstStyle>
            <a:lvl1pPr marL="0" indent="0">
              <a:lnSpc>
                <a:spcPts val="4400"/>
              </a:lnSpc>
              <a:buNone/>
              <a:defRPr sz="4000">
                <a:latin typeface="72" panose="020B0503030000000003" pitchFamily="34" charset="0"/>
                <a:cs typeface="72" panose="020B0503030000000003" pitchFamily="34" charset="0"/>
              </a:defRPr>
            </a:lvl1pPr>
            <a:lvl2pPr marL="457200" indent="0">
              <a:buNone/>
              <a:defRPr sz="4000">
                <a:latin typeface="72" panose="020B0503030000000003" pitchFamily="34" charset="0"/>
                <a:cs typeface="72" panose="020B0503030000000003" pitchFamily="34" charset="0"/>
              </a:defRPr>
            </a:lvl2pPr>
            <a:lvl3pPr marL="914400" indent="0">
              <a:buNone/>
              <a:defRPr sz="4000">
                <a:latin typeface="72" panose="020B0503030000000003" pitchFamily="34" charset="0"/>
                <a:cs typeface="72" panose="020B0503030000000003" pitchFamily="34" charset="0"/>
              </a:defRPr>
            </a:lvl3pPr>
            <a:lvl4pPr marL="1371600" indent="0">
              <a:buNone/>
              <a:defRPr sz="4000">
                <a:latin typeface="72" panose="020B0503030000000003" pitchFamily="34" charset="0"/>
                <a:cs typeface="72" panose="020B0503030000000003" pitchFamily="34" charset="0"/>
              </a:defRPr>
            </a:lvl4pPr>
            <a:lvl5pPr marL="1828800" indent="0">
              <a:buNone/>
              <a:defRPr sz="4000">
                <a:latin typeface="72" panose="020B0503030000000003" pitchFamily="34" charset="0"/>
                <a:cs typeface="72" panose="020B0503030000000003" pitchFamily="34" charset="0"/>
              </a:defRPr>
            </a:lvl5pPr>
          </a:lstStyle>
          <a:p>
            <a:pPr>
              <a:lnSpc>
                <a:spcPct val="90000"/>
              </a:lnSpc>
            </a:pPr>
            <a:r>
              <a:rPr lang="en-US" sz="4000" b="0">
                <a:solidFill>
                  <a:srgbClr val="00144A"/>
                </a:solidFill>
                <a:latin typeface="72" panose="020B0503030000000003" pitchFamily="34" charset="0"/>
                <a:ea typeface="Roboto" panose="02000000000000000000" pitchFamily="2" charset="0"/>
                <a:cs typeface="72" panose="020B0503030000000003" pitchFamily="34" charset="0"/>
              </a:rPr>
              <a:t>Your Vision</a:t>
            </a:r>
            <a:endParaRPr lang="en-US" sz="4000" b="0"/>
          </a:p>
        </p:txBody>
      </p:sp>
      <p:sp>
        <p:nvSpPr>
          <p:cNvPr id="38" name="Text Placeholder 31">
            <a:extLst>
              <a:ext uri="{FF2B5EF4-FFF2-40B4-BE49-F238E27FC236}">
                <a16:creationId xmlns:a16="http://schemas.microsoft.com/office/drawing/2014/main" id="{1EBFF980-A50A-2BB8-909A-E4B5C18830C7}"/>
              </a:ext>
            </a:extLst>
          </p:cNvPr>
          <p:cNvSpPr>
            <a:spLocks noGrp="1"/>
          </p:cNvSpPr>
          <p:nvPr>
            <p:ph type="body" sz="quarter" idx="13" hasCustomPrompt="1"/>
          </p:nvPr>
        </p:nvSpPr>
        <p:spPr>
          <a:xfrm>
            <a:off x="6149957" y="3184209"/>
            <a:ext cx="5637494" cy="1118297"/>
          </a:xfrm>
          <a:prstGeom prst="rect">
            <a:avLst/>
          </a:prstGeom>
        </p:spPr>
        <p:txBody>
          <a:bodyPr anchor="ctr"/>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facilisis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augue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urna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tortor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Donec convallis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sem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nisi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posuere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varius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erat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tincidunt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Integer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quis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nunc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Ut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elementum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hendrerit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a:t>
            </a:r>
          </a:p>
        </p:txBody>
      </p:sp>
      <p:sp>
        <p:nvSpPr>
          <p:cNvPr id="39" name="Text Placeholder 31">
            <a:extLst>
              <a:ext uri="{FF2B5EF4-FFF2-40B4-BE49-F238E27FC236}">
                <a16:creationId xmlns:a16="http://schemas.microsoft.com/office/drawing/2014/main" id="{7CC20485-E905-3020-E41A-C499D9E49E4C}"/>
              </a:ext>
            </a:extLst>
          </p:cNvPr>
          <p:cNvSpPr>
            <a:spLocks noGrp="1"/>
          </p:cNvSpPr>
          <p:nvPr>
            <p:ph type="body" sz="quarter" idx="14" hasCustomPrompt="1"/>
          </p:nvPr>
        </p:nvSpPr>
        <p:spPr>
          <a:xfrm>
            <a:off x="6252183" y="4567902"/>
            <a:ext cx="1537158" cy="351052"/>
          </a:xfrm>
          <a:prstGeom prst="roundRect">
            <a:avLst>
              <a:gd name="adj" fmla="val 50000"/>
            </a:avLst>
          </a:prstGeom>
          <a:ln>
            <a:solidFill>
              <a:schemeClr val="tx1"/>
            </a:solidFill>
          </a:ln>
        </p:spPr>
        <p:txBody>
          <a:bodyPr/>
          <a:lstStyle>
            <a:lvl1pPr marL="0" indent="0">
              <a:buNone/>
              <a:defRPr sz="10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pPr algn="l"/>
            <a:r>
              <a:rPr lang="en-US" sz="1200">
                <a:solidFill>
                  <a:schemeClr val="tx1">
                    <a:lumMod val="75000"/>
                    <a:lumOff val="25000"/>
                  </a:schemeClr>
                </a:solidFill>
                <a:latin typeface="72" panose="020B0503030000000003" pitchFamily="34" charset="0"/>
                <a:ea typeface="Roboto Light" panose="02000000000000000000" pitchFamily="2" charset="0"/>
                <a:cs typeface="72" panose="020B0503030000000003" pitchFamily="34" charset="0"/>
              </a:rPr>
              <a:t>Get Started</a:t>
            </a:r>
          </a:p>
        </p:txBody>
      </p:sp>
    </p:spTree>
    <p:extLst>
      <p:ext uri="{BB962C8B-B14F-4D97-AF65-F5344CB8AC3E}">
        <p14:creationId xmlns:p14="http://schemas.microsoft.com/office/powerpoint/2010/main" val="1133651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29BB822-2646-146E-9DCA-30CB3880E055}"/>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7989" y="2465834"/>
            <a:ext cx="5568742" cy="2692656"/>
          </a:xfrm>
          <a:prstGeom prst="rect">
            <a:avLst/>
          </a:prstGeom>
        </p:spPr>
      </p:pic>
      <p:sp>
        <p:nvSpPr>
          <p:cNvPr id="3" name="Freeform 2">
            <a:extLst>
              <a:ext uri="{FF2B5EF4-FFF2-40B4-BE49-F238E27FC236}">
                <a16:creationId xmlns:a16="http://schemas.microsoft.com/office/drawing/2014/main" id="{EB815FBB-6F41-AF85-7B39-0C7112D3D6DD}"/>
              </a:ext>
            </a:extLst>
          </p:cNvPr>
          <p:cNvSpPr/>
          <p:nvPr userDrawn="1"/>
        </p:nvSpPr>
        <p:spPr>
          <a:xfrm>
            <a:off x="0" y="1213402"/>
            <a:ext cx="5976730" cy="4969565"/>
          </a:xfrm>
          <a:custGeom>
            <a:avLst/>
            <a:gdLst>
              <a:gd name="connsiteX0" fmla="*/ 407988 w 5976730"/>
              <a:gd name="connsiteY0" fmla="*/ 1247321 h 4969565"/>
              <a:gd name="connsiteX1" fmla="*/ 407988 w 5976730"/>
              <a:gd name="connsiteY1" fmla="*/ 3869905 h 4969565"/>
              <a:gd name="connsiteX2" fmla="*/ 3133373 w 5976730"/>
              <a:gd name="connsiteY2" fmla="*/ 3874198 h 4969565"/>
              <a:gd name="connsiteX3" fmla="*/ 5749465 w 5976730"/>
              <a:gd name="connsiteY3" fmla="*/ 1247321 h 4969565"/>
              <a:gd name="connsiteX4" fmla="*/ 0 w 5976730"/>
              <a:gd name="connsiteY4" fmla="*/ 0 h 4969565"/>
              <a:gd name="connsiteX5" fmla="*/ 5976730 w 5976730"/>
              <a:gd name="connsiteY5" fmla="*/ 0 h 4969565"/>
              <a:gd name="connsiteX6" fmla="*/ 5976730 w 5976730"/>
              <a:gd name="connsiteY6" fmla="*/ 4969565 h 4969565"/>
              <a:gd name="connsiteX7" fmla="*/ 0 w 5976730"/>
              <a:gd name="connsiteY7" fmla="*/ 4969565 h 496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76730" h="4969565">
                <a:moveTo>
                  <a:pt x="407988" y="1247321"/>
                </a:moveTo>
                <a:lnTo>
                  <a:pt x="407988" y="3869905"/>
                </a:lnTo>
                <a:lnTo>
                  <a:pt x="3133373" y="3874198"/>
                </a:lnTo>
                <a:lnTo>
                  <a:pt x="5749465" y="1247321"/>
                </a:lnTo>
                <a:close/>
                <a:moveTo>
                  <a:pt x="0" y="0"/>
                </a:moveTo>
                <a:lnTo>
                  <a:pt x="5976730" y="0"/>
                </a:lnTo>
                <a:lnTo>
                  <a:pt x="5976730" y="4969565"/>
                </a:lnTo>
                <a:lnTo>
                  <a:pt x="0" y="496956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 name="Straight Connector 3">
            <a:extLst>
              <a:ext uri="{FF2B5EF4-FFF2-40B4-BE49-F238E27FC236}">
                <a16:creationId xmlns:a16="http://schemas.microsoft.com/office/drawing/2014/main" id="{725F1291-A36E-09CE-2ABC-D2DE48EAE2A8}"/>
              </a:ext>
            </a:extLst>
          </p:cNvPr>
          <p:cNvCxnSpPr>
            <a:cxnSpLocks/>
          </p:cNvCxnSpPr>
          <p:nvPr userDrawn="1"/>
        </p:nvCxnSpPr>
        <p:spPr>
          <a:xfrm>
            <a:off x="0" y="5547599"/>
            <a:ext cx="2488019"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9FC446D-55AA-3ACE-188B-01F0179AB11E}"/>
              </a:ext>
            </a:extLst>
          </p:cNvPr>
          <p:cNvSpPr/>
          <p:nvPr userDrawn="1"/>
        </p:nvSpPr>
        <p:spPr>
          <a:xfrm>
            <a:off x="2433150" y="5492730"/>
            <a:ext cx="109738" cy="10973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cxnSp>
        <p:nvCxnSpPr>
          <p:cNvPr id="6" name="Straight Connector 5">
            <a:extLst>
              <a:ext uri="{FF2B5EF4-FFF2-40B4-BE49-F238E27FC236}">
                <a16:creationId xmlns:a16="http://schemas.microsoft.com/office/drawing/2014/main" id="{E6B23791-FD71-0905-855B-BBD2FED6AA32}"/>
              </a:ext>
            </a:extLst>
          </p:cNvPr>
          <p:cNvCxnSpPr>
            <a:cxnSpLocks/>
          </p:cNvCxnSpPr>
          <p:nvPr userDrawn="1"/>
        </p:nvCxnSpPr>
        <p:spPr>
          <a:xfrm>
            <a:off x="0" y="5738988"/>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39E7B98-FC84-6FA6-CF53-755FDC12F7BD}"/>
              </a:ext>
            </a:extLst>
          </p:cNvPr>
          <p:cNvSpPr/>
          <p:nvPr userDrawn="1"/>
        </p:nvSpPr>
        <p:spPr>
          <a:xfrm>
            <a:off x="1816461" y="5684119"/>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14" name="Group 13">
            <a:extLst>
              <a:ext uri="{FF2B5EF4-FFF2-40B4-BE49-F238E27FC236}">
                <a16:creationId xmlns:a16="http://schemas.microsoft.com/office/drawing/2014/main" id="{808AF00B-285C-072B-CA06-998E2DC99F51}"/>
              </a:ext>
            </a:extLst>
          </p:cNvPr>
          <p:cNvGrpSpPr/>
          <p:nvPr userDrawn="1"/>
        </p:nvGrpSpPr>
        <p:grpSpPr>
          <a:xfrm>
            <a:off x="0" y="1895884"/>
            <a:ext cx="990534" cy="109738"/>
            <a:chOff x="0" y="1916904"/>
            <a:chExt cx="990534" cy="109738"/>
          </a:xfrm>
        </p:grpSpPr>
        <p:cxnSp>
          <p:nvCxnSpPr>
            <p:cNvPr id="15" name="Straight Connector 14">
              <a:extLst>
                <a:ext uri="{FF2B5EF4-FFF2-40B4-BE49-F238E27FC236}">
                  <a16:creationId xmlns:a16="http://schemas.microsoft.com/office/drawing/2014/main" id="{5333A78A-9E0D-1479-FFF8-806D64646D96}"/>
                </a:ext>
              </a:extLst>
            </p:cNvPr>
            <p:cNvCxnSpPr>
              <a:cxnSpLocks/>
            </p:cNvCxnSpPr>
            <p:nvPr/>
          </p:nvCxnSpPr>
          <p:spPr>
            <a:xfrm>
              <a:off x="0" y="1971773"/>
              <a:ext cx="935665"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8CCA44F2-A5FF-0F31-DDB7-365C6FA39D57}"/>
                </a:ext>
              </a:extLst>
            </p:cNvPr>
            <p:cNvSpPr/>
            <p:nvPr/>
          </p:nvSpPr>
          <p:spPr>
            <a:xfrm>
              <a:off x="880796" y="1916904"/>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cxnSp>
        <p:nvCxnSpPr>
          <p:cNvPr id="21" name="Straight Connector 20">
            <a:extLst>
              <a:ext uri="{FF2B5EF4-FFF2-40B4-BE49-F238E27FC236}">
                <a16:creationId xmlns:a16="http://schemas.microsoft.com/office/drawing/2014/main" id="{AD8F773D-122A-E844-3626-10290F0A607A}"/>
              </a:ext>
            </a:extLst>
          </p:cNvPr>
          <p:cNvCxnSpPr/>
          <p:nvPr userDrawn="1"/>
        </p:nvCxnSpPr>
        <p:spPr>
          <a:xfrm>
            <a:off x="6252183" y="1766683"/>
            <a:ext cx="183064"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3A76D97D-AF4A-CDF2-2CA4-BA17AC651727}"/>
              </a:ext>
            </a:extLst>
          </p:cNvPr>
          <p:cNvSpPr txBox="1"/>
          <p:nvPr userDrawn="1"/>
        </p:nvSpPr>
        <p:spPr>
          <a:xfrm>
            <a:off x="7544207" y="4670168"/>
            <a:ext cx="146521" cy="146521"/>
          </a:xfrm>
          <a:prstGeom prst="roundRect">
            <a:avLst>
              <a:gd name="adj" fmla="val 50000"/>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137160" rIns="137160"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endParaRPr lang="en-US" sz="1100">
              <a:solidFill>
                <a:schemeClr val="tx1">
                  <a:lumMod val="75000"/>
                  <a:lumOff val="25000"/>
                </a:schemeClr>
              </a:solidFill>
              <a:latin typeface="72" panose="020B0503030000000003" pitchFamily="34" charset="0"/>
              <a:ea typeface="Roboto Light" panose="02000000000000000000" pitchFamily="2" charset="0"/>
              <a:cs typeface="72" panose="020B0503030000000003" pitchFamily="34" charset="0"/>
            </a:endParaRPr>
          </a:p>
        </p:txBody>
      </p:sp>
      <p:sp>
        <p:nvSpPr>
          <p:cNvPr id="33" name="Text Placeholder 31">
            <a:extLst>
              <a:ext uri="{FF2B5EF4-FFF2-40B4-BE49-F238E27FC236}">
                <a16:creationId xmlns:a16="http://schemas.microsoft.com/office/drawing/2014/main" id="{DFC68A2A-A4E3-40A7-8EBB-F1A047E754F9}"/>
              </a:ext>
            </a:extLst>
          </p:cNvPr>
          <p:cNvSpPr>
            <a:spLocks noGrp="1"/>
          </p:cNvSpPr>
          <p:nvPr>
            <p:ph type="body" sz="quarter" idx="10" hasCustomPrompt="1"/>
          </p:nvPr>
        </p:nvSpPr>
        <p:spPr>
          <a:xfrm>
            <a:off x="6146519" y="1391773"/>
            <a:ext cx="5637494" cy="237882"/>
          </a:xfrm>
          <a:prstGeom prst="rect">
            <a:avLst/>
          </a:prstGeom>
        </p:spPr>
        <p:txBody>
          <a:bodyPr/>
          <a:lstStyle>
            <a:lvl1pPr marL="0" indent="0">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a:solidFill>
                  <a:srgbClr val="00144A"/>
                </a:solidFill>
                <a:latin typeface="72" panose="020B0503030000000003" pitchFamily="34" charset="0"/>
                <a:ea typeface="Roboto Light" panose="02000000000000000000" pitchFamily="2" charset="0"/>
                <a:cs typeface="72" panose="020B0503030000000003" pitchFamily="34" charset="0"/>
              </a:rPr>
              <a:t>About</a:t>
            </a:r>
          </a:p>
        </p:txBody>
      </p:sp>
      <p:sp>
        <p:nvSpPr>
          <p:cNvPr id="36" name="Text Placeholder 35">
            <a:extLst>
              <a:ext uri="{FF2B5EF4-FFF2-40B4-BE49-F238E27FC236}">
                <a16:creationId xmlns:a16="http://schemas.microsoft.com/office/drawing/2014/main" id="{F047620D-8A12-A829-8CAE-80A06024FF80}"/>
              </a:ext>
            </a:extLst>
          </p:cNvPr>
          <p:cNvSpPr>
            <a:spLocks noGrp="1"/>
          </p:cNvSpPr>
          <p:nvPr>
            <p:ph type="body" sz="quarter" idx="11" hasCustomPrompt="1"/>
          </p:nvPr>
        </p:nvSpPr>
        <p:spPr>
          <a:xfrm>
            <a:off x="6146519" y="1912464"/>
            <a:ext cx="5624510" cy="494322"/>
          </a:xfrm>
          <a:prstGeom prst="rect">
            <a:avLst/>
          </a:prstGeom>
        </p:spPr>
        <p:txBody>
          <a:bodyPr/>
          <a:lstStyle>
            <a:lvl1pPr marL="0" indent="0">
              <a:lnSpc>
                <a:spcPts val="4400"/>
              </a:lnSpc>
              <a:buNone/>
              <a:defRPr sz="4000">
                <a:latin typeface="72" panose="020B0503030000000003" pitchFamily="34" charset="0"/>
                <a:cs typeface="72" panose="020B0503030000000003" pitchFamily="34" charset="0"/>
              </a:defRPr>
            </a:lvl1pPr>
            <a:lvl2pPr marL="457200" indent="0">
              <a:buNone/>
              <a:defRPr sz="4000">
                <a:latin typeface="72" panose="020B0503030000000003" pitchFamily="34" charset="0"/>
                <a:cs typeface="72" panose="020B0503030000000003" pitchFamily="34" charset="0"/>
              </a:defRPr>
            </a:lvl2pPr>
            <a:lvl3pPr marL="914400" indent="0">
              <a:buNone/>
              <a:defRPr sz="4000">
                <a:latin typeface="72" panose="020B0503030000000003" pitchFamily="34" charset="0"/>
                <a:cs typeface="72" panose="020B0503030000000003" pitchFamily="34" charset="0"/>
              </a:defRPr>
            </a:lvl3pPr>
            <a:lvl4pPr marL="1371600" indent="0">
              <a:buNone/>
              <a:defRPr sz="4000">
                <a:latin typeface="72" panose="020B0503030000000003" pitchFamily="34" charset="0"/>
                <a:cs typeface="72" panose="020B0503030000000003" pitchFamily="34" charset="0"/>
              </a:defRPr>
            </a:lvl4pPr>
            <a:lvl5pPr marL="1828800" indent="0">
              <a:buNone/>
              <a:defRPr sz="4000">
                <a:latin typeface="72" panose="020B0503030000000003" pitchFamily="34" charset="0"/>
                <a:cs typeface="72" panose="020B0503030000000003" pitchFamily="34" charset="0"/>
              </a:defRPr>
            </a:lvl5pPr>
          </a:lstStyle>
          <a:p>
            <a:pPr>
              <a:lnSpc>
                <a:spcPct val="90000"/>
              </a:lnSpc>
            </a:pPr>
            <a:r>
              <a:rPr lang="en-US" sz="4000">
                <a:solidFill>
                  <a:srgbClr val="00144A"/>
                </a:solidFill>
                <a:latin typeface="72" panose="020B0503030000000003" pitchFamily="34" charset="0"/>
                <a:ea typeface="Roboto" panose="02000000000000000000" pitchFamily="2" charset="0"/>
                <a:cs typeface="72" panose="020B0503030000000003" pitchFamily="34" charset="0"/>
              </a:rPr>
              <a:t>Utilize – the Future of</a:t>
            </a:r>
            <a:endParaRPr lang="en-US" sz="4000" b="0">
              <a:solidFill>
                <a:srgbClr val="00144A"/>
              </a:solidFill>
              <a:latin typeface="72" panose="020B0503030000000003" pitchFamily="34" charset="0"/>
              <a:ea typeface="Roboto" panose="02000000000000000000" pitchFamily="2" charset="0"/>
              <a:cs typeface="72" panose="020B0503030000000003" pitchFamily="34" charset="0"/>
            </a:endParaRPr>
          </a:p>
        </p:txBody>
      </p:sp>
      <p:sp>
        <p:nvSpPr>
          <p:cNvPr id="37" name="Text Placeholder 35">
            <a:extLst>
              <a:ext uri="{FF2B5EF4-FFF2-40B4-BE49-F238E27FC236}">
                <a16:creationId xmlns:a16="http://schemas.microsoft.com/office/drawing/2014/main" id="{D0C10450-C174-6310-4BE1-8DC2F1262416}"/>
              </a:ext>
            </a:extLst>
          </p:cNvPr>
          <p:cNvSpPr>
            <a:spLocks noGrp="1"/>
          </p:cNvSpPr>
          <p:nvPr>
            <p:ph type="body" sz="quarter" idx="12" hasCustomPrompt="1"/>
          </p:nvPr>
        </p:nvSpPr>
        <p:spPr>
          <a:xfrm>
            <a:off x="6146519" y="2467090"/>
            <a:ext cx="5624510" cy="494322"/>
          </a:xfrm>
          <a:prstGeom prst="rect">
            <a:avLst/>
          </a:prstGeom>
        </p:spPr>
        <p:txBody>
          <a:bodyPr/>
          <a:lstStyle>
            <a:lvl1pPr marL="0" indent="0">
              <a:lnSpc>
                <a:spcPts val="4400"/>
              </a:lnSpc>
              <a:buNone/>
              <a:defRPr sz="4000">
                <a:latin typeface="72" panose="020B0503030000000003" pitchFamily="34" charset="0"/>
                <a:cs typeface="72" panose="020B0503030000000003" pitchFamily="34" charset="0"/>
              </a:defRPr>
            </a:lvl1pPr>
            <a:lvl2pPr marL="457200" indent="0">
              <a:buNone/>
              <a:defRPr sz="4000">
                <a:latin typeface="72" panose="020B0503030000000003" pitchFamily="34" charset="0"/>
                <a:cs typeface="72" panose="020B0503030000000003" pitchFamily="34" charset="0"/>
              </a:defRPr>
            </a:lvl2pPr>
            <a:lvl3pPr marL="914400" indent="0">
              <a:buNone/>
              <a:defRPr sz="4000">
                <a:latin typeface="72" panose="020B0503030000000003" pitchFamily="34" charset="0"/>
                <a:cs typeface="72" panose="020B0503030000000003" pitchFamily="34" charset="0"/>
              </a:defRPr>
            </a:lvl3pPr>
            <a:lvl4pPr marL="1371600" indent="0">
              <a:buNone/>
              <a:defRPr sz="4000">
                <a:latin typeface="72" panose="020B0503030000000003" pitchFamily="34" charset="0"/>
                <a:cs typeface="72" panose="020B0503030000000003" pitchFamily="34" charset="0"/>
              </a:defRPr>
            </a:lvl4pPr>
            <a:lvl5pPr marL="1828800" indent="0">
              <a:buNone/>
              <a:defRPr sz="4000">
                <a:latin typeface="72" panose="020B0503030000000003" pitchFamily="34" charset="0"/>
                <a:cs typeface="72" panose="020B0503030000000003" pitchFamily="34" charset="0"/>
              </a:defRPr>
            </a:lvl5pPr>
          </a:lstStyle>
          <a:p>
            <a:pPr>
              <a:lnSpc>
                <a:spcPct val="90000"/>
              </a:lnSpc>
            </a:pPr>
            <a:r>
              <a:rPr lang="en-US" sz="4000">
                <a:solidFill>
                  <a:srgbClr val="00144A"/>
                </a:solidFill>
                <a:latin typeface="72" panose="020B0503030000000003" pitchFamily="34" charset="0"/>
                <a:ea typeface="Roboto" panose="02000000000000000000" pitchFamily="2" charset="0"/>
                <a:cs typeface="72" panose="020B0503030000000003" pitchFamily="34" charset="0"/>
              </a:rPr>
              <a:t>Cloud Solutions</a:t>
            </a:r>
            <a:endParaRPr lang="en-US" sz="4000" b="0"/>
          </a:p>
        </p:txBody>
      </p:sp>
      <p:sp>
        <p:nvSpPr>
          <p:cNvPr id="38" name="Text Placeholder 31">
            <a:extLst>
              <a:ext uri="{FF2B5EF4-FFF2-40B4-BE49-F238E27FC236}">
                <a16:creationId xmlns:a16="http://schemas.microsoft.com/office/drawing/2014/main" id="{1EBFF980-A50A-2BB8-909A-E4B5C18830C7}"/>
              </a:ext>
            </a:extLst>
          </p:cNvPr>
          <p:cNvSpPr>
            <a:spLocks noGrp="1"/>
          </p:cNvSpPr>
          <p:nvPr>
            <p:ph type="body" sz="quarter" idx="13" hasCustomPrompt="1"/>
          </p:nvPr>
        </p:nvSpPr>
        <p:spPr>
          <a:xfrm>
            <a:off x="6149957" y="3184209"/>
            <a:ext cx="5637494" cy="1118297"/>
          </a:xfrm>
          <a:prstGeom prst="rect">
            <a:avLst/>
          </a:prstGeom>
        </p:spPr>
        <p:txBody>
          <a:bodyPr anchor="ctr"/>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facilisis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augue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urna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tortor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Donec convallis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sem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nisi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posuere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varius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erat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tincidunt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Integer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quis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nunc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Ut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elementum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hendrerit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a:t>
            </a:r>
          </a:p>
        </p:txBody>
      </p:sp>
      <p:sp>
        <p:nvSpPr>
          <p:cNvPr id="39" name="Text Placeholder 31">
            <a:extLst>
              <a:ext uri="{FF2B5EF4-FFF2-40B4-BE49-F238E27FC236}">
                <a16:creationId xmlns:a16="http://schemas.microsoft.com/office/drawing/2014/main" id="{7CC20485-E905-3020-E41A-C499D9E49E4C}"/>
              </a:ext>
            </a:extLst>
          </p:cNvPr>
          <p:cNvSpPr>
            <a:spLocks noGrp="1"/>
          </p:cNvSpPr>
          <p:nvPr>
            <p:ph type="body" sz="quarter" idx="14" hasCustomPrompt="1"/>
          </p:nvPr>
        </p:nvSpPr>
        <p:spPr>
          <a:xfrm>
            <a:off x="6252183" y="4567902"/>
            <a:ext cx="1537158" cy="351052"/>
          </a:xfrm>
          <a:prstGeom prst="roundRect">
            <a:avLst>
              <a:gd name="adj" fmla="val 50000"/>
            </a:avLst>
          </a:prstGeom>
          <a:ln>
            <a:solidFill>
              <a:schemeClr val="tx1"/>
            </a:solidFill>
          </a:ln>
        </p:spPr>
        <p:txBody>
          <a:bodyPr/>
          <a:lstStyle>
            <a:lvl1pPr marL="0" indent="0">
              <a:buNone/>
              <a:defRPr sz="10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pPr algn="l"/>
            <a:r>
              <a:rPr lang="en-US" sz="1200">
                <a:solidFill>
                  <a:schemeClr val="tx1">
                    <a:lumMod val="75000"/>
                    <a:lumOff val="25000"/>
                  </a:schemeClr>
                </a:solidFill>
                <a:latin typeface="72" panose="020B0503030000000003" pitchFamily="34" charset="0"/>
                <a:ea typeface="Roboto Light" panose="02000000000000000000" pitchFamily="2" charset="0"/>
                <a:cs typeface="72" panose="020B0503030000000003" pitchFamily="34" charset="0"/>
              </a:rPr>
              <a:t>Get Started</a:t>
            </a:r>
          </a:p>
        </p:txBody>
      </p:sp>
      <p:sp>
        <p:nvSpPr>
          <p:cNvPr id="9" name="Title 16">
            <a:extLst>
              <a:ext uri="{FF2B5EF4-FFF2-40B4-BE49-F238E27FC236}">
                <a16:creationId xmlns:a16="http://schemas.microsoft.com/office/drawing/2014/main" id="{C2415C6B-BEE1-F52E-CF3B-5024D7158450}"/>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a:defRPr/>
            </a:pPr>
            <a:r>
              <a:rPr lang="en-US" sz="2800">
                <a:solidFill>
                  <a:srgbClr val="0070F2"/>
                </a:solidFill>
                <a:latin typeface="72 Semibold" panose="020B0603030000000003" pitchFamily="34" charset="0"/>
                <a:cs typeface="72 Semibold" panose="020B0603030000000003" pitchFamily="34" charset="0"/>
              </a:rPr>
              <a:t>Plain content slide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endParaRPr lang="en-US" sz="2800"/>
          </a:p>
        </p:txBody>
      </p:sp>
    </p:spTree>
    <p:extLst>
      <p:ext uri="{BB962C8B-B14F-4D97-AF65-F5344CB8AC3E}">
        <p14:creationId xmlns:p14="http://schemas.microsoft.com/office/powerpoint/2010/main" val="128464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pic>
        <p:nvPicPr>
          <p:cNvPr id="8" name="Picture 7" descr="A person and person looking at a piece of paper&#10;&#10;Description automatically generated">
            <a:extLst>
              <a:ext uri="{FF2B5EF4-FFF2-40B4-BE49-F238E27FC236}">
                <a16:creationId xmlns:a16="http://schemas.microsoft.com/office/drawing/2014/main" id="{09335C0D-7D02-B230-9CC2-F0D0D4243DE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04548" y="2237441"/>
            <a:ext cx="5447613" cy="3057560"/>
          </a:xfrm>
          <a:prstGeom prst="rect">
            <a:avLst/>
          </a:prstGeom>
        </p:spPr>
      </p:pic>
      <p:sp>
        <p:nvSpPr>
          <p:cNvPr id="3" name="Freeform 2">
            <a:extLst>
              <a:ext uri="{FF2B5EF4-FFF2-40B4-BE49-F238E27FC236}">
                <a16:creationId xmlns:a16="http://schemas.microsoft.com/office/drawing/2014/main" id="{EB815FBB-6F41-AF85-7B39-0C7112D3D6DD}"/>
              </a:ext>
            </a:extLst>
          </p:cNvPr>
          <p:cNvSpPr/>
          <p:nvPr userDrawn="1"/>
        </p:nvSpPr>
        <p:spPr>
          <a:xfrm>
            <a:off x="0" y="1213402"/>
            <a:ext cx="5976730" cy="4969565"/>
          </a:xfrm>
          <a:custGeom>
            <a:avLst/>
            <a:gdLst>
              <a:gd name="connsiteX0" fmla="*/ 407988 w 5976730"/>
              <a:gd name="connsiteY0" fmla="*/ 1247321 h 4969565"/>
              <a:gd name="connsiteX1" fmla="*/ 407988 w 5976730"/>
              <a:gd name="connsiteY1" fmla="*/ 3869905 h 4969565"/>
              <a:gd name="connsiteX2" fmla="*/ 3133373 w 5976730"/>
              <a:gd name="connsiteY2" fmla="*/ 3874198 h 4969565"/>
              <a:gd name="connsiteX3" fmla="*/ 5749465 w 5976730"/>
              <a:gd name="connsiteY3" fmla="*/ 1247321 h 4969565"/>
              <a:gd name="connsiteX4" fmla="*/ 0 w 5976730"/>
              <a:gd name="connsiteY4" fmla="*/ 0 h 4969565"/>
              <a:gd name="connsiteX5" fmla="*/ 5976730 w 5976730"/>
              <a:gd name="connsiteY5" fmla="*/ 0 h 4969565"/>
              <a:gd name="connsiteX6" fmla="*/ 5976730 w 5976730"/>
              <a:gd name="connsiteY6" fmla="*/ 4969565 h 4969565"/>
              <a:gd name="connsiteX7" fmla="*/ 0 w 5976730"/>
              <a:gd name="connsiteY7" fmla="*/ 4969565 h 496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76730" h="4969565">
                <a:moveTo>
                  <a:pt x="407988" y="1247321"/>
                </a:moveTo>
                <a:lnTo>
                  <a:pt x="407988" y="3869905"/>
                </a:lnTo>
                <a:lnTo>
                  <a:pt x="3133373" y="3874198"/>
                </a:lnTo>
                <a:lnTo>
                  <a:pt x="5749465" y="1247321"/>
                </a:lnTo>
                <a:close/>
                <a:moveTo>
                  <a:pt x="0" y="0"/>
                </a:moveTo>
                <a:lnTo>
                  <a:pt x="5976730" y="0"/>
                </a:lnTo>
                <a:lnTo>
                  <a:pt x="5976730" y="4969565"/>
                </a:lnTo>
                <a:lnTo>
                  <a:pt x="0" y="496956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 name="Straight Connector 3">
            <a:extLst>
              <a:ext uri="{FF2B5EF4-FFF2-40B4-BE49-F238E27FC236}">
                <a16:creationId xmlns:a16="http://schemas.microsoft.com/office/drawing/2014/main" id="{725F1291-A36E-09CE-2ABC-D2DE48EAE2A8}"/>
              </a:ext>
            </a:extLst>
          </p:cNvPr>
          <p:cNvCxnSpPr>
            <a:cxnSpLocks/>
          </p:cNvCxnSpPr>
          <p:nvPr userDrawn="1"/>
        </p:nvCxnSpPr>
        <p:spPr>
          <a:xfrm>
            <a:off x="0" y="5547599"/>
            <a:ext cx="2488019"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9FC446D-55AA-3ACE-188B-01F0179AB11E}"/>
              </a:ext>
            </a:extLst>
          </p:cNvPr>
          <p:cNvSpPr/>
          <p:nvPr userDrawn="1"/>
        </p:nvSpPr>
        <p:spPr>
          <a:xfrm>
            <a:off x="2433150" y="5492730"/>
            <a:ext cx="109738" cy="10973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cxnSp>
        <p:nvCxnSpPr>
          <p:cNvPr id="6" name="Straight Connector 5">
            <a:extLst>
              <a:ext uri="{FF2B5EF4-FFF2-40B4-BE49-F238E27FC236}">
                <a16:creationId xmlns:a16="http://schemas.microsoft.com/office/drawing/2014/main" id="{E6B23791-FD71-0905-855B-BBD2FED6AA32}"/>
              </a:ext>
            </a:extLst>
          </p:cNvPr>
          <p:cNvCxnSpPr>
            <a:cxnSpLocks/>
          </p:cNvCxnSpPr>
          <p:nvPr userDrawn="1"/>
        </p:nvCxnSpPr>
        <p:spPr>
          <a:xfrm>
            <a:off x="0" y="5738988"/>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39E7B98-FC84-6FA6-CF53-755FDC12F7BD}"/>
              </a:ext>
            </a:extLst>
          </p:cNvPr>
          <p:cNvSpPr/>
          <p:nvPr userDrawn="1"/>
        </p:nvSpPr>
        <p:spPr>
          <a:xfrm>
            <a:off x="1816461" y="5684119"/>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14" name="Group 13">
            <a:extLst>
              <a:ext uri="{FF2B5EF4-FFF2-40B4-BE49-F238E27FC236}">
                <a16:creationId xmlns:a16="http://schemas.microsoft.com/office/drawing/2014/main" id="{808AF00B-285C-072B-CA06-998E2DC99F51}"/>
              </a:ext>
            </a:extLst>
          </p:cNvPr>
          <p:cNvGrpSpPr/>
          <p:nvPr userDrawn="1"/>
        </p:nvGrpSpPr>
        <p:grpSpPr>
          <a:xfrm>
            <a:off x="0" y="1895884"/>
            <a:ext cx="990534" cy="109738"/>
            <a:chOff x="0" y="1916904"/>
            <a:chExt cx="990534" cy="109738"/>
          </a:xfrm>
        </p:grpSpPr>
        <p:cxnSp>
          <p:nvCxnSpPr>
            <p:cNvPr id="15" name="Straight Connector 14">
              <a:extLst>
                <a:ext uri="{FF2B5EF4-FFF2-40B4-BE49-F238E27FC236}">
                  <a16:creationId xmlns:a16="http://schemas.microsoft.com/office/drawing/2014/main" id="{5333A78A-9E0D-1479-FFF8-806D64646D96}"/>
                </a:ext>
              </a:extLst>
            </p:cNvPr>
            <p:cNvCxnSpPr>
              <a:cxnSpLocks/>
            </p:cNvCxnSpPr>
            <p:nvPr/>
          </p:nvCxnSpPr>
          <p:spPr>
            <a:xfrm>
              <a:off x="0" y="1971773"/>
              <a:ext cx="935665"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8CCA44F2-A5FF-0F31-DDB7-365C6FA39D57}"/>
                </a:ext>
              </a:extLst>
            </p:cNvPr>
            <p:cNvSpPr/>
            <p:nvPr/>
          </p:nvSpPr>
          <p:spPr>
            <a:xfrm>
              <a:off x="880796" y="1916904"/>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cxnSp>
        <p:nvCxnSpPr>
          <p:cNvPr id="21" name="Straight Connector 20">
            <a:extLst>
              <a:ext uri="{FF2B5EF4-FFF2-40B4-BE49-F238E27FC236}">
                <a16:creationId xmlns:a16="http://schemas.microsoft.com/office/drawing/2014/main" id="{AD8F773D-122A-E844-3626-10290F0A607A}"/>
              </a:ext>
            </a:extLst>
          </p:cNvPr>
          <p:cNvCxnSpPr/>
          <p:nvPr userDrawn="1"/>
        </p:nvCxnSpPr>
        <p:spPr>
          <a:xfrm>
            <a:off x="6252183" y="1766683"/>
            <a:ext cx="183064"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33" name="Text Placeholder 31">
            <a:extLst>
              <a:ext uri="{FF2B5EF4-FFF2-40B4-BE49-F238E27FC236}">
                <a16:creationId xmlns:a16="http://schemas.microsoft.com/office/drawing/2014/main" id="{DFC68A2A-A4E3-40A7-8EBB-F1A047E754F9}"/>
              </a:ext>
            </a:extLst>
          </p:cNvPr>
          <p:cNvSpPr>
            <a:spLocks noGrp="1"/>
          </p:cNvSpPr>
          <p:nvPr>
            <p:ph type="body" sz="quarter" idx="10" hasCustomPrompt="1"/>
          </p:nvPr>
        </p:nvSpPr>
        <p:spPr>
          <a:xfrm>
            <a:off x="6146519" y="1391773"/>
            <a:ext cx="5637494" cy="237882"/>
          </a:xfrm>
          <a:prstGeom prst="rect">
            <a:avLst/>
          </a:prstGeom>
        </p:spPr>
        <p:txBody>
          <a:bodyPr/>
          <a:lstStyle>
            <a:lvl1pPr marL="0" indent="0">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rgbClr val="002A86"/>
                </a:solidFill>
                <a:latin typeface="72" panose="020B0503030000000003" pitchFamily="34" charset="0"/>
                <a:ea typeface="Roboto Light" panose="02000000000000000000" pitchFamily="2" charset="0"/>
                <a:cs typeface="72" panose="020B0503030000000003" pitchFamily="34" charset="0"/>
              </a:rPr>
              <a:t>Text</a:t>
            </a:r>
          </a:p>
        </p:txBody>
      </p:sp>
      <p:sp>
        <p:nvSpPr>
          <p:cNvPr id="36" name="Text Placeholder 35">
            <a:extLst>
              <a:ext uri="{FF2B5EF4-FFF2-40B4-BE49-F238E27FC236}">
                <a16:creationId xmlns:a16="http://schemas.microsoft.com/office/drawing/2014/main" id="{F047620D-8A12-A829-8CAE-80A06024FF80}"/>
              </a:ext>
            </a:extLst>
          </p:cNvPr>
          <p:cNvSpPr>
            <a:spLocks noGrp="1"/>
          </p:cNvSpPr>
          <p:nvPr>
            <p:ph type="body" sz="quarter" idx="11" hasCustomPrompt="1"/>
          </p:nvPr>
        </p:nvSpPr>
        <p:spPr>
          <a:xfrm>
            <a:off x="6146519" y="1912464"/>
            <a:ext cx="5624510" cy="494322"/>
          </a:xfrm>
          <a:prstGeom prst="rect">
            <a:avLst/>
          </a:prstGeom>
        </p:spPr>
        <p:txBody>
          <a:bodyPr/>
          <a:lstStyle>
            <a:lvl1pPr marL="0" indent="0">
              <a:lnSpc>
                <a:spcPts val="4400"/>
              </a:lnSpc>
              <a:buNone/>
              <a:defRPr sz="4000">
                <a:latin typeface="72" panose="020B0503030000000003" pitchFamily="34" charset="0"/>
                <a:cs typeface="72" panose="020B0503030000000003" pitchFamily="34" charset="0"/>
              </a:defRPr>
            </a:lvl1pPr>
            <a:lvl2pPr marL="457200" indent="0">
              <a:buNone/>
              <a:defRPr sz="4000">
                <a:latin typeface="72" panose="020B0503030000000003" pitchFamily="34" charset="0"/>
                <a:cs typeface="72" panose="020B0503030000000003" pitchFamily="34" charset="0"/>
              </a:defRPr>
            </a:lvl2pPr>
            <a:lvl3pPr marL="914400" indent="0">
              <a:buNone/>
              <a:defRPr sz="4000">
                <a:latin typeface="72" panose="020B0503030000000003" pitchFamily="34" charset="0"/>
                <a:cs typeface="72" panose="020B0503030000000003" pitchFamily="34" charset="0"/>
              </a:defRPr>
            </a:lvl3pPr>
            <a:lvl4pPr marL="1371600" indent="0">
              <a:buNone/>
              <a:defRPr sz="4000">
                <a:latin typeface="72" panose="020B0503030000000003" pitchFamily="34" charset="0"/>
                <a:cs typeface="72" panose="020B0503030000000003" pitchFamily="34" charset="0"/>
              </a:defRPr>
            </a:lvl4pPr>
            <a:lvl5pPr marL="1828800" indent="0">
              <a:buNone/>
              <a:defRPr sz="4000">
                <a:latin typeface="72" panose="020B0503030000000003" pitchFamily="34" charset="0"/>
                <a:cs typeface="72" panose="020B0503030000000003" pitchFamily="34" charset="0"/>
              </a:defRPr>
            </a:lvl5pPr>
          </a:lstStyle>
          <a:p>
            <a:pPr>
              <a:lnSpc>
                <a:spcPct val="90000"/>
              </a:lnSpc>
            </a:pPr>
            <a:r>
              <a:rPr lang="en-US" sz="4000">
                <a:solidFill>
                  <a:srgbClr val="00144A"/>
                </a:solidFill>
                <a:latin typeface="72" panose="020B0503030000000003" pitchFamily="34" charset="0"/>
                <a:ea typeface="Roboto" panose="02000000000000000000" pitchFamily="2" charset="0"/>
                <a:cs typeface="72" panose="020B0503030000000003" pitchFamily="34" charset="0"/>
              </a:rPr>
              <a:t>Overview</a:t>
            </a:r>
          </a:p>
        </p:txBody>
      </p:sp>
      <p:sp>
        <p:nvSpPr>
          <p:cNvPr id="38" name="Text Placeholder 31">
            <a:extLst>
              <a:ext uri="{FF2B5EF4-FFF2-40B4-BE49-F238E27FC236}">
                <a16:creationId xmlns:a16="http://schemas.microsoft.com/office/drawing/2014/main" id="{1EBFF980-A50A-2BB8-909A-E4B5C18830C7}"/>
              </a:ext>
            </a:extLst>
          </p:cNvPr>
          <p:cNvSpPr>
            <a:spLocks noGrp="1"/>
          </p:cNvSpPr>
          <p:nvPr>
            <p:ph type="body" sz="quarter" idx="13" hasCustomPrompt="1"/>
          </p:nvPr>
        </p:nvSpPr>
        <p:spPr>
          <a:xfrm>
            <a:off x="6149957" y="2518287"/>
            <a:ext cx="5637494" cy="1118297"/>
          </a:xfrm>
          <a:prstGeom prst="rect">
            <a:avLst/>
          </a:prstGeom>
        </p:spPr>
        <p:txBody>
          <a:bodyPr anchor="ctr"/>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facilisis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augue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urna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tortor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Donec convallis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sem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nisi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posuere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varius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erat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tincidunt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Integer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quis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nunc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Ut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elementum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hendrerit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a:t>
            </a:r>
          </a:p>
        </p:txBody>
      </p:sp>
      <p:grpSp>
        <p:nvGrpSpPr>
          <p:cNvPr id="9" name="Group 8">
            <a:extLst>
              <a:ext uri="{FF2B5EF4-FFF2-40B4-BE49-F238E27FC236}">
                <a16:creationId xmlns:a16="http://schemas.microsoft.com/office/drawing/2014/main" id="{AF4B6F23-A2BA-3B6C-3A54-40623A159287}"/>
              </a:ext>
            </a:extLst>
          </p:cNvPr>
          <p:cNvGrpSpPr/>
          <p:nvPr userDrawn="1"/>
        </p:nvGrpSpPr>
        <p:grpSpPr>
          <a:xfrm>
            <a:off x="6240269" y="3882316"/>
            <a:ext cx="438528" cy="109738"/>
            <a:chOff x="1275907" y="4316141"/>
            <a:chExt cx="438528" cy="109738"/>
          </a:xfrm>
        </p:grpSpPr>
        <p:cxnSp>
          <p:nvCxnSpPr>
            <p:cNvPr id="10" name="Straight Connector 9">
              <a:extLst>
                <a:ext uri="{FF2B5EF4-FFF2-40B4-BE49-F238E27FC236}">
                  <a16:creationId xmlns:a16="http://schemas.microsoft.com/office/drawing/2014/main" id="{9E5DDF32-F339-08FD-1C45-8B9ED7336BED}"/>
                </a:ext>
              </a:extLst>
            </p:cNvPr>
            <p:cNvCxnSpPr>
              <a:cxnSpLocks/>
            </p:cNvCxnSpPr>
            <p:nvPr/>
          </p:nvCxnSpPr>
          <p:spPr>
            <a:xfrm>
              <a:off x="1275907" y="4371010"/>
              <a:ext cx="383659" cy="0"/>
            </a:xfrm>
            <a:prstGeom prst="line">
              <a:avLst/>
            </a:prstGeom>
            <a:ln w="12700">
              <a:solidFill>
                <a:srgbClr val="0070F2"/>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5A0E6D5-EA12-E022-A571-1F66E16BA148}"/>
                </a:ext>
              </a:extLst>
            </p:cNvPr>
            <p:cNvSpPr/>
            <p:nvPr/>
          </p:nvSpPr>
          <p:spPr>
            <a:xfrm>
              <a:off x="1604697" y="4316141"/>
              <a:ext cx="109738" cy="109738"/>
            </a:xfrm>
            <a:prstGeom prst="ellipse">
              <a:avLst/>
            </a:prstGeom>
            <a:solidFill>
              <a:srgbClr val="0070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12" name="Group 11">
            <a:extLst>
              <a:ext uri="{FF2B5EF4-FFF2-40B4-BE49-F238E27FC236}">
                <a16:creationId xmlns:a16="http://schemas.microsoft.com/office/drawing/2014/main" id="{CC01C7D7-DB26-E94B-636D-AFB0ADAFCB50}"/>
              </a:ext>
            </a:extLst>
          </p:cNvPr>
          <p:cNvGrpSpPr/>
          <p:nvPr userDrawn="1"/>
        </p:nvGrpSpPr>
        <p:grpSpPr>
          <a:xfrm>
            <a:off x="9153237" y="3882316"/>
            <a:ext cx="438528" cy="109738"/>
            <a:chOff x="1275907" y="4316141"/>
            <a:chExt cx="438528" cy="109738"/>
          </a:xfrm>
        </p:grpSpPr>
        <p:cxnSp>
          <p:nvCxnSpPr>
            <p:cNvPr id="13" name="Straight Connector 12">
              <a:extLst>
                <a:ext uri="{FF2B5EF4-FFF2-40B4-BE49-F238E27FC236}">
                  <a16:creationId xmlns:a16="http://schemas.microsoft.com/office/drawing/2014/main" id="{BF116B0F-92A9-D866-0BEE-31002E2E94F8}"/>
                </a:ext>
              </a:extLst>
            </p:cNvPr>
            <p:cNvCxnSpPr>
              <a:cxnSpLocks/>
            </p:cNvCxnSpPr>
            <p:nvPr/>
          </p:nvCxnSpPr>
          <p:spPr>
            <a:xfrm>
              <a:off x="1275907" y="4371010"/>
              <a:ext cx="383659" cy="0"/>
            </a:xfrm>
            <a:prstGeom prst="line">
              <a:avLst/>
            </a:prstGeom>
            <a:ln w="12700">
              <a:solidFill>
                <a:srgbClr val="0070F2"/>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E90761C4-A364-5781-5C15-688598499AC1}"/>
                </a:ext>
              </a:extLst>
            </p:cNvPr>
            <p:cNvSpPr/>
            <p:nvPr/>
          </p:nvSpPr>
          <p:spPr>
            <a:xfrm>
              <a:off x="1604697" y="4316141"/>
              <a:ext cx="109738" cy="109738"/>
            </a:xfrm>
            <a:prstGeom prst="ellipse">
              <a:avLst/>
            </a:prstGeom>
            <a:solidFill>
              <a:srgbClr val="0070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sp>
        <p:nvSpPr>
          <p:cNvPr id="20" name="Text Placeholder 19">
            <a:extLst>
              <a:ext uri="{FF2B5EF4-FFF2-40B4-BE49-F238E27FC236}">
                <a16:creationId xmlns:a16="http://schemas.microsoft.com/office/drawing/2014/main" id="{97D8F05D-AD23-B989-29F7-8667803A8159}"/>
              </a:ext>
            </a:extLst>
          </p:cNvPr>
          <p:cNvSpPr>
            <a:spLocks noGrp="1"/>
          </p:cNvSpPr>
          <p:nvPr>
            <p:ph type="body" sz="quarter" idx="14" hasCustomPrompt="1"/>
          </p:nvPr>
        </p:nvSpPr>
        <p:spPr>
          <a:xfrm>
            <a:off x="6146519" y="4105592"/>
            <a:ext cx="2732272" cy="38267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1pPr>
            <a:lvl2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2pPr>
            <a:lvl3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3pPr>
            <a:lvl4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4pPr>
            <a:lvl5pPr marL="0" indent="0" algn="l" defTabSz="914400" rtl="0" eaLnBrk="1" latinLnBrk="0" hangingPunct="1">
              <a:lnSpc>
                <a:spcPct val="90000"/>
              </a:lnSpc>
              <a:spcBef>
                <a:spcPts val="1000"/>
              </a:spcBef>
              <a:buFont typeface="Arial" panose="020B0604020202020204" pitchFamily="34" charset="0"/>
              <a:buNone/>
              <a:defRPr lang="en-US" sz="2000" kern="1200" dirty="0">
                <a:solidFill>
                  <a:srgbClr val="00144A"/>
                </a:solidFill>
                <a:latin typeface="72" panose="020B0503030000000003" pitchFamily="34" charset="0"/>
                <a:ea typeface="Roboto" panose="02000000000000000000" pitchFamily="2" charset="0"/>
                <a:cs typeface="72" panose="020B0503030000000003" pitchFamily="34" charset="0"/>
              </a:defRPr>
            </a:lvl5pPr>
          </a:lstStyle>
          <a:p>
            <a:pPr>
              <a:lnSpc>
                <a:spcPct val="90000"/>
              </a:lnSpc>
            </a:pPr>
            <a:r>
              <a:rPr lang="en-US" sz="2000">
                <a:solidFill>
                  <a:schemeClr val="accent1"/>
                </a:solidFill>
                <a:latin typeface="72" panose="020B0503030000000003" pitchFamily="34" charset="0"/>
                <a:ea typeface="Roboto" panose="02000000000000000000" pitchFamily="2" charset="0"/>
                <a:cs typeface="72" panose="020B0503030000000003" pitchFamily="34" charset="0"/>
              </a:rPr>
              <a:t>Our Vision </a:t>
            </a:r>
          </a:p>
        </p:txBody>
      </p:sp>
      <p:sp>
        <p:nvSpPr>
          <p:cNvPr id="22" name="Text Placeholder 19">
            <a:extLst>
              <a:ext uri="{FF2B5EF4-FFF2-40B4-BE49-F238E27FC236}">
                <a16:creationId xmlns:a16="http://schemas.microsoft.com/office/drawing/2014/main" id="{0B010721-DF8A-97AB-6900-269D5BDDD577}"/>
              </a:ext>
            </a:extLst>
          </p:cNvPr>
          <p:cNvSpPr>
            <a:spLocks noGrp="1"/>
          </p:cNvSpPr>
          <p:nvPr>
            <p:ph type="body" sz="quarter" idx="15" hasCustomPrompt="1"/>
          </p:nvPr>
        </p:nvSpPr>
        <p:spPr>
          <a:xfrm>
            <a:off x="9042119" y="4105592"/>
            <a:ext cx="2732272" cy="38267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1pPr>
            <a:lvl2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2pPr>
            <a:lvl3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3pPr>
            <a:lvl4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4pPr>
            <a:lvl5pPr marL="0" indent="0" algn="l" defTabSz="914400" rtl="0" eaLnBrk="1" latinLnBrk="0" hangingPunct="1">
              <a:lnSpc>
                <a:spcPct val="90000"/>
              </a:lnSpc>
              <a:spcBef>
                <a:spcPts val="1000"/>
              </a:spcBef>
              <a:buFont typeface="Arial" panose="020B0604020202020204" pitchFamily="34" charset="0"/>
              <a:buNone/>
              <a:defRPr lang="en-US" sz="2000" kern="1200" dirty="0">
                <a:solidFill>
                  <a:srgbClr val="00144A"/>
                </a:solidFill>
                <a:latin typeface="72" panose="020B0503030000000003" pitchFamily="34" charset="0"/>
                <a:ea typeface="Roboto" panose="02000000000000000000" pitchFamily="2" charset="0"/>
                <a:cs typeface="72" panose="020B0503030000000003" pitchFamily="34" charset="0"/>
              </a:defRPr>
            </a:lvl5pPr>
          </a:lstStyle>
          <a:p>
            <a:pPr>
              <a:lnSpc>
                <a:spcPct val="90000"/>
              </a:lnSpc>
            </a:pPr>
            <a:r>
              <a:rPr lang="en-ID" sz="2000">
                <a:solidFill>
                  <a:schemeClr val="accent1"/>
                </a:solidFill>
                <a:latin typeface="72" panose="020B0503030000000003" pitchFamily="34" charset="0"/>
                <a:ea typeface="Roboto" panose="02000000000000000000" pitchFamily="2" charset="0"/>
                <a:cs typeface="72" panose="020B0503030000000003" pitchFamily="34" charset="0"/>
              </a:rPr>
              <a:t>Empowering Cloud </a:t>
            </a:r>
          </a:p>
        </p:txBody>
      </p:sp>
      <p:sp>
        <p:nvSpPr>
          <p:cNvPr id="23" name="Text Placeholder 31">
            <a:extLst>
              <a:ext uri="{FF2B5EF4-FFF2-40B4-BE49-F238E27FC236}">
                <a16:creationId xmlns:a16="http://schemas.microsoft.com/office/drawing/2014/main" id="{78D1FAA2-1C4F-CE19-3069-3F5424E0E47F}"/>
              </a:ext>
            </a:extLst>
          </p:cNvPr>
          <p:cNvSpPr>
            <a:spLocks noGrp="1"/>
          </p:cNvSpPr>
          <p:nvPr>
            <p:ph type="body" sz="quarter" idx="16" hasCustomPrompt="1"/>
          </p:nvPr>
        </p:nvSpPr>
        <p:spPr>
          <a:xfrm>
            <a:off x="6157879" y="4595259"/>
            <a:ext cx="2717549" cy="1118297"/>
          </a:xfrm>
          <a:prstGeom prst="rect">
            <a:avLst/>
          </a:prstGeom>
        </p:spPr>
        <p:txBody>
          <a:bodyPr anchor="t"/>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p>
        </p:txBody>
      </p:sp>
      <p:sp>
        <p:nvSpPr>
          <p:cNvPr id="25" name="Text Placeholder 31">
            <a:extLst>
              <a:ext uri="{FF2B5EF4-FFF2-40B4-BE49-F238E27FC236}">
                <a16:creationId xmlns:a16="http://schemas.microsoft.com/office/drawing/2014/main" id="{F1C80DBB-5A1E-7ACD-6694-E5C9B1BE2AF6}"/>
              </a:ext>
            </a:extLst>
          </p:cNvPr>
          <p:cNvSpPr>
            <a:spLocks noGrp="1"/>
          </p:cNvSpPr>
          <p:nvPr>
            <p:ph type="body" sz="quarter" idx="17" hasCustomPrompt="1"/>
          </p:nvPr>
        </p:nvSpPr>
        <p:spPr>
          <a:xfrm>
            <a:off x="9053479" y="4595259"/>
            <a:ext cx="2717549" cy="1118297"/>
          </a:xfrm>
          <a:prstGeom prst="rect">
            <a:avLst/>
          </a:prstGeom>
        </p:spPr>
        <p:txBody>
          <a:bodyPr anchor="t"/>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p>
        </p:txBody>
      </p:sp>
      <p:sp>
        <p:nvSpPr>
          <p:cNvPr id="26" name="Title 16">
            <a:extLst>
              <a:ext uri="{FF2B5EF4-FFF2-40B4-BE49-F238E27FC236}">
                <a16:creationId xmlns:a16="http://schemas.microsoft.com/office/drawing/2014/main" id="{75930C2D-F99F-8C6E-1563-339B6CE21805}"/>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a:defRPr/>
            </a:pPr>
            <a:r>
              <a:rPr lang="en-US" sz="2800">
                <a:solidFill>
                  <a:srgbClr val="0070F2"/>
                </a:solidFill>
                <a:latin typeface="72 Semibold" panose="020B0603030000000003" pitchFamily="34" charset="0"/>
                <a:cs typeface="72 Semibold" panose="020B0603030000000003" pitchFamily="34" charset="0"/>
              </a:rPr>
              <a:t>Plain content slide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endParaRPr lang="en-US" sz="2800"/>
          </a:p>
        </p:txBody>
      </p:sp>
    </p:spTree>
    <p:extLst>
      <p:ext uri="{BB962C8B-B14F-4D97-AF65-F5344CB8AC3E}">
        <p14:creationId xmlns:p14="http://schemas.microsoft.com/office/powerpoint/2010/main" val="326952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pic>
        <p:nvPicPr>
          <p:cNvPr id="8" name="Picture 7" descr="A person and person looking at a piece of paper&#10;&#10;Description automatically generated">
            <a:extLst>
              <a:ext uri="{FF2B5EF4-FFF2-40B4-BE49-F238E27FC236}">
                <a16:creationId xmlns:a16="http://schemas.microsoft.com/office/drawing/2014/main" id="{09335C0D-7D02-B230-9CC2-F0D0D4243DE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211390" y="2237441"/>
            <a:ext cx="5640772" cy="3118769"/>
          </a:xfrm>
          <a:prstGeom prst="rect">
            <a:avLst/>
          </a:prstGeom>
        </p:spPr>
      </p:pic>
      <p:sp>
        <p:nvSpPr>
          <p:cNvPr id="3" name="Freeform 2">
            <a:extLst>
              <a:ext uri="{FF2B5EF4-FFF2-40B4-BE49-F238E27FC236}">
                <a16:creationId xmlns:a16="http://schemas.microsoft.com/office/drawing/2014/main" id="{EB815FBB-6F41-AF85-7B39-0C7112D3D6DD}"/>
              </a:ext>
            </a:extLst>
          </p:cNvPr>
          <p:cNvSpPr/>
          <p:nvPr userDrawn="1"/>
        </p:nvSpPr>
        <p:spPr>
          <a:xfrm>
            <a:off x="0" y="1213402"/>
            <a:ext cx="5976730" cy="4969565"/>
          </a:xfrm>
          <a:custGeom>
            <a:avLst/>
            <a:gdLst>
              <a:gd name="connsiteX0" fmla="*/ 407988 w 5976730"/>
              <a:gd name="connsiteY0" fmla="*/ 1247321 h 4969565"/>
              <a:gd name="connsiteX1" fmla="*/ 407988 w 5976730"/>
              <a:gd name="connsiteY1" fmla="*/ 3869905 h 4969565"/>
              <a:gd name="connsiteX2" fmla="*/ 3133373 w 5976730"/>
              <a:gd name="connsiteY2" fmla="*/ 3874198 h 4969565"/>
              <a:gd name="connsiteX3" fmla="*/ 5749465 w 5976730"/>
              <a:gd name="connsiteY3" fmla="*/ 1247321 h 4969565"/>
              <a:gd name="connsiteX4" fmla="*/ 0 w 5976730"/>
              <a:gd name="connsiteY4" fmla="*/ 0 h 4969565"/>
              <a:gd name="connsiteX5" fmla="*/ 5976730 w 5976730"/>
              <a:gd name="connsiteY5" fmla="*/ 0 h 4969565"/>
              <a:gd name="connsiteX6" fmla="*/ 5976730 w 5976730"/>
              <a:gd name="connsiteY6" fmla="*/ 4969565 h 4969565"/>
              <a:gd name="connsiteX7" fmla="*/ 0 w 5976730"/>
              <a:gd name="connsiteY7" fmla="*/ 4969565 h 496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76730" h="4969565">
                <a:moveTo>
                  <a:pt x="407988" y="1247321"/>
                </a:moveTo>
                <a:lnTo>
                  <a:pt x="407988" y="3869905"/>
                </a:lnTo>
                <a:lnTo>
                  <a:pt x="3133373" y="3874198"/>
                </a:lnTo>
                <a:lnTo>
                  <a:pt x="5749465" y="1247321"/>
                </a:lnTo>
                <a:close/>
                <a:moveTo>
                  <a:pt x="0" y="0"/>
                </a:moveTo>
                <a:lnTo>
                  <a:pt x="5976730" y="0"/>
                </a:lnTo>
                <a:lnTo>
                  <a:pt x="5976730" y="4969565"/>
                </a:lnTo>
                <a:lnTo>
                  <a:pt x="0" y="496956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 name="Straight Connector 3">
            <a:extLst>
              <a:ext uri="{FF2B5EF4-FFF2-40B4-BE49-F238E27FC236}">
                <a16:creationId xmlns:a16="http://schemas.microsoft.com/office/drawing/2014/main" id="{725F1291-A36E-09CE-2ABC-D2DE48EAE2A8}"/>
              </a:ext>
            </a:extLst>
          </p:cNvPr>
          <p:cNvCxnSpPr>
            <a:cxnSpLocks/>
          </p:cNvCxnSpPr>
          <p:nvPr userDrawn="1"/>
        </p:nvCxnSpPr>
        <p:spPr>
          <a:xfrm>
            <a:off x="0" y="5547599"/>
            <a:ext cx="2488019"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C9FC446D-55AA-3ACE-188B-01F0179AB11E}"/>
              </a:ext>
            </a:extLst>
          </p:cNvPr>
          <p:cNvSpPr/>
          <p:nvPr userDrawn="1"/>
        </p:nvSpPr>
        <p:spPr>
          <a:xfrm>
            <a:off x="2433150" y="5492730"/>
            <a:ext cx="109738" cy="10973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cxnSp>
        <p:nvCxnSpPr>
          <p:cNvPr id="6" name="Straight Connector 5">
            <a:extLst>
              <a:ext uri="{FF2B5EF4-FFF2-40B4-BE49-F238E27FC236}">
                <a16:creationId xmlns:a16="http://schemas.microsoft.com/office/drawing/2014/main" id="{E6B23791-FD71-0905-855B-BBD2FED6AA32}"/>
              </a:ext>
            </a:extLst>
          </p:cNvPr>
          <p:cNvCxnSpPr>
            <a:cxnSpLocks/>
          </p:cNvCxnSpPr>
          <p:nvPr userDrawn="1"/>
        </p:nvCxnSpPr>
        <p:spPr>
          <a:xfrm>
            <a:off x="0" y="5738988"/>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239E7B98-FC84-6FA6-CF53-755FDC12F7BD}"/>
              </a:ext>
            </a:extLst>
          </p:cNvPr>
          <p:cNvSpPr/>
          <p:nvPr userDrawn="1"/>
        </p:nvSpPr>
        <p:spPr>
          <a:xfrm>
            <a:off x="1816461" y="5684119"/>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14" name="Group 13">
            <a:extLst>
              <a:ext uri="{FF2B5EF4-FFF2-40B4-BE49-F238E27FC236}">
                <a16:creationId xmlns:a16="http://schemas.microsoft.com/office/drawing/2014/main" id="{808AF00B-285C-072B-CA06-998E2DC99F51}"/>
              </a:ext>
            </a:extLst>
          </p:cNvPr>
          <p:cNvGrpSpPr/>
          <p:nvPr userDrawn="1"/>
        </p:nvGrpSpPr>
        <p:grpSpPr>
          <a:xfrm>
            <a:off x="0" y="1895884"/>
            <a:ext cx="990534" cy="109738"/>
            <a:chOff x="0" y="1916904"/>
            <a:chExt cx="990534" cy="109738"/>
          </a:xfrm>
        </p:grpSpPr>
        <p:cxnSp>
          <p:nvCxnSpPr>
            <p:cNvPr id="15" name="Straight Connector 14">
              <a:extLst>
                <a:ext uri="{FF2B5EF4-FFF2-40B4-BE49-F238E27FC236}">
                  <a16:creationId xmlns:a16="http://schemas.microsoft.com/office/drawing/2014/main" id="{5333A78A-9E0D-1479-FFF8-806D64646D96}"/>
                </a:ext>
              </a:extLst>
            </p:cNvPr>
            <p:cNvCxnSpPr>
              <a:cxnSpLocks/>
            </p:cNvCxnSpPr>
            <p:nvPr/>
          </p:nvCxnSpPr>
          <p:spPr>
            <a:xfrm>
              <a:off x="0" y="1971773"/>
              <a:ext cx="935665"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8CCA44F2-A5FF-0F31-DDB7-365C6FA39D57}"/>
                </a:ext>
              </a:extLst>
            </p:cNvPr>
            <p:cNvSpPr/>
            <p:nvPr/>
          </p:nvSpPr>
          <p:spPr>
            <a:xfrm>
              <a:off x="880796" y="1916904"/>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cxnSp>
        <p:nvCxnSpPr>
          <p:cNvPr id="21" name="Straight Connector 20">
            <a:extLst>
              <a:ext uri="{FF2B5EF4-FFF2-40B4-BE49-F238E27FC236}">
                <a16:creationId xmlns:a16="http://schemas.microsoft.com/office/drawing/2014/main" id="{AD8F773D-122A-E844-3626-10290F0A607A}"/>
              </a:ext>
            </a:extLst>
          </p:cNvPr>
          <p:cNvCxnSpPr/>
          <p:nvPr userDrawn="1"/>
        </p:nvCxnSpPr>
        <p:spPr>
          <a:xfrm>
            <a:off x="6252183" y="1766683"/>
            <a:ext cx="183064"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33" name="Text Placeholder 31">
            <a:extLst>
              <a:ext uri="{FF2B5EF4-FFF2-40B4-BE49-F238E27FC236}">
                <a16:creationId xmlns:a16="http://schemas.microsoft.com/office/drawing/2014/main" id="{DFC68A2A-A4E3-40A7-8EBB-F1A047E754F9}"/>
              </a:ext>
            </a:extLst>
          </p:cNvPr>
          <p:cNvSpPr>
            <a:spLocks noGrp="1"/>
          </p:cNvSpPr>
          <p:nvPr>
            <p:ph type="body" sz="quarter" idx="10" hasCustomPrompt="1"/>
          </p:nvPr>
        </p:nvSpPr>
        <p:spPr>
          <a:xfrm>
            <a:off x="6146519" y="1391773"/>
            <a:ext cx="5637494" cy="237882"/>
          </a:xfrm>
          <a:prstGeom prst="rect">
            <a:avLst/>
          </a:prstGeom>
        </p:spPr>
        <p:txBody>
          <a:bodyPr/>
          <a:lstStyle>
            <a:lvl1pPr marL="0" indent="0">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rgbClr val="002A86"/>
                </a:solidFill>
                <a:latin typeface="72" panose="020B0503030000000003" pitchFamily="34" charset="0"/>
                <a:ea typeface="Roboto Light" panose="02000000000000000000" pitchFamily="2" charset="0"/>
                <a:cs typeface="72" panose="020B0503030000000003" pitchFamily="34" charset="0"/>
              </a:rPr>
              <a:t>Text</a:t>
            </a:r>
          </a:p>
        </p:txBody>
      </p:sp>
      <p:sp>
        <p:nvSpPr>
          <p:cNvPr id="36" name="Text Placeholder 35">
            <a:extLst>
              <a:ext uri="{FF2B5EF4-FFF2-40B4-BE49-F238E27FC236}">
                <a16:creationId xmlns:a16="http://schemas.microsoft.com/office/drawing/2014/main" id="{F047620D-8A12-A829-8CAE-80A06024FF80}"/>
              </a:ext>
            </a:extLst>
          </p:cNvPr>
          <p:cNvSpPr>
            <a:spLocks noGrp="1"/>
          </p:cNvSpPr>
          <p:nvPr>
            <p:ph type="body" sz="quarter" idx="11" hasCustomPrompt="1"/>
          </p:nvPr>
        </p:nvSpPr>
        <p:spPr>
          <a:xfrm>
            <a:off x="6146519" y="1912464"/>
            <a:ext cx="5624510" cy="494322"/>
          </a:xfrm>
          <a:prstGeom prst="rect">
            <a:avLst/>
          </a:prstGeom>
        </p:spPr>
        <p:txBody>
          <a:bodyPr/>
          <a:lstStyle>
            <a:lvl1pPr marL="0" indent="0">
              <a:lnSpc>
                <a:spcPts val="4400"/>
              </a:lnSpc>
              <a:buNone/>
              <a:defRPr sz="4000">
                <a:latin typeface="72" panose="020B0503030000000003" pitchFamily="34" charset="0"/>
                <a:cs typeface="72" panose="020B0503030000000003" pitchFamily="34" charset="0"/>
              </a:defRPr>
            </a:lvl1pPr>
            <a:lvl2pPr marL="457200" indent="0">
              <a:buNone/>
              <a:defRPr sz="4000">
                <a:latin typeface="72" panose="020B0503030000000003" pitchFamily="34" charset="0"/>
                <a:cs typeface="72" panose="020B0503030000000003" pitchFamily="34" charset="0"/>
              </a:defRPr>
            </a:lvl2pPr>
            <a:lvl3pPr marL="914400" indent="0">
              <a:buNone/>
              <a:defRPr sz="4000">
                <a:latin typeface="72" panose="020B0503030000000003" pitchFamily="34" charset="0"/>
                <a:cs typeface="72" panose="020B0503030000000003" pitchFamily="34" charset="0"/>
              </a:defRPr>
            </a:lvl3pPr>
            <a:lvl4pPr marL="1371600" indent="0">
              <a:buNone/>
              <a:defRPr sz="4000">
                <a:latin typeface="72" panose="020B0503030000000003" pitchFamily="34" charset="0"/>
                <a:cs typeface="72" panose="020B0503030000000003" pitchFamily="34" charset="0"/>
              </a:defRPr>
            </a:lvl4pPr>
            <a:lvl5pPr marL="1828800" indent="0">
              <a:buNone/>
              <a:defRPr sz="4000">
                <a:latin typeface="72" panose="020B0503030000000003" pitchFamily="34" charset="0"/>
                <a:cs typeface="72" panose="020B0503030000000003" pitchFamily="34" charset="0"/>
              </a:defRPr>
            </a:lvl5pPr>
          </a:lstStyle>
          <a:p>
            <a:pPr>
              <a:lnSpc>
                <a:spcPct val="90000"/>
              </a:lnSpc>
            </a:pPr>
            <a:r>
              <a:rPr lang="en-US" sz="4000">
                <a:solidFill>
                  <a:srgbClr val="00144A"/>
                </a:solidFill>
                <a:latin typeface="72" panose="020B0503030000000003" pitchFamily="34" charset="0"/>
                <a:ea typeface="Roboto" panose="02000000000000000000" pitchFamily="2" charset="0"/>
                <a:cs typeface="72" panose="020B0503030000000003" pitchFamily="34" charset="0"/>
              </a:rPr>
              <a:t>Overview</a:t>
            </a:r>
          </a:p>
        </p:txBody>
      </p:sp>
      <p:sp>
        <p:nvSpPr>
          <p:cNvPr id="38" name="Text Placeholder 31">
            <a:extLst>
              <a:ext uri="{FF2B5EF4-FFF2-40B4-BE49-F238E27FC236}">
                <a16:creationId xmlns:a16="http://schemas.microsoft.com/office/drawing/2014/main" id="{1EBFF980-A50A-2BB8-909A-E4B5C18830C7}"/>
              </a:ext>
            </a:extLst>
          </p:cNvPr>
          <p:cNvSpPr>
            <a:spLocks noGrp="1"/>
          </p:cNvSpPr>
          <p:nvPr>
            <p:ph type="body" sz="quarter" idx="13" hasCustomPrompt="1"/>
          </p:nvPr>
        </p:nvSpPr>
        <p:spPr>
          <a:xfrm>
            <a:off x="6149957" y="2518287"/>
            <a:ext cx="5637494" cy="1118297"/>
          </a:xfrm>
          <a:prstGeom prst="rect">
            <a:avLst/>
          </a:prstGeom>
        </p:spPr>
        <p:txBody>
          <a:bodyPr anchor="ctr"/>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facilisis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augue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urna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tortor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Donec convallis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sem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ac nisi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posuere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varius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erat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tincidunt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Integer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quis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nunc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Ut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elementum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hendrerit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Vivamus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lorem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tempor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molestie</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rhoncus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vitae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massa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onec</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viverra</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a:t>
            </a:r>
          </a:p>
        </p:txBody>
      </p:sp>
      <p:grpSp>
        <p:nvGrpSpPr>
          <p:cNvPr id="9" name="Group 8">
            <a:extLst>
              <a:ext uri="{FF2B5EF4-FFF2-40B4-BE49-F238E27FC236}">
                <a16:creationId xmlns:a16="http://schemas.microsoft.com/office/drawing/2014/main" id="{AF4B6F23-A2BA-3B6C-3A54-40623A159287}"/>
              </a:ext>
            </a:extLst>
          </p:cNvPr>
          <p:cNvGrpSpPr/>
          <p:nvPr userDrawn="1"/>
        </p:nvGrpSpPr>
        <p:grpSpPr>
          <a:xfrm>
            <a:off x="6240269" y="3882316"/>
            <a:ext cx="438528" cy="109738"/>
            <a:chOff x="1275907" y="4316141"/>
            <a:chExt cx="438528" cy="109738"/>
          </a:xfrm>
        </p:grpSpPr>
        <p:cxnSp>
          <p:nvCxnSpPr>
            <p:cNvPr id="10" name="Straight Connector 9">
              <a:extLst>
                <a:ext uri="{FF2B5EF4-FFF2-40B4-BE49-F238E27FC236}">
                  <a16:creationId xmlns:a16="http://schemas.microsoft.com/office/drawing/2014/main" id="{9E5DDF32-F339-08FD-1C45-8B9ED7336BED}"/>
                </a:ext>
              </a:extLst>
            </p:cNvPr>
            <p:cNvCxnSpPr>
              <a:cxnSpLocks/>
            </p:cNvCxnSpPr>
            <p:nvPr/>
          </p:nvCxnSpPr>
          <p:spPr>
            <a:xfrm>
              <a:off x="1275907" y="4371010"/>
              <a:ext cx="383659" cy="0"/>
            </a:xfrm>
            <a:prstGeom prst="line">
              <a:avLst/>
            </a:prstGeom>
            <a:ln w="12700">
              <a:solidFill>
                <a:srgbClr val="0070F2"/>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5A0E6D5-EA12-E022-A571-1F66E16BA148}"/>
                </a:ext>
              </a:extLst>
            </p:cNvPr>
            <p:cNvSpPr/>
            <p:nvPr/>
          </p:nvSpPr>
          <p:spPr>
            <a:xfrm>
              <a:off x="1604697" y="4316141"/>
              <a:ext cx="109738" cy="109738"/>
            </a:xfrm>
            <a:prstGeom prst="ellipse">
              <a:avLst/>
            </a:prstGeom>
            <a:solidFill>
              <a:srgbClr val="0070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12" name="Group 11">
            <a:extLst>
              <a:ext uri="{FF2B5EF4-FFF2-40B4-BE49-F238E27FC236}">
                <a16:creationId xmlns:a16="http://schemas.microsoft.com/office/drawing/2014/main" id="{CC01C7D7-DB26-E94B-636D-AFB0ADAFCB50}"/>
              </a:ext>
            </a:extLst>
          </p:cNvPr>
          <p:cNvGrpSpPr/>
          <p:nvPr userDrawn="1"/>
        </p:nvGrpSpPr>
        <p:grpSpPr>
          <a:xfrm>
            <a:off x="9153237" y="3882316"/>
            <a:ext cx="438528" cy="109738"/>
            <a:chOff x="1275907" y="4316141"/>
            <a:chExt cx="438528" cy="109738"/>
          </a:xfrm>
        </p:grpSpPr>
        <p:cxnSp>
          <p:nvCxnSpPr>
            <p:cNvPr id="13" name="Straight Connector 12">
              <a:extLst>
                <a:ext uri="{FF2B5EF4-FFF2-40B4-BE49-F238E27FC236}">
                  <a16:creationId xmlns:a16="http://schemas.microsoft.com/office/drawing/2014/main" id="{BF116B0F-92A9-D866-0BEE-31002E2E94F8}"/>
                </a:ext>
              </a:extLst>
            </p:cNvPr>
            <p:cNvCxnSpPr>
              <a:cxnSpLocks/>
            </p:cNvCxnSpPr>
            <p:nvPr/>
          </p:nvCxnSpPr>
          <p:spPr>
            <a:xfrm>
              <a:off x="1275907" y="4371010"/>
              <a:ext cx="383659" cy="0"/>
            </a:xfrm>
            <a:prstGeom prst="line">
              <a:avLst/>
            </a:prstGeom>
            <a:ln w="12700">
              <a:solidFill>
                <a:srgbClr val="0070F2"/>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E90761C4-A364-5781-5C15-688598499AC1}"/>
                </a:ext>
              </a:extLst>
            </p:cNvPr>
            <p:cNvSpPr/>
            <p:nvPr/>
          </p:nvSpPr>
          <p:spPr>
            <a:xfrm>
              <a:off x="1604697" y="4316141"/>
              <a:ext cx="109738" cy="109738"/>
            </a:xfrm>
            <a:prstGeom prst="ellipse">
              <a:avLst/>
            </a:prstGeom>
            <a:solidFill>
              <a:srgbClr val="0070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sp>
        <p:nvSpPr>
          <p:cNvPr id="20" name="Text Placeholder 19">
            <a:extLst>
              <a:ext uri="{FF2B5EF4-FFF2-40B4-BE49-F238E27FC236}">
                <a16:creationId xmlns:a16="http://schemas.microsoft.com/office/drawing/2014/main" id="{97D8F05D-AD23-B989-29F7-8667803A8159}"/>
              </a:ext>
            </a:extLst>
          </p:cNvPr>
          <p:cNvSpPr>
            <a:spLocks noGrp="1"/>
          </p:cNvSpPr>
          <p:nvPr>
            <p:ph type="body" sz="quarter" idx="14" hasCustomPrompt="1"/>
          </p:nvPr>
        </p:nvSpPr>
        <p:spPr>
          <a:xfrm>
            <a:off x="6146519" y="4105592"/>
            <a:ext cx="2732272" cy="38267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1pPr>
            <a:lvl2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2pPr>
            <a:lvl3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3pPr>
            <a:lvl4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4pPr>
            <a:lvl5pPr marL="0" indent="0" algn="l" defTabSz="914400" rtl="0" eaLnBrk="1" latinLnBrk="0" hangingPunct="1">
              <a:lnSpc>
                <a:spcPct val="90000"/>
              </a:lnSpc>
              <a:spcBef>
                <a:spcPts val="1000"/>
              </a:spcBef>
              <a:buFont typeface="Arial" panose="020B0604020202020204" pitchFamily="34" charset="0"/>
              <a:buNone/>
              <a:defRPr lang="en-US" sz="2000" kern="1200" dirty="0">
                <a:solidFill>
                  <a:srgbClr val="00144A"/>
                </a:solidFill>
                <a:latin typeface="72" panose="020B0503030000000003" pitchFamily="34" charset="0"/>
                <a:ea typeface="Roboto" panose="02000000000000000000" pitchFamily="2" charset="0"/>
                <a:cs typeface="72" panose="020B0503030000000003" pitchFamily="34" charset="0"/>
              </a:defRPr>
            </a:lvl5pPr>
          </a:lstStyle>
          <a:p>
            <a:pPr>
              <a:lnSpc>
                <a:spcPct val="90000"/>
              </a:lnSpc>
            </a:pPr>
            <a:r>
              <a:rPr lang="en-US" sz="2000">
                <a:solidFill>
                  <a:schemeClr val="accent1"/>
                </a:solidFill>
                <a:latin typeface="72" panose="020B0503030000000003" pitchFamily="34" charset="0"/>
                <a:ea typeface="Roboto" panose="02000000000000000000" pitchFamily="2" charset="0"/>
                <a:cs typeface="72" panose="020B0503030000000003" pitchFamily="34" charset="0"/>
              </a:rPr>
              <a:t>Our Vision </a:t>
            </a:r>
          </a:p>
        </p:txBody>
      </p:sp>
      <p:sp>
        <p:nvSpPr>
          <p:cNvPr id="22" name="Text Placeholder 19">
            <a:extLst>
              <a:ext uri="{FF2B5EF4-FFF2-40B4-BE49-F238E27FC236}">
                <a16:creationId xmlns:a16="http://schemas.microsoft.com/office/drawing/2014/main" id="{0B010721-DF8A-97AB-6900-269D5BDDD577}"/>
              </a:ext>
            </a:extLst>
          </p:cNvPr>
          <p:cNvSpPr>
            <a:spLocks noGrp="1"/>
          </p:cNvSpPr>
          <p:nvPr>
            <p:ph type="body" sz="quarter" idx="15" hasCustomPrompt="1"/>
          </p:nvPr>
        </p:nvSpPr>
        <p:spPr>
          <a:xfrm>
            <a:off x="9042119" y="4105592"/>
            <a:ext cx="2732272" cy="382674"/>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1pPr>
            <a:lvl2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2pPr>
            <a:lvl3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3pPr>
            <a:lvl4pPr marL="0" indent="0" algn="l" defTabSz="914400" rtl="0" eaLnBrk="1" latinLnBrk="0" hangingPunct="1">
              <a:lnSpc>
                <a:spcPct val="90000"/>
              </a:lnSpc>
              <a:spcBef>
                <a:spcPts val="1000"/>
              </a:spcBef>
              <a:buFont typeface="Arial" panose="020B0604020202020204" pitchFamily="34" charset="0"/>
              <a:buNone/>
              <a:defRPr lang="en-GB" sz="2000" kern="1200" dirty="0" smtClean="0">
                <a:solidFill>
                  <a:srgbClr val="00144A"/>
                </a:solidFill>
                <a:latin typeface="72" panose="020B0503030000000003" pitchFamily="34" charset="0"/>
                <a:ea typeface="Roboto" panose="02000000000000000000" pitchFamily="2" charset="0"/>
                <a:cs typeface="72" panose="020B0503030000000003" pitchFamily="34" charset="0"/>
              </a:defRPr>
            </a:lvl4pPr>
            <a:lvl5pPr marL="0" indent="0" algn="l" defTabSz="914400" rtl="0" eaLnBrk="1" latinLnBrk="0" hangingPunct="1">
              <a:lnSpc>
                <a:spcPct val="90000"/>
              </a:lnSpc>
              <a:spcBef>
                <a:spcPts val="1000"/>
              </a:spcBef>
              <a:buFont typeface="Arial" panose="020B0604020202020204" pitchFamily="34" charset="0"/>
              <a:buNone/>
              <a:defRPr lang="en-US" sz="2000" kern="1200" dirty="0">
                <a:solidFill>
                  <a:srgbClr val="00144A"/>
                </a:solidFill>
                <a:latin typeface="72" panose="020B0503030000000003" pitchFamily="34" charset="0"/>
                <a:ea typeface="Roboto" panose="02000000000000000000" pitchFamily="2" charset="0"/>
                <a:cs typeface="72" panose="020B0503030000000003" pitchFamily="34" charset="0"/>
              </a:defRPr>
            </a:lvl5pPr>
          </a:lstStyle>
          <a:p>
            <a:pPr>
              <a:lnSpc>
                <a:spcPct val="90000"/>
              </a:lnSpc>
            </a:pPr>
            <a:r>
              <a:rPr lang="en-ID" sz="2000">
                <a:solidFill>
                  <a:schemeClr val="accent1"/>
                </a:solidFill>
                <a:latin typeface="72" panose="020B0503030000000003" pitchFamily="34" charset="0"/>
                <a:ea typeface="Roboto" panose="02000000000000000000" pitchFamily="2" charset="0"/>
                <a:cs typeface="72" panose="020B0503030000000003" pitchFamily="34" charset="0"/>
              </a:rPr>
              <a:t>Empowering Cloud </a:t>
            </a:r>
          </a:p>
        </p:txBody>
      </p:sp>
      <p:sp>
        <p:nvSpPr>
          <p:cNvPr id="23" name="Text Placeholder 31">
            <a:extLst>
              <a:ext uri="{FF2B5EF4-FFF2-40B4-BE49-F238E27FC236}">
                <a16:creationId xmlns:a16="http://schemas.microsoft.com/office/drawing/2014/main" id="{78D1FAA2-1C4F-CE19-3069-3F5424E0E47F}"/>
              </a:ext>
            </a:extLst>
          </p:cNvPr>
          <p:cNvSpPr>
            <a:spLocks noGrp="1"/>
          </p:cNvSpPr>
          <p:nvPr>
            <p:ph type="body" sz="quarter" idx="16" hasCustomPrompt="1"/>
          </p:nvPr>
        </p:nvSpPr>
        <p:spPr>
          <a:xfrm>
            <a:off x="6157879" y="4595259"/>
            <a:ext cx="2717549" cy="1118297"/>
          </a:xfrm>
          <a:prstGeom prst="rect">
            <a:avLst/>
          </a:prstGeom>
        </p:spPr>
        <p:txBody>
          <a:bodyPr anchor="t"/>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p>
        </p:txBody>
      </p:sp>
      <p:sp>
        <p:nvSpPr>
          <p:cNvPr id="25" name="Text Placeholder 31">
            <a:extLst>
              <a:ext uri="{FF2B5EF4-FFF2-40B4-BE49-F238E27FC236}">
                <a16:creationId xmlns:a16="http://schemas.microsoft.com/office/drawing/2014/main" id="{F1C80DBB-5A1E-7ACD-6694-E5C9B1BE2AF6}"/>
              </a:ext>
            </a:extLst>
          </p:cNvPr>
          <p:cNvSpPr>
            <a:spLocks noGrp="1"/>
          </p:cNvSpPr>
          <p:nvPr>
            <p:ph type="body" sz="quarter" idx="17" hasCustomPrompt="1"/>
          </p:nvPr>
        </p:nvSpPr>
        <p:spPr>
          <a:xfrm>
            <a:off x="9053479" y="4595259"/>
            <a:ext cx="2717549" cy="1118297"/>
          </a:xfrm>
          <a:prstGeom prst="rect">
            <a:avLst/>
          </a:prstGeom>
        </p:spPr>
        <p:txBody>
          <a:bodyPr anchor="t"/>
          <a:lstStyle>
            <a:lvl1pPr marL="0" indent="0">
              <a:lnSpc>
                <a:spcPts val="1340"/>
              </a:lnSpc>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Lorem ipsum dolor sit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amet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consectetur</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adipiscing</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elit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Duis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suscipit</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arcu</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sed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sodales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dignissim</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nisi ipsum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ultrices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r>
              <a:rPr lang="en-US" sz="1200" b="0" err="1">
                <a:solidFill>
                  <a:schemeClr val="accent4"/>
                </a:solidFill>
                <a:latin typeface="72" panose="020B0503030000000003" pitchFamily="34" charset="0"/>
                <a:ea typeface="Roboto Light" panose="02000000000000000000" pitchFamily="2" charset="0"/>
                <a:cs typeface="72" panose="020B0503030000000003" pitchFamily="34" charset="0"/>
              </a:rPr>
              <a:t>risus</a:t>
            </a:r>
            <a:r>
              <a:rPr lang="en-US" sz="1200" b="0">
                <a:solidFill>
                  <a:schemeClr val="accent4"/>
                </a:solidFill>
                <a:latin typeface="72" panose="020B0503030000000003" pitchFamily="34" charset="0"/>
                <a:ea typeface="Roboto Light" panose="02000000000000000000" pitchFamily="2" charset="0"/>
                <a:cs typeface="72" panose="020B0503030000000003" pitchFamily="34" charset="0"/>
              </a:rPr>
              <a:t>, </a:t>
            </a:r>
          </a:p>
        </p:txBody>
      </p:sp>
      <p:sp>
        <p:nvSpPr>
          <p:cNvPr id="2" name="Title 16">
            <a:extLst>
              <a:ext uri="{FF2B5EF4-FFF2-40B4-BE49-F238E27FC236}">
                <a16:creationId xmlns:a16="http://schemas.microsoft.com/office/drawing/2014/main" id="{C488F8C8-6EB3-BBBB-00F0-73C518798461}"/>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a:defRPr/>
            </a:pPr>
            <a:r>
              <a:rPr lang="en-US" sz="2800">
                <a:solidFill>
                  <a:srgbClr val="0070F2"/>
                </a:solidFill>
                <a:latin typeface="72 Semibold" panose="020B0603030000000003" pitchFamily="34" charset="0"/>
                <a:cs typeface="72 Semibold" panose="020B0603030000000003" pitchFamily="34" charset="0"/>
              </a:rPr>
              <a:t>Plain content slide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endParaRPr lang="en-US" sz="2800"/>
          </a:p>
        </p:txBody>
      </p:sp>
    </p:spTree>
    <p:extLst>
      <p:ext uri="{BB962C8B-B14F-4D97-AF65-F5344CB8AC3E}">
        <p14:creationId xmlns:p14="http://schemas.microsoft.com/office/powerpoint/2010/main" val="1572620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A551B9BF-B7F1-4823-134F-5DE79A168D1E}"/>
              </a:ext>
            </a:extLst>
          </p:cNvPr>
          <p:cNvGrpSpPr/>
          <p:nvPr userDrawn="1"/>
        </p:nvGrpSpPr>
        <p:grpSpPr>
          <a:xfrm>
            <a:off x="413014" y="4544212"/>
            <a:ext cx="438528" cy="109738"/>
            <a:chOff x="1275907" y="4316141"/>
            <a:chExt cx="438528" cy="109738"/>
          </a:xfrm>
        </p:grpSpPr>
        <p:cxnSp>
          <p:nvCxnSpPr>
            <p:cNvPr id="74" name="Straight Connector 73">
              <a:extLst>
                <a:ext uri="{FF2B5EF4-FFF2-40B4-BE49-F238E27FC236}">
                  <a16:creationId xmlns:a16="http://schemas.microsoft.com/office/drawing/2014/main" id="{FC4F45DE-825B-C5CA-E208-461DD1C30BC7}"/>
                </a:ext>
              </a:extLst>
            </p:cNvPr>
            <p:cNvCxnSpPr>
              <a:cxnSpLocks/>
            </p:cNvCxnSpPr>
            <p:nvPr/>
          </p:nvCxnSpPr>
          <p:spPr>
            <a:xfrm>
              <a:off x="1275907" y="4371010"/>
              <a:ext cx="3836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9ADFE657-8349-127E-283B-F29644CF850F}"/>
                </a:ext>
              </a:extLst>
            </p:cNvPr>
            <p:cNvSpPr/>
            <p:nvPr/>
          </p:nvSpPr>
          <p:spPr>
            <a:xfrm>
              <a:off x="1604697" y="4316141"/>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latin typeface="72" panose="020B0503030000000003" pitchFamily="34" charset="0"/>
                <a:cs typeface="72" panose="020B0503030000000003" pitchFamily="34" charset="0"/>
              </a:endParaRPr>
            </a:p>
          </p:txBody>
        </p:sp>
      </p:grpSp>
      <p:pic>
        <p:nvPicPr>
          <p:cNvPr id="77" name="Picture 76" descr="A person and person standing at a table looking at a computer&#10;&#10;Description automatically generated">
            <a:extLst>
              <a:ext uri="{FF2B5EF4-FFF2-40B4-BE49-F238E27FC236}">
                <a16:creationId xmlns:a16="http://schemas.microsoft.com/office/drawing/2014/main" id="{F3BE8666-7D6B-9283-7B8B-19042FA8C32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666893" y="0"/>
            <a:ext cx="4525108" cy="6855538"/>
          </a:xfrm>
          <a:prstGeom prst="rect">
            <a:avLst/>
          </a:prstGeom>
        </p:spPr>
      </p:pic>
      <p:sp>
        <p:nvSpPr>
          <p:cNvPr id="80" name="Text Placeholder 79">
            <a:extLst>
              <a:ext uri="{FF2B5EF4-FFF2-40B4-BE49-F238E27FC236}">
                <a16:creationId xmlns:a16="http://schemas.microsoft.com/office/drawing/2014/main" id="{A8A30C40-F7EF-C404-D98B-1A2AC69FDEF6}"/>
              </a:ext>
            </a:extLst>
          </p:cNvPr>
          <p:cNvSpPr>
            <a:spLocks noGrp="1"/>
          </p:cNvSpPr>
          <p:nvPr>
            <p:ph type="body" sz="quarter" idx="10" hasCustomPrompt="1"/>
          </p:nvPr>
        </p:nvSpPr>
        <p:spPr>
          <a:xfrm>
            <a:off x="180447" y="-187312"/>
            <a:ext cx="914400" cy="914400"/>
          </a:xfrm>
          <a:prstGeom prst="rect">
            <a:avLst/>
          </a:prstGeom>
        </p:spPr>
        <p:txBody>
          <a:bodyPr/>
          <a:lstStyle>
            <a:lvl1pPr marL="0" indent="0">
              <a:buNone/>
              <a:defRPr sz="30000">
                <a:solidFill>
                  <a:srgbClr val="1990FF"/>
                </a:solidFill>
                <a:latin typeface="72" panose="020B0503030000000003" pitchFamily="34" charset="0"/>
                <a:cs typeface="72" panose="020B0503030000000003" pitchFamily="34" charset="0"/>
              </a:defRPr>
            </a:lvl1pPr>
            <a:lvl2pPr>
              <a:defRPr sz="30000">
                <a:latin typeface="72" panose="020B0503030000000003" pitchFamily="34" charset="0"/>
                <a:cs typeface="72" panose="020B0503030000000003" pitchFamily="34" charset="0"/>
              </a:defRPr>
            </a:lvl2pPr>
            <a:lvl3pPr>
              <a:defRPr sz="30000">
                <a:latin typeface="72" panose="020B0503030000000003" pitchFamily="34" charset="0"/>
                <a:cs typeface="72" panose="020B0503030000000003" pitchFamily="34" charset="0"/>
              </a:defRPr>
            </a:lvl3pPr>
            <a:lvl4pPr>
              <a:defRPr sz="30000">
                <a:latin typeface="72" panose="020B0503030000000003" pitchFamily="34" charset="0"/>
                <a:cs typeface="72" panose="020B0503030000000003" pitchFamily="34" charset="0"/>
              </a:defRPr>
            </a:lvl4pPr>
            <a:lvl5pPr>
              <a:defRPr sz="30000">
                <a:latin typeface="72" panose="020B0503030000000003" pitchFamily="34" charset="0"/>
                <a:cs typeface="72" panose="020B0503030000000003" pitchFamily="34" charset="0"/>
              </a:defRPr>
            </a:lvl5pPr>
          </a:lstStyle>
          <a:p>
            <a:pPr lvl="0"/>
            <a:r>
              <a:rPr lang="en-GB"/>
              <a:t>“</a:t>
            </a:r>
            <a:endParaRPr lang="en-US"/>
          </a:p>
        </p:txBody>
      </p:sp>
      <p:sp>
        <p:nvSpPr>
          <p:cNvPr id="81" name="Text Placeholder 35">
            <a:extLst>
              <a:ext uri="{FF2B5EF4-FFF2-40B4-BE49-F238E27FC236}">
                <a16:creationId xmlns:a16="http://schemas.microsoft.com/office/drawing/2014/main" id="{4163B4AC-A6AA-A7F2-CC4A-EE3F7B68EFFF}"/>
              </a:ext>
            </a:extLst>
          </p:cNvPr>
          <p:cNvSpPr>
            <a:spLocks noGrp="1"/>
          </p:cNvSpPr>
          <p:nvPr>
            <p:ph type="body" sz="quarter" idx="11" hasCustomPrompt="1"/>
          </p:nvPr>
        </p:nvSpPr>
        <p:spPr>
          <a:xfrm>
            <a:off x="310474" y="2445517"/>
            <a:ext cx="6418318" cy="1215970"/>
          </a:xfrm>
          <a:prstGeom prst="rect">
            <a:avLst/>
          </a:prstGeom>
        </p:spPr>
        <p:txBody>
          <a:bodyPr/>
          <a:lstStyle>
            <a:lvl1pPr marL="0" indent="0">
              <a:lnSpc>
                <a:spcPts val="4400"/>
              </a:lnSpc>
              <a:buNone/>
              <a:defRPr sz="4000">
                <a:latin typeface="72" panose="020B0503030000000003" pitchFamily="34" charset="0"/>
                <a:cs typeface="72" panose="020B0503030000000003" pitchFamily="34" charset="0"/>
              </a:defRPr>
            </a:lvl1pPr>
            <a:lvl2pPr marL="457200" indent="0">
              <a:buNone/>
              <a:defRPr sz="4000">
                <a:latin typeface="72" panose="020B0503030000000003" pitchFamily="34" charset="0"/>
                <a:cs typeface="72" panose="020B0503030000000003" pitchFamily="34" charset="0"/>
              </a:defRPr>
            </a:lvl2pPr>
            <a:lvl3pPr marL="914400" indent="0">
              <a:buNone/>
              <a:defRPr sz="4000">
                <a:latin typeface="72" panose="020B0503030000000003" pitchFamily="34" charset="0"/>
                <a:cs typeface="72" panose="020B0503030000000003" pitchFamily="34" charset="0"/>
              </a:defRPr>
            </a:lvl3pPr>
            <a:lvl4pPr marL="1371600" indent="0">
              <a:buNone/>
              <a:defRPr sz="4000">
                <a:latin typeface="72" panose="020B0503030000000003" pitchFamily="34" charset="0"/>
                <a:cs typeface="72" panose="020B0503030000000003" pitchFamily="34" charset="0"/>
              </a:defRPr>
            </a:lvl4pPr>
            <a:lvl5pPr marL="1828800" indent="0">
              <a:buNone/>
              <a:defRPr sz="4000">
                <a:latin typeface="72" panose="020B0503030000000003" pitchFamily="34" charset="0"/>
                <a:cs typeface="72" panose="020B0503030000000003" pitchFamily="34" charset="0"/>
              </a:defRPr>
            </a:lvl5pPr>
          </a:lstStyle>
          <a:p>
            <a:pPr>
              <a:lnSpc>
                <a:spcPct val="90000"/>
              </a:lnSpc>
            </a:pPr>
            <a:r>
              <a:rPr lang="en-ID" sz="4000">
                <a:latin typeface="72" panose="020B0503030000000003" pitchFamily="34" charset="0"/>
                <a:ea typeface="Roboto" panose="02000000000000000000" pitchFamily="2" charset="0"/>
                <a:cs typeface="72" panose="020B0503030000000003" pitchFamily="34" charset="0"/>
              </a:rPr>
              <a:t>With technology, we can achieve the unimaginable.</a:t>
            </a:r>
            <a:endParaRPr lang="en-US" sz="4000">
              <a:latin typeface="72" panose="020B0503030000000003" pitchFamily="34" charset="0"/>
              <a:ea typeface="Roboto" panose="02000000000000000000" pitchFamily="2" charset="0"/>
              <a:cs typeface="72" panose="020B0503030000000003" pitchFamily="34" charset="0"/>
            </a:endParaRPr>
          </a:p>
        </p:txBody>
      </p:sp>
      <p:sp>
        <p:nvSpPr>
          <p:cNvPr id="83" name="Text Placeholder 82">
            <a:extLst>
              <a:ext uri="{FF2B5EF4-FFF2-40B4-BE49-F238E27FC236}">
                <a16:creationId xmlns:a16="http://schemas.microsoft.com/office/drawing/2014/main" id="{3CF44A3B-31BB-DAC5-F419-6CF9899620AA}"/>
              </a:ext>
            </a:extLst>
          </p:cNvPr>
          <p:cNvSpPr>
            <a:spLocks noGrp="1"/>
          </p:cNvSpPr>
          <p:nvPr>
            <p:ph type="body" sz="quarter" idx="12" hasCustomPrompt="1"/>
          </p:nvPr>
        </p:nvSpPr>
        <p:spPr>
          <a:xfrm>
            <a:off x="310474" y="4801084"/>
            <a:ext cx="5929989" cy="359344"/>
          </a:xfrm>
          <a:prstGeom prst="rect">
            <a:avLst/>
          </a:prstGeom>
        </p:spPr>
        <p:txBody>
          <a:bodyPr/>
          <a:lstStyle>
            <a:lvl1pPr marL="0" indent="0">
              <a:buNone/>
              <a:defRPr sz="2000" b="0" i="0">
                <a:solidFill>
                  <a:srgbClr val="1990FF"/>
                </a:solidFill>
                <a:latin typeface="72" panose="020B0503030000000003" pitchFamily="34" charset="0"/>
                <a:cs typeface="72" panose="020B0503030000000003" pitchFamily="34" charset="0"/>
              </a:defRPr>
            </a:lvl1pPr>
            <a:lvl2pPr>
              <a:defRPr sz="2000" b="0" i="0">
                <a:solidFill>
                  <a:srgbClr val="1990FF"/>
                </a:solidFill>
                <a:latin typeface="72" panose="020B0503030000000003" pitchFamily="34" charset="0"/>
                <a:cs typeface="72" panose="020B0503030000000003" pitchFamily="34" charset="0"/>
              </a:defRPr>
            </a:lvl2pPr>
            <a:lvl3pPr>
              <a:defRPr sz="2000" b="0" i="0">
                <a:solidFill>
                  <a:srgbClr val="1990FF"/>
                </a:solidFill>
                <a:latin typeface="72" panose="020B0503030000000003" pitchFamily="34" charset="0"/>
                <a:cs typeface="72" panose="020B0503030000000003" pitchFamily="34" charset="0"/>
              </a:defRPr>
            </a:lvl3pPr>
            <a:lvl4pPr>
              <a:defRPr sz="2000" b="0" i="0">
                <a:solidFill>
                  <a:srgbClr val="1990FF"/>
                </a:solidFill>
                <a:latin typeface="72" panose="020B0503030000000003" pitchFamily="34" charset="0"/>
                <a:cs typeface="72" panose="020B0503030000000003" pitchFamily="34" charset="0"/>
              </a:defRPr>
            </a:lvl4pPr>
            <a:lvl5pPr>
              <a:defRPr sz="2000" b="0" i="0">
                <a:solidFill>
                  <a:srgbClr val="1990FF"/>
                </a:solidFill>
                <a:latin typeface="72" panose="020B0503030000000003" pitchFamily="34" charset="0"/>
                <a:cs typeface="72" panose="020B0503030000000003" pitchFamily="34" charset="0"/>
              </a:defRPr>
            </a:lvl5pPr>
          </a:lstStyle>
          <a:p>
            <a:pPr lvl="0"/>
            <a:r>
              <a:rPr lang="en-GB"/>
              <a:t>Name</a:t>
            </a:r>
            <a:endParaRPr lang="en-US"/>
          </a:p>
        </p:txBody>
      </p:sp>
      <p:sp>
        <p:nvSpPr>
          <p:cNvPr id="84" name="Text Placeholder 31">
            <a:extLst>
              <a:ext uri="{FF2B5EF4-FFF2-40B4-BE49-F238E27FC236}">
                <a16:creationId xmlns:a16="http://schemas.microsoft.com/office/drawing/2014/main" id="{13D18DD5-D1CB-488B-A501-8BCE2216F488}"/>
              </a:ext>
            </a:extLst>
          </p:cNvPr>
          <p:cNvSpPr>
            <a:spLocks noGrp="1"/>
          </p:cNvSpPr>
          <p:nvPr>
            <p:ph type="body" sz="quarter" idx="13" hasCustomPrompt="1"/>
          </p:nvPr>
        </p:nvSpPr>
        <p:spPr>
          <a:xfrm>
            <a:off x="310473" y="5243489"/>
            <a:ext cx="5929989" cy="293186"/>
          </a:xfrm>
          <a:prstGeom prst="rect">
            <a:avLst/>
          </a:prstGeom>
        </p:spPr>
        <p:txBody>
          <a:bodyPr/>
          <a:lstStyle>
            <a:lvl1pPr marL="0" indent="0">
              <a:buNone/>
              <a:defRPr sz="1200">
                <a:latin typeface="72" panose="020B0503030000000003" pitchFamily="34" charset="0"/>
                <a:cs typeface="72" panose="020B0503030000000003" pitchFamily="34" charset="0"/>
              </a:defRPr>
            </a:lvl1pPr>
            <a:lvl2pPr marL="457200" indent="0">
              <a:buNone/>
              <a:defRPr sz="1200">
                <a:latin typeface="72" panose="020B0503030000000003" pitchFamily="34" charset="0"/>
                <a:cs typeface="72" panose="020B0503030000000003" pitchFamily="34" charset="0"/>
              </a:defRPr>
            </a:lvl2pPr>
            <a:lvl3pPr marL="914400" indent="0">
              <a:buNone/>
              <a:defRPr sz="1200">
                <a:latin typeface="72" panose="020B0503030000000003" pitchFamily="34" charset="0"/>
                <a:cs typeface="72" panose="020B0503030000000003" pitchFamily="34" charset="0"/>
              </a:defRPr>
            </a:lvl3pPr>
            <a:lvl4pPr marL="1371600" indent="0">
              <a:buNone/>
              <a:defRPr sz="1200">
                <a:latin typeface="72" panose="020B0503030000000003" pitchFamily="34" charset="0"/>
                <a:cs typeface="72" panose="020B0503030000000003" pitchFamily="34" charset="0"/>
              </a:defRPr>
            </a:lvl4pPr>
            <a:lvl5pPr marL="1828800" indent="0">
              <a:buNone/>
              <a:defRPr sz="1200">
                <a:latin typeface="72" panose="020B0503030000000003" pitchFamily="34" charset="0"/>
                <a:cs typeface="72" panose="020B0503030000000003" pitchFamily="34" charset="0"/>
              </a:defRPr>
            </a:lvl5pPr>
          </a:lstStyle>
          <a:p>
            <a:r>
              <a:rPr lang="en-US" sz="1200">
                <a:solidFill>
                  <a:schemeClr val="tx1">
                    <a:lumMod val="75000"/>
                    <a:lumOff val="25000"/>
                  </a:schemeClr>
                </a:solidFill>
                <a:latin typeface="72" panose="020B0503030000000003" pitchFamily="34" charset="0"/>
                <a:ea typeface="Roboto Light" panose="02000000000000000000" pitchFamily="2" charset="0"/>
                <a:cs typeface="72" panose="020B0503030000000003" pitchFamily="34" charset="0"/>
              </a:rPr>
              <a:t>IT Expert</a:t>
            </a:r>
          </a:p>
        </p:txBody>
      </p:sp>
    </p:spTree>
    <p:extLst>
      <p:ext uri="{BB962C8B-B14F-4D97-AF65-F5344CB8AC3E}">
        <p14:creationId xmlns:p14="http://schemas.microsoft.com/office/powerpoint/2010/main" val="4009307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4224E065-DC18-512B-81BB-FC0055EC6AED}"/>
              </a:ext>
            </a:extLst>
          </p:cNvPr>
          <p:cNvSpPr>
            <a:spLocks noGrp="1"/>
          </p:cNvSpPr>
          <p:nvPr>
            <p:ph type="title"/>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a:defRPr/>
            </a:pPr>
            <a:r>
              <a:rPr lang="en-US" sz="2800"/>
              <a:t>Click to edit Master title style</a:t>
            </a:r>
          </a:p>
        </p:txBody>
      </p:sp>
    </p:spTree>
    <p:extLst>
      <p:ext uri="{BB962C8B-B14F-4D97-AF65-F5344CB8AC3E}">
        <p14:creationId xmlns:p14="http://schemas.microsoft.com/office/powerpoint/2010/main" val="258405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4224E065-DC18-512B-81BB-FC0055EC6AED}"/>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800">
                <a:solidFill>
                  <a:srgbClr val="0070F2"/>
                </a:solidFill>
                <a:latin typeface="72 Semibold" panose="020B0603030000000003" pitchFamily="34" charset="0"/>
                <a:cs typeface="72 Semibold" panose="020B0603030000000003" pitchFamily="34" charset="0"/>
              </a:rPr>
              <a:t>Infographic slide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endParaRPr lang="en-US" sz="2800"/>
          </a:p>
        </p:txBody>
      </p:sp>
    </p:spTree>
    <p:extLst>
      <p:ext uri="{BB962C8B-B14F-4D97-AF65-F5344CB8AC3E}">
        <p14:creationId xmlns:p14="http://schemas.microsoft.com/office/powerpoint/2010/main" val="4200396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4224E065-DC18-512B-81BB-FC0055EC6AED}"/>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a:defRPr/>
            </a:pPr>
            <a:r>
              <a:rPr lang="en-US" sz="2800">
                <a:solidFill>
                  <a:srgbClr val="0070F2"/>
                </a:solidFill>
                <a:latin typeface="72 Semibold" panose="020B0603030000000003" pitchFamily="34" charset="0"/>
                <a:cs typeface="72 Semibold" panose="020B0603030000000003" pitchFamily="34" charset="0"/>
              </a:rPr>
              <a:t>Timeline slide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endParaRPr lang="en-US" sz="2800"/>
          </a:p>
        </p:txBody>
      </p:sp>
    </p:spTree>
    <p:extLst>
      <p:ext uri="{BB962C8B-B14F-4D97-AF65-F5344CB8AC3E}">
        <p14:creationId xmlns:p14="http://schemas.microsoft.com/office/powerpoint/2010/main" val="3266634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4224E065-DC18-512B-81BB-FC0055EC6AED}"/>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r>
              <a:rPr lang="en-US" sz="2800">
                <a:solidFill>
                  <a:srgbClr val="0070F2"/>
                </a:solidFill>
                <a:latin typeface="72 Semibold" panose="020B0603030000000003" pitchFamily="34" charset="0"/>
                <a:cs typeface="72 Semibold" panose="020B0603030000000003" pitchFamily="34" charset="0"/>
              </a:rPr>
              <a:t>Charts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p>
        </p:txBody>
      </p:sp>
    </p:spTree>
    <p:extLst>
      <p:ext uri="{BB962C8B-B14F-4D97-AF65-F5344CB8AC3E}">
        <p14:creationId xmlns:p14="http://schemas.microsoft.com/office/powerpoint/2010/main" val="3723696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4224E065-DC18-512B-81BB-FC0055EC6AED}"/>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r>
              <a:rPr lang="en-US" sz="2800">
                <a:solidFill>
                  <a:srgbClr val="0070F2"/>
                </a:solidFill>
                <a:latin typeface="72 Semibold" panose="020B0603030000000003" pitchFamily="34" charset="0"/>
                <a:cs typeface="72 Semibold" panose="020B0603030000000003" pitchFamily="34" charset="0"/>
              </a:rPr>
              <a:t>Table 1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p>
        </p:txBody>
      </p:sp>
    </p:spTree>
    <p:extLst>
      <p:ext uri="{BB962C8B-B14F-4D97-AF65-F5344CB8AC3E}">
        <p14:creationId xmlns:p14="http://schemas.microsoft.com/office/powerpoint/2010/main" val="1673622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4224E065-DC18-512B-81BB-FC0055EC6AED}"/>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r>
              <a:rPr lang="en-US" sz="2800">
                <a:solidFill>
                  <a:srgbClr val="0070F2"/>
                </a:solidFill>
                <a:latin typeface="72 Semibold" panose="020B0603030000000003" pitchFamily="34" charset="0"/>
                <a:cs typeface="72 Semibold" panose="020B0603030000000003" pitchFamily="34" charset="0"/>
              </a:rPr>
              <a:t>Table 2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p>
        </p:txBody>
      </p:sp>
    </p:spTree>
    <p:extLst>
      <p:ext uri="{BB962C8B-B14F-4D97-AF65-F5344CB8AC3E}">
        <p14:creationId xmlns:p14="http://schemas.microsoft.com/office/powerpoint/2010/main" val="2127443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Title 16">
            <a:extLst>
              <a:ext uri="{FF2B5EF4-FFF2-40B4-BE49-F238E27FC236}">
                <a16:creationId xmlns:a16="http://schemas.microsoft.com/office/drawing/2014/main" id="{4224E065-DC18-512B-81BB-FC0055EC6AED}"/>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r>
              <a:rPr lang="en-US" sz="2800">
                <a:solidFill>
                  <a:srgbClr val="0070F2"/>
                </a:solidFill>
                <a:latin typeface="72 Semibold" panose="020B0603030000000003" pitchFamily="34" charset="0"/>
                <a:cs typeface="72 Semibold" panose="020B0603030000000003" pitchFamily="34" charset="0"/>
              </a:rPr>
              <a:t>Table 3 | </a:t>
            </a:r>
            <a:r>
              <a:rPr lang="en-US" sz="2800">
                <a:solidFill>
                  <a:srgbClr val="002A86"/>
                </a:solidFill>
                <a:latin typeface="72 Semibold" panose="020B0603030000000003" pitchFamily="34" charset="0"/>
                <a:cs typeface="72 Semibold" panose="020B0603030000000003" pitchFamily="34" charset="0"/>
              </a:rPr>
              <a:t>Heading</a:t>
            </a:r>
            <a:r>
              <a:rPr lang="en-US" sz="2800">
                <a:solidFill>
                  <a:srgbClr val="0070F2"/>
                </a:solidFill>
                <a:latin typeface="72 Semibold" panose="020B0603030000000003" pitchFamily="34" charset="0"/>
                <a:cs typeface="72 Semibold" panose="020B0603030000000003" pitchFamily="34" charset="0"/>
              </a:rPr>
              <a:t> </a:t>
            </a:r>
            <a:r>
              <a:rPr lang="en-US" sz="2800">
                <a:solidFill>
                  <a:srgbClr val="002A86"/>
                </a:solidFill>
                <a:latin typeface="72 Semibold" panose="020B0603030000000003" pitchFamily="34" charset="0"/>
                <a:cs typeface="72 Semibold" panose="020B0603030000000003" pitchFamily="34" charset="0"/>
              </a:rPr>
              <a:t>goes here in font 72 semibold size 28</a:t>
            </a:r>
          </a:p>
        </p:txBody>
      </p:sp>
    </p:spTree>
    <p:extLst>
      <p:ext uri="{BB962C8B-B14F-4D97-AF65-F5344CB8AC3E}">
        <p14:creationId xmlns:p14="http://schemas.microsoft.com/office/powerpoint/2010/main" val="2574283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Layout">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9062A9B-1176-0833-CAD6-DF2FABDF6AC6}"/>
              </a:ext>
            </a:extLst>
          </p:cNvPr>
          <p:cNvSpPr>
            <a:spLocks noGrp="1"/>
          </p:cNvSpPr>
          <p:nvPr>
            <p:ph type="title" hasCustomPrompt="1"/>
          </p:nvPr>
        </p:nvSpPr>
        <p:spPr>
          <a:xfrm>
            <a:off x="324031" y="220671"/>
            <a:ext cx="11470367" cy="647113"/>
          </a:xfrm>
          <a:prstGeom prst="rect">
            <a:avLst/>
          </a:prstGeom>
        </p:spPr>
        <p:txBody>
          <a:bodyPr/>
          <a:lstStyle>
            <a:lvl1pPr marL="0" marR="0" indent="0" algn="l" defTabSz="457200" rtl="0" eaLnBrk="1" fontAlgn="auto" latinLnBrk="0" hangingPunct="1">
              <a:lnSpc>
                <a:spcPts val="3600"/>
              </a:lnSpc>
              <a:spcBef>
                <a:spcPct val="0"/>
              </a:spcBef>
              <a:spcAft>
                <a:spcPts val="0"/>
              </a:spcAft>
              <a:buClrTx/>
              <a:buSzTx/>
              <a:buFontTx/>
              <a:buNone/>
              <a:tabLst/>
              <a:defRPr lang="en-US" sz="2400" b="1" i="0" kern="1200" dirty="0">
                <a:solidFill>
                  <a:srgbClr val="002A86"/>
                </a:solidFill>
                <a:latin typeface="72 Semibold" panose="020B0603030000000003" pitchFamily="34" charset="0"/>
                <a:ea typeface="+mj-ea"/>
                <a:cs typeface="72 Semibold" panose="020B0603030000000003" pitchFamily="34" charset="0"/>
              </a:defRPr>
            </a:lvl1pPr>
          </a:lstStyle>
          <a:p>
            <a:r>
              <a:rPr lang="en-US"/>
              <a:t>Team Profile</a:t>
            </a:r>
          </a:p>
        </p:txBody>
      </p:sp>
      <p:sp>
        <p:nvSpPr>
          <p:cNvPr id="19" name="Text Placeholder 8">
            <a:extLst>
              <a:ext uri="{FF2B5EF4-FFF2-40B4-BE49-F238E27FC236}">
                <a16:creationId xmlns:a16="http://schemas.microsoft.com/office/drawing/2014/main" id="{33502679-A6C7-388E-D08F-DC9049BA9440}"/>
              </a:ext>
            </a:extLst>
          </p:cNvPr>
          <p:cNvSpPr>
            <a:spLocks noGrp="1"/>
          </p:cNvSpPr>
          <p:nvPr>
            <p:ph type="body" sz="quarter" idx="19" hasCustomPrompt="1"/>
          </p:nvPr>
        </p:nvSpPr>
        <p:spPr>
          <a:xfrm>
            <a:off x="345350" y="3262267"/>
            <a:ext cx="11470366" cy="1786021"/>
          </a:xfrm>
          <a:prstGeom prst="rect">
            <a:avLst/>
          </a:prstGeom>
        </p:spPr>
        <p:txBody>
          <a:bodyPr anchor="t"/>
          <a:lstStyle>
            <a:lvl1pPr marL="0" marR="0" indent="0" algn="l" defTabSz="228600" rtl="0" eaLnBrk="1" fontAlgn="auto" latinLnBrk="0" hangingPunct="1">
              <a:lnSpc>
                <a:spcPct val="100000"/>
              </a:lnSpc>
              <a:spcBef>
                <a:spcPts val="0"/>
              </a:spcBef>
              <a:spcAft>
                <a:spcPts val="600"/>
              </a:spcAft>
              <a:buClrTx/>
              <a:buSzTx/>
              <a:buFont typeface="+mj-lt"/>
              <a:buNone/>
              <a:tabLst/>
              <a:defRPr sz="13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0"/>
            <a:endParaRPr lang="en-GB"/>
          </a:p>
        </p:txBody>
      </p:sp>
      <p:sp>
        <p:nvSpPr>
          <p:cNvPr id="20" name="Text Placeholder 8">
            <a:extLst>
              <a:ext uri="{FF2B5EF4-FFF2-40B4-BE49-F238E27FC236}">
                <a16:creationId xmlns:a16="http://schemas.microsoft.com/office/drawing/2014/main" id="{AFA18DAB-7A15-5026-CBE5-067679FE892E}"/>
              </a:ext>
            </a:extLst>
          </p:cNvPr>
          <p:cNvSpPr>
            <a:spLocks noGrp="1"/>
          </p:cNvSpPr>
          <p:nvPr>
            <p:ph type="body" sz="quarter" idx="18" hasCustomPrompt="1"/>
          </p:nvPr>
        </p:nvSpPr>
        <p:spPr>
          <a:xfrm>
            <a:off x="345349" y="2773570"/>
            <a:ext cx="11470367" cy="411360"/>
          </a:xfrm>
          <a:prstGeom prst="rect">
            <a:avLst/>
          </a:prstGeom>
        </p:spPr>
        <p:txBody>
          <a:bodyPr anchor="ctr"/>
          <a:lstStyle>
            <a:lvl1pPr marL="0" inden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23" name="Rectangle: Rounded Corners 1">
            <a:extLst>
              <a:ext uri="{FF2B5EF4-FFF2-40B4-BE49-F238E27FC236}">
                <a16:creationId xmlns:a16="http://schemas.microsoft.com/office/drawing/2014/main" id="{F8BED948-F7C5-F995-7ABD-C0D40E1F1ED2}"/>
              </a:ext>
            </a:extLst>
          </p:cNvPr>
          <p:cNvSpPr/>
          <p:nvPr userDrawn="1"/>
        </p:nvSpPr>
        <p:spPr>
          <a:xfrm>
            <a:off x="421628" y="1241274"/>
            <a:ext cx="1260000" cy="1260000"/>
          </a:xfrm>
          <a:prstGeom prst="roundRect">
            <a:avLst>
              <a:gd name="adj" fmla="val 5490"/>
            </a:avLst>
          </a:prstGeom>
          <a:solidFill>
            <a:schemeClr val="tx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indent="0" algn="ctr" eaLnBrk="1" fontAlgn="auto" hangingPunct="1">
              <a:spcBef>
                <a:spcPts val="0"/>
              </a:spcBef>
              <a:spcAft>
                <a:spcPts val="0"/>
              </a:spcAft>
              <a:buFont typeface="Arial" panose="020B0604020202020204" pitchFamily="34" charset="0"/>
              <a:buNone/>
              <a:defRPr/>
            </a:pPr>
            <a:endParaRPr lang="en-ID" b="0" i="0">
              <a:solidFill>
                <a:srgbClr val="12171C"/>
              </a:solidFill>
              <a:latin typeface="72" panose="020B0503030000000003" pitchFamily="34" charset="0"/>
            </a:endParaRPr>
          </a:p>
        </p:txBody>
      </p:sp>
      <p:sp>
        <p:nvSpPr>
          <p:cNvPr id="24" name="Freeform: Shape 7">
            <a:extLst>
              <a:ext uri="{FF2B5EF4-FFF2-40B4-BE49-F238E27FC236}">
                <a16:creationId xmlns:a16="http://schemas.microsoft.com/office/drawing/2014/main" id="{1C1A36F1-FEAE-C1D9-FEA4-7918A2AA3E10}"/>
              </a:ext>
            </a:extLst>
          </p:cNvPr>
          <p:cNvSpPr>
            <a:spLocks noGrp="1"/>
          </p:cNvSpPr>
          <p:nvPr>
            <p:ph type="pic" sz="quarter" idx="10"/>
          </p:nvPr>
        </p:nvSpPr>
        <p:spPr>
          <a:xfrm>
            <a:off x="511628" y="1331274"/>
            <a:ext cx="1080000" cy="1080000"/>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solidFill>
                  <a:srgbClr val="12171C"/>
                </a:solidFill>
                <a:latin typeface="72" panose="020B0503030000000003" pitchFamily="34" charset="0"/>
                <a:cs typeface="72" panose="020B0503030000000003" pitchFamily="34" charset="0"/>
              </a:defRPr>
            </a:lvl1pPr>
          </a:lstStyle>
          <a:p>
            <a:pPr lvl="0"/>
            <a:r>
              <a:rPr lang="en-US" noProof="0"/>
              <a:t>Click icon to add picture</a:t>
            </a:r>
            <a:endParaRPr lang="en-ID" noProof="0"/>
          </a:p>
        </p:txBody>
      </p:sp>
      <p:sp>
        <p:nvSpPr>
          <p:cNvPr id="25" name="Text Placeholder 43">
            <a:extLst>
              <a:ext uri="{FF2B5EF4-FFF2-40B4-BE49-F238E27FC236}">
                <a16:creationId xmlns:a16="http://schemas.microsoft.com/office/drawing/2014/main" id="{C21B0998-F7B3-4F19-2C19-104A37CC1951}"/>
              </a:ext>
            </a:extLst>
          </p:cNvPr>
          <p:cNvSpPr>
            <a:spLocks noGrp="1"/>
          </p:cNvSpPr>
          <p:nvPr>
            <p:ph type="body" sz="quarter" idx="22" hasCustomPrompt="1"/>
          </p:nvPr>
        </p:nvSpPr>
        <p:spPr>
          <a:xfrm>
            <a:off x="1876121" y="1613711"/>
            <a:ext cx="2156107" cy="233346"/>
          </a:xfrm>
          <a:prstGeom prst="rect">
            <a:avLst/>
          </a:prstGeom>
        </p:spPr>
        <p:txBody>
          <a:bodyPr anchor="ctr"/>
          <a:lstStyle>
            <a:lvl1pPr marL="0" indent="0" algn="l">
              <a:lnSpc>
                <a:spcPts val="1800"/>
              </a:lnSpc>
              <a:buNone/>
              <a:defRPr sz="1600" b="0" i="0">
                <a:solidFill>
                  <a:srgbClr val="12171C"/>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26" name="Text Placeholder 59">
            <a:extLst>
              <a:ext uri="{FF2B5EF4-FFF2-40B4-BE49-F238E27FC236}">
                <a16:creationId xmlns:a16="http://schemas.microsoft.com/office/drawing/2014/main" id="{77859A1C-57CE-9F76-1D35-6EC374E2F2E1}"/>
              </a:ext>
            </a:extLst>
          </p:cNvPr>
          <p:cNvSpPr>
            <a:spLocks noGrp="1"/>
          </p:cNvSpPr>
          <p:nvPr>
            <p:ph type="body" sz="quarter" idx="23" hasCustomPrompt="1"/>
          </p:nvPr>
        </p:nvSpPr>
        <p:spPr>
          <a:xfrm>
            <a:off x="1876122" y="1920206"/>
            <a:ext cx="2156108" cy="229430"/>
          </a:xfrm>
          <a:prstGeom prst="rect">
            <a:avLst/>
          </a:prstGeom>
        </p:spPr>
        <p:txBody>
          <a:bodyPr/>
          <a:lstStyle>
            <a:lvl1pPr marL="0" indent="0" algn="l">
              <a:lnSpc>
                <a:spcPts val="1000"/>
              </a:lnSpc>
              <a:buNone/>
              <a:defRPr sz="1200" b="0" i="0">
                <a:solidFill>
                  <a:srgbClr val="12171C"/>
                </a:solidFill>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Designation</a:t>
            </a:r>
            <a:endParaRPr lang="en-US"/>
          </a:p>
        </p:txBody>
      </p:sp>
    </p:spTree>
    <p:extLst>
      <p:ext uri="{BB962C8B-B14F-4D97-AF65-F5344CB8AC3E}">
        <p14:creationId xmlns:p14="http://schemas.microsoft.com/office/powerpoint/2010/main" val="18345816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Layout">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9062A9B-1176-0833-CAD6-DF2FABDF6AC6}"/>
              </a:ext>
            </a:extLst>
          </p:cNvPr>
          <p:cNvSpPr>
            <a:spLocks noGrp="1"/>
          </p:cNvSpPr>
          <p:nvPr>
            <p:ph type="title" hasCustomPrompt="1"/>
          </p:nvPr>
        </p:nvSpPr>
        <p:spPr>
          <a:xfrm>
            <a:off x="324031" y="220671"/>
            <a:ext cx="11470367" cy="647113"/>
          </a:xfrm>
          <a:prstGeom prst="rect">
            <a:avLst/>
          </a:prstGeom>
        </p:spPr>
        <p:txBody>
          <a:bodyPr/>
          <a:lstStyle>
            <a:lvl1pPr marL="0" marR="0" indent="0" algn="l" defTabSz="457200" rtl="0" eaLnBrk="1" fontAlgn="auto" latinLnBrk="0" hangingPunct="1">
              <a:lnSpc>
                <a:spcPts val="3600"/>
              </a:lnSpc>
              <a:spcBef>
                <a:spcPct val="0"/>
              </a:spcBef>
              <a:spcAft>
                <a:spcPts val="0"/>
              </a:spcAft>
              <a:buClrTx/>
              <a:buSzTx/>
              <a:buFontTx/>
              <a:buNone/>
              <a:tabLst/>
              <a:defRPr lang="en-US" sz="2400" b="1" i="0" kern="1200" dirty="0">
                <a:solidFill>
                  <a:srgbClr val="002A86"/>
                </a:solidFill>
                <a:latin typeface="72 Semibold" panose="020B0603030000000003" pitchFamily="34" charset="0"/>
                <a:ea typeface="+mj-ea"/>
                <a:cs typeface="72 Semibold" panose="020B0603030000000003" pitchFamily="34" charset="0"/>
              </a:defRPr>
            </a:lvl1pPr>
          </a:lstStyle>
          <a:p>
            <a:r>
              <a:rPr lang="en-US"/>
              <a:t>Team Profile</a:t>
            </a:r>
          </a:p>
        </p:txBody>
      </p:sp>
      <p:sp>
        <p:nvSpPr>
          <p:cNvPr id="19" name="Text Placeholder 8">
            <a:extLst>
              <a:ext uri="{FF2B5EF4-FFF2-40B4-BE49-F238E27FC236}">
                <a16:creationId xmlns:a16="http://schemas.microsoft.com/office/drawing/2014/main" id="{33502679-A6C7-388E-D08F-DC9049BA9440}"/>
              </a:ext>
            </a:extLst>
          </p:cNvPr>
          <p:cNvSpPr>
            <a:spLocks noGrp="1"/>
          </p:cNvSpPr>
          <p:nvPr>
            <p:ph type="body" sz="quarter" idx="19" hasCustomPrompt="1"/>
          </p:nvPr>
        </p:nvSpPr>
        <p:spPr>
          <a:xfrm>
            <a:off x="345350" y="3262267"/>
            <a:ext cx="11470366" cy="1786021"/>
          </a:xfrm>
          <a:prstGeom prst="rect">
            <a:avLst/>
          </a:prstGeom>
        </p:spPr>
        <p:txBody>
          <a:bodyPr anchor="t"/>
          <a:lstStyle>
            <a:lvl1pPr marL="0" marR="0" indent="0" algn="l" defTabSz="228600" rtl="0" eaLnBrk="1" fontAlgn="auto" latinLnBrk="0" hangingPunct="1">
              <a:lnSpc>
                <a:spcPct val="100000"/>
              </a:lnSpc>
              <a:spcBef>
                <a:spcPts val="0"/>
              </a:spcBef>
              <a:spcAft>
                <a:spcPts val="600"/>
              </a:spcAft>
              <a:buClrTx/>
              <a:buSzTx/>
              <a:buFont typeface="+mj-lt"/>
              <a:buNone/>
              <a:tabLst/>
              <a:defRPr sz="13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0"/>
            <a:endParaRPr lang="en-GB"/>
          </a:p>
        </p:txBody>
      </p:sp>
      <p:sp>
        <p:nvSpPr>
          <p:cNvPr id="20" name="Text Placeholder 8">
            <a:extLst>
              <a:ext uri="{FF2B5EF4-FFF2-40B4-BE49-F238E27FC236}">
                <a16:creationId xmlns:a16="http://schemas.microsoft.com/office/drawing/2014/main" id="{AFA18DAB-7A15-5026-CBE5-067679FE892E}"/>
              </a:ext>
            </a:extLst>
          </p:cNvPr>
          <p:cNvSpPr>
            <a:spLocks noGrp="1"/>
          </p:cNvSpPr>
          <p:nvPr>
            <p:ph type="body" sz="quarter" idx="18" hasCustomPrompt="1"/>
          </p:nvPr>
        </p:nvSpPr>
        <p:spPr>
          <a:xfrm>
            <a:off x="345349" y="2773570"/>
            <a:ext cx="11470367" cy="411360"/>
          </a:xfrm>
          <a:prstGeom prst="rect">
            <a:avLst/>
          </a:prstGeom>
        </p:spPr>
        <p:txBody>
          <a:bodyPr anchor="ctr"/>
          <a:lstStyle>
            <a:lvl1pPr marL="0" inden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2" name="Rectangle: Rounded Corners 1">
            <a:extLst>
              <a:ext uri="{FF2B5EF4-FFF2-40B4-BE49-F238E27FC236}">
                <a16:creationId xmlns:a16="http://schemas.microsoft.com/office/drawing/2014/main" id="{B31B5F68-22A3-58BF-AF8C-3032EA923381}"/>
              </a:ext>
            </a:extLst>
          </p:cNvPr>
          <p:cNvSpPr/>
          <p:nvPr userDrawn="1"/>
        </p:nvSpPr>
        <p:spPr>
          <a:xfrm>
            <a:off x="421628" y="1241274"/>
            <a:ext cx="1260000" cy="1260000"/>
          </a:xfrm>
          <a:prstGeom prst="roundRect">
            <a:avLst>
              <a:gd name="adj" fmla="val 5490"/>
            </a:avLst>
          </a:prstGeom>
          <a:solidFill>
            <a:schemeClr val="bg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indent="0" algn="ctr" eaLnBrk="1" fontAlgn="auto" hangingPunct="1">
              <a:spcBef>
                <a:spcPts val="0"/>
              </a:spcBef>
              <a:spcAft>
                <a:spcPts val="0"/>
              </a:spcAft>
              <a:buFont typeface="Arial" panose="020B0604020202020204" pitchFamily="34" charset="0"/>
              <a:buNone/>
              <a:defRPr/>
            </a:pPr>
            <a:endParaRPr lang="en-ID" b="0" i="0">
              <a:solidFill>
                <a:srgbClr val="12171C"/>
              </a:solidFill>
              <a:latin typeface="72" panose="020B0503030000000003" pitchFamily="34" charset="0"/>
            </a:endParaRPr>
          </a:p>
        </p:txBody>
      </p:sp>
      <p:sp>
        <p:nvSpPr>
          <p:cNvPr id="3" name="Freeform: Shape 7">
            <a:extLst>
              <a:ext uri="{FF2B5EF4-FFF2-40B4-BE49-F238E27FC236}">
                <a16:creationId xmlns:a16="http://schemas.microsoft.com/office/drawing/2014/main" id="{42E0C3CB-ABE3-9210-92A8-200B1110A29E}"/>
              </a:ext>
            </a:extLst>
          </p:cNvPr>
          <p:cNvSpPr>
            <a:spLocks noGrp="1"/>
          </p:cNvSpPr>
          <p:nvPr>
            <p:ph type="pic" sz="quarter" idx="10"/>
          </p:nvPr>
        </p:nvSpPr>
        <p:spPr>
          <a:xfrm>
            <a:off x="511628" y="1331274"/>
            <a:ext cx="1080000" cy="1080000"/>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solidFill>
                  <a:srgbClr val="12171C"/>
                </a:solidFill>
                <a:latin typeface="72" panose="020B0503030000000003" pitchFamily="34" charset="0"/>
                <a:cs typeface="72" panose="020B0503030000000003" pitchFamily="34" charset="0"/>
              </a:defRPr>
            </a:lvl1pPr>
          </a:lstStyle>
          <a:p>
            <a:pPr lvl="0"/>
            <a:r>
              <a:rPr lang="en-US" noProof="0"/>
              <a:t>Click icon to add picture</a:t>
            </a:r>
            <a:endParaRPr lang="en-ID" noProof="0"/>
          </a:p>
        </p:txBody>
      </p:sp>
      <p:sp>
        <p:nvSpPr>
          <p:cNvPr id="4" name="Text Placeholder 43">
            <a:extLst>
              <a:ext uri="{FF2B5EF4-FFF2-40B4-BE49-F238E27FC236}">
                <a16:creationId xmlns:a16="http://schemas.microsoft.com/office/drawing/2014/main" id="{B6919025-9F40-F19A-E505-C02D8C6D99C3}"/>
              </a:ext>
            </a:extLst>
          </p:cNvPr>
          <p:cNvSpPr>
            <a:spLocks noGrp="1"/>
          </p:cNvSpPr>
          <p:nvPr>
            <p:ph type="body" sz="quarter" idx="22" hasCustomPrompt="1"/>
          </p:nvPr>
        </p:nvSpPr>
        <p:spPr>
          <a:xfrm>
            <a:off x="1876121" y="1613711"/>
            <a:ext cx="2156107" cy="233346"/>
          </a:xfrm>
          <a:prstGeom prst="rect">
            <a:avLst/>
          </a:prstGeom>
        </p:spPr>
        <p:txBody>
          <a:bodyPr anchor="ctr"/>
          <a:lstStyle>
            <a:lvl1pPr marL="0" indent="0" algn="l">
              <a:lnSpc>
                <a:spcPts val="1800"/>
              </a:lnSpc>
              <a:buNone/>
              <a:defRPr sz="1600" b="0" i="0">
                <a:solidFill>
                  <a:srgbClr val="12171C"/>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5" name="Text Placeholder 59">
            <a:extLst>
              <a:ext uri="{FF2B5EF4-FFF2-40B4-BE49-F238E27FC236}">
                <a16:creationId xmlns:a16="http://schemas.microsoft.com/office/drawing/2014/main" id="{538A7BD8-44A5-3BB7-3D67-88102B38EAEB}"/>
              </a:ext>
            </a:extLst>
          </p:cNvPr>
          <p:cNvSpPr>
            <a:spLocks noGrp="1"/>
          </p:cNvSpPr>
          <p:nvPr>
            <p:ph type="body" sz="quarter" idx="23" hasCustomPrompt="1"/>
          </p:nvPr>
        </p:nvSpPr>
        <p:spPr>
          <a:xfrm>
            <a:off x="1876122" y="1920206"/>
            <a:ext cx="2156108" cy="229430"/>
          </a:xfrm>
          <a:prstGeom prst="rect">
            <a:avLst/>
          </a:prstGeom>
        </p:spPr>
        <p:txBody>
          <a:bodyPr/>
          <a:lstStyle>
            <a:lvl1pPr marL="0" indent="0" algn="l">
              <a:lnSpc>
                <a:spcPts val="1000"/>
              </a:lnSpc>
              <a:buNone/>
              <a:defRPr sz="1200" b="0" i="0">
                <a:solidFill>
                  <a:srgbClr val="12171C"/>
                </a:solidFill>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Designation</a:t>
            </a:r>
            <a:endParaRPr lang="en-US"/>
          </a:p>
        </p:txBody>
      </p:sp>
    </p:spTree>
    <p:extLst>
      <p:ext uri="{BB962C8B-B14F-4D97-AF65-F5344CB8AC3E}">
        <p14:creationId xmlns:p14="http://schemas.microsoft.com/office/powerpoint/2010/main" val="2980363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Layout">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9062A9B-1176-0833-CAD6-DF2FABDF6AC6}"/>
              </a:ext>
            </a:extLst>
          </p:cNvPr>
          <p:cNvSpPr>
            <a:spLocks noGrp="1"/>
          </p:cNvSpPr>
          <p:nvPr>
            <p:ph type="title" hasCustomPrompt="1"/>
          </p:nvPr>
        </p:nvSpPr>
        <p:spPr>
          <a:xfrm>
            <a:off x="324031" y="220671"/>
            <a:ext cx="11470367" cy="647113"/>
          </a:xfrm>
          <a:prstGeom prst="rect">
            <a:avLst/>
          </a:prstGeom>
        </p:spPr>
        <p:txBody>
          <a:bodyPr/>
          <a:lstStyle>
            <a:lvl1pPr marL="0" marR="0" indent="0" algn="l" defTabSz="457200" rtl="0" eaLnBrk="1" fontAlgn="auto" latinLnBrk="0" hangingPunct="1">
              <a:lnSpc>
                <a:spcPts val="3600"/>
              </a:lnSpc>
              <a:spcBef>
                <a:spcPct val="0"/>
              </a:spcBef>
              <a:spcAft>
                <a:spcPts val="0"/>
              </a:spcAft>
              <a:buClrTx/>
              <a:buSzTx/>
              <a:buFontTx/>
              <a:buNone/>
              <a:tabLst/>
              <a:defRPr lang="en-US" sz="2400" b="1" i="0" kern="1200" dirty="0">
                <a:solidFill>
                  <a:srgbClr val="002A86"/>
                </a:solidFill>
                <a:latin typeface="72 Semibold" panose="020B0603030000000003" pitchFamily="34" charset="0"/>
                <a:ea typeface="+mj-ea"/>
                <a:cs typeface="72 Semibold" panose="020B0603030000000003" pitchFamily="34" charset="0"/>
              </a:defRPr>
            </a:lvl1pPr>
          </a:lstStyle>
          <a:p>
            <a:r>
              <a:rPr lang="en-US"/>
              <a:t>Team Profile</a:t>
            </a:r>
          </a:p>
        </p:txBody>
      </p:sp>
      <p:sp>
        <p:nvSpPr>
          <p:cNvPr id="19" name="Text Placeholder 8">
            <a:extLst>
              <a:ext uri="{FF2B5EF4-FFF2-40B4-BE49-F238E27FC236}">
                <a16:creationId xmlns:a16="http://schemas.microsoft.com/office/drawing/2014/main" id="{33502679-A6C7-388E-D08F-DC9049BA9440}"/>
              </a:ext>
            </a:extLst>
          </p:cNvPr>
          <p:cNvSpPr>
            <a:spLocks noGrp="1"/>
          </p:cNvSpPr>
          <p:nvPr>
            <p:ph type="body" sz="quarter" idx="19" hasCustomPrompt="1"/>
          </p:nvPr>
        </p:nvSpPr>
        <p:spPr>
          <a:xfrm>
            <a:off x="345350" y="3262267"/>
            <a:ext cx="11470366" cy="1786021"/>
          </a:xfrm>
          <a:prstGeom prst="rect">
            <a:avLst/>
          </a:prstGeom>
        </p:spPr>
        <p:txBody>
          <a:bodyPr anchor="t"/>
          <a:lstStyle>
            <a:lvl1pPr marL="0" marR="0" indent="0" algn="l" defTabSz="228600" rtl="0" eaLnBrk="1" fontAlgn="auto" latinLnBrk="0" hangingPunct="1">
              <a:lnSpc>
                <a:spcPct val="100000"/>
              </a:lnSpc>
              <a:spcBef>
                <a:spcPts val="0"/>
              </a:spcBef>
              <a:spcAft>
                <a:spcPts val="600"/>
              </a:spcAft>
              <a:buClrTx/>
              <a:buSzTx/>
              <a:buFont typeface="+mj-lt"/>
              <a:buNone/>
              <a:tabLst/>
              <a:defRPr sz="13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0"/>
            <a:endParaRPr lang="en-GB"/>
          </a:p>
        </p:txBody>
      </p:sp>
      <p:sp>
        <p:nvSpPr>
          <p:cNvPr id="20" name="Text Placeholder 8">
            <a:extLst>
              <a:ext uri="{FF2B5EF4-FFF2-40B4-BE49-F238E27FC236}">
                <a16:creationId xmlns:a16="http://schemas.microsoft.com/office/drawing/2014/main" id="{AFA18DAB-7A15-5026-CBE5-067679FE892E}"/>
              </a:ext>
            </a:extLst>
          </p:cNvPr>
          <p:cNvSpPr>
            <a:spLocks noGrp="1"/>
          </p:cNvSpPr>
          <p:nvPr>
            <p:ph type="body" sz="quarter" idx="18" hasCustomPrompt="1"/>
          </p:nvPr>
        </p:nvSpPr>
        <p:spPr>
          <a:xfrm>
            <a:off x="345349" y="2773570"/>
            <a:ext cx="11470367" cy="411360"/>
          </a:xfrm>
          <a:prstGeom prst="rect">
            <a:avLst/>
          </a:prstGeom>
        </p:spPr>
        <p:txBody>
          <a:bodyPr anchor="ctr"/>
          <a:lstStyle>
            <a:lvl1pPr marL="0" inden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2" name="Rectangle: Rounded Corners 1">
            <a:extLst>
              <a:ext uri="{FF2B5EF4-FFF2-40B4-BE49-F238E27FC236}">
                <a16:creationId xmlns:a16="http://schemas.microsoft.com/office/drawing/2014/main" id="{DE31B843-5245-206D-CE57-7D25C8B4D507}"/>
              </a:ext>
            </a:extLst>
          </p:cNvPr>
          <p:cNvSpPr/>
          <p:nvPr userDrawn="1"/>
        </p:nvSpPr>
        <p:spPr>
          <a:xfrm>
            <a:off x="421628" y="1241274"/>
            <a:ext cx="1260000" cy="1260000"/>
          </a:xfrm>
          <a:prstGeom prst="roundRect">
            <a:avLst>
              <a:gd name="adj" fmla="val 5490"/>
            </a:avLst>
          </a:prstGeom>
          <a:solidFill>
            <a:schemeClr val="accent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indent="0" algn="ctr" eaLnBrk="1" fontAlgn="auto" hangingPunct="1">
              <a:spcBef>
                <a:spcPts val="0"/>
              </a:spcBef>
              <a:spcAft>
                <a:spcPts val="0"/>
              </a:spcAft>
              <a:buFont typeface="Arial" panose="020B0604020202020204" pitchFamily="34" charset="0"/>
              <a:buNone/>
              <a:defRPr/>
            </a:pPr>
            <a:endParaRPr lang="en-ID" b="0" i="0">
              <a:solidFill>
                <a:srgbClr val="12171C"/>
              </a:solidFill>
              <a:latin typeface="72" panose="020B0503030000000003" pitchFamily="34" charset="0"/>
            </a:endParaRPr>
          </a:p>
        </p:txBody>
      </p:sp>
      <p:sp>
        <p:nvSpPr>
          <p:cNvPr id="3" name="Freeform: Shape 7">
            <a:extLst>
              <a:ext uri="{FF2B5EF4-FFF2-40B4-BE49-F238E27FC236}">
                <a16:creationId xmlns:a16="http://schemas.microsoft.com/office/drawing/2014/main" id="{7E9525B1-DB9E-F65D-6038-A9FCA79551D2}"/>
              </a:ext>
            </a:extLst>
          </p:cNvPr>
          <p:cNvSpPr>
            <a:spLocks noGrp="1"/>
          </p:cNvSpPr>
          <p:nvPr>
            <p:ph type="pic" sz="quarter" idx="10"/>
          </p:nvPr>
        </p:nvSpPr>
        <p:spPr>
          <a:xfrm>
            <a:off x="511628" y="1331274"/>
            <a:ext cx="1080000" cy="1080000"/>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solidFill>
                  <a:srgbClr val="12171C"/>
                </a:solidFill>
                <a:latin typeface="72" panose="020B0503030000000003" pitchFamily="34" charset="0"/>
                <a:cs typeface="72" panose="020B0503030000000003" pitchFamily="34" charset="0"/>
              </a:defRPr>
            </a:lvl1pPr>
          </a:lstStyle>
          <a:p>
            <a:pPr lvl="0"/>
            <a:r>
              <a:rPr lang="en-US" noProof="0"/>
              <a:t>Click icon to add picture</a:t>
            </a:r>
            <a:endParaRPr lang="en-ID" noProof="0"/>
          </a:p>
        </p:txBody>
      </p:sp>
      <p:sp>
        <p:nvSpPr>
          <p:cNvPr id="4" name="Text Placeholder 43">
            <a:extLst>
              <a:ext uri="{FF2B5EF4-FFF2-40B4-BE49-F238E27FC236}">
                <a16:creationId xmlns:a16="http://schemas.microsoft.com/office/drawing/2014/main" id="{E90218FF-A7FA-3FC7-E42C-67C0C33BA366}"/>
              </a:ext>
            </a:extLst>
          </p:cNvPr>
          <p:cNvSpPr>
            <a:spLocks noGrp="1"/>
          </p:cNvSpPr>
          <p:nvPr>
            <p:ph type="body" sz="quarter" idx="22" hasCustomPrompt="1"/>
          </p:nvPr>
        </p:nvSpPr>
        <p:spPr>
          <a:xfrm>
            <a:off x="1876121" y="1613711"/>
            <a:ext cx="2156107" cy="233346"/>
          </a:xfrm>
          <a:prstGeom prst="rect">
            <a:avLst/>
          </a:prstGeom>
        </p:spPr>
        <p:txBody>
          <a:bodyPr anchor="ctr"/>
          <a:lstStyle>
            <a:lvl1pPr marL="0" indent="0" algn="l">
              <a:lnSpc>
                <a:spcPts val="1800"/>
              </a:lnSpc>
              <a:buNone/>
              <a:defRPr sz="1600" b="0" i="0">
                <a:solidFill>
                  <a:srgbClr val="12171C"/>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5" name="Text Placeholder 59">
            <a:extLst>
              <a:ext uri="{FF2B5EF4-FFF2-40B4-BE49-F238E27FC236}">
                <a16:creationId xmlns:a16="http://schemas.microsoft.com/office/drawing/2014/main" id="{F050AFF5-8368-64B9-4A7C-D1AEB6924871}"/>
              </a:ext>
            </a:extLst>
          </p:cNvPr>
          <p:cNvSpPr>
            <a:spLocks noGrp="1"/>
          </p:cNvSpPr>
          <p:nvPr>
            <p:ph type="body" sz="quarter" idx="23" hasCustomPrompt="1"/>
          </p:nvPr>
        </p:nvSpPr>
        <p:spPr>
          <a:xfrm>
            <a:off x="1876122" y="1920206"/>
            <a:ext cx="2156108" cy="229430"/>
          </a:xfrm>
          <a:prstGeom prst="rect">
            <a:avLst/>
          </a:prstGeom>
        </p:spPr>
        <p:txBody>
          <a:bodyPr/>
          <a:lstStyle>
            <a:lvl1pPr marL="0" indent="0" algn="l">
              <a:lnSpc>
                <a:spcPts val="1000"/>
              </a:lnSpc>
              <a:buNone/>
              <a:defRPr sz="1200" b="0" i="0">
                <a:solidFill>
                  <a:srgbClr val="12171C"/>
                </a:solidFill>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Designation</a:t>
            </a:r>
            <a:endParaRPr lang="en-US"/>
          </a:p>
        </p:txBody>
      </p:sp>
    </p:spTree>
    <p:extLst>
      <p:ext uri="{BB962C8B-B14F-4D97-AF65-F5344CB8AC3E}">
        <p14:creationId xmlns:p14="http://schemas.microsoft.com/office/powerpoint/2010/main" val="40474095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Layout">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29062A9B-1176-0833-CAD6-DF2FABDF6AC6}"/>
              </a:ext>
            </a:extLst>
          </p:cNvPr>
          <p:cNvSpPr>
            <a:spLocks noGrp="1"/>
          </p:cNvSpPr>
          <p:nvPr>
            <p:ph type="title" hasCustomPrompt="1"/>
          </p:nvPr>
        </p:nvSpPr>
        <p:spPr>
          <a:xfrm>
            <a:off x="324031" y="220671"/>
            <a:ext cx="11470367" cy="647113"/>
          </a:xfrm>
          <a:prstGeom prst="rect">
            <a:avLst/>
          </a:prstGeom>
        </p:spPr>
        <p:txBody>
          <a:bodyPr/>
          <a:lstStyle>
            <a:lvl1pPr marL="0" marR="0" indent="0" algn="l" defTabSz="457200" rtl="0" eaLnBrk="1" fontAlgn="auto" latinLnBrk="0" hangingPunct="1">
              <a:lnSpc>
                <a:spcPts val="3600"/>
              </a:lnSpc>
              <a:spcBef>
                <a:spcPct val="0"/>
              </a:spcBef>
              <a:spcAft>
                <a:spcPts val="0"/>
              </a:spcAft>
              <a:buClrTx/>
              <a:buSzTx/>
              <a:buFontTx/>
              <a:buNone/>
              <a:tabLst/>
              <a:defRPr lang="en-US" sz="2400" b="1" i="0" kern="1200" dirty="0">
                <a:solidFill>
                  <a:srgbClr val="002A86"/>
                </a:solidFill>
                <a:latin typeface="72 Semibold" panose="020B0603030000000003" pitchFamily="34" charset="0"/>
                <a:ea typeface="+mj-ea"/>
                <a:cs typeface="72 Semibold" panose="020B0603030000000003" pitchFamily="34" charset="0"/>
              </a:defRPr>
            </a:lvl1pPr>
          </a:lstStyle>
          <a:p>
            <a:r>
              <a:rPr lang="en-US"/>
              <a:t>Team Profile</a:t>
            </a:r>
          </a:p>
        </p:txBody>
      </p:sp>
      <p:sp>
        <p:nvSpPr>
          <p:cNvPr id="17" name="Rectangle: Rounded Corners 1">
            <a:extLst>
              <a:ext uri="{FF2B5EF4-FFF2-40B4-BE49-F238E27FC236}">
                <a16:creationId xmlns:a16="http://schemas.microsoft.com/office/drawing/2014/main" id="{2AB82A33-EEEA-B9C1-F54A-9EBCEC96B38E}"/>
              </a:ext>
            </a:extLst>
          </p:cNvPr>
          <p:cNvSpPr/>
          <p:nvPr userDrawn="1"/>
        </p:nvSpPr>
        <p:spPr>
          <a:xfrm>
            <a:off x="421628" y="1241274"/>
            <a:ext cx="1260000" cy="1260000"/>
          </a:xfrm>
          <a:prstGeom prst="roundRect">
            <a:avLst>
              <a:gd name="adj" fmla="val 5490"/>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marL="0" indent="0" algn="ctr" eaLnBrk="1" fontAlgn="auto" hangingPunct="1">
              <a:spcBef>
                <a:spcPts val="0"/>
              </a:spcBef>
              <a:spcAft>
                <a:spcPts val="0"/>
              </a:spcAft>
              <a:buFont typeface="Arial" panose="020B0604020202020204" pitchFamily="34" charset="0"/>
              <a:buNone/>
              <a:defRPr/>
            </a:pPr>
            <a:endParaRPr lang="en-ID" b="0" i="0">
              <a:solidFill>
                <a:srgbClr val="12171C"/>
              </a:solidFill>
              <a:latin typeface="72" panose="020B0503030000000003" pitchFamily="34" charset="0"/>
            </a:endParaRPr>
          </a:p>
        </p:txBody>
      </p:sp>
      <p:sp>
        <p:nvSpPr>
          <p:cNvPr id="18" name="Freeform: Shape 7">
            <a:extLst>
              <a:ext uri="{FF2B5EF4-FFF2-40B4-BE49-F238E27FC236}">
                <a16:creationId xmlns:a16="http://schemas.microsoft.com/office/drawing/2014/main" id="{BF41ACE7-775D-66C0-FA8A-21DA43136A81}"/>
              </a:ext>
            </a:extLst>
          </p:cNvPr>
          <p:cNvSpPr>
            <a:spLocks noGrp="1"/>
          </p:cNvSpPr>
          <p:nvPr>
            <p:ph type="pic" sz="quarter" idx="10"/>
          </p:nvPr>
        </p:nvSpPr>
        <p:spPr>
          <a:xfrm>
            <a:off x="511628" y="1331274"/>
            <a:ext cx="1080000" cy="1080000"/>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solidFill>
                  <a:srgbClr val="12171C"/>
                </a:solidFill>
                <a:latin typeface="72" panose="020B0503030000000003" pitchFamily="34" charset="0"/>
                <a:cs typeface="72" panose="020B0503030000000003" pitchFamily="34" charset="0"/>
              </a:defRPr>
            </a:lvl1pPr>
          </a:lstStyle>
          <a:p>
            <a:pPr lvl="0"/>
            <a:r>
              <a:rPr lang="en-US" noProof="0"/>
              <a:t>Click icon to add picture</a:t>
            </a:r>
            <a:endParaRPr lang="en-ID" noProof="0"/>
          </a:p>
        </p:txBody>
      </p:sp>
      <p:sp>
        <p:nvSpPr>
          <p:cNvPr id="19" name="Text Placeholder 8">
            <a:extLst>
              <a:ext uri="{FF2B5EF4-FFF2-40B4-BE49-F238E27FC236}">
                <a16:creationId xmlns:a16="http://schemas.microsoft.com/office/drawing/2014/main" id="{33502679-A6C7-388E-D08F-DC9049BA9440}"/>
              </a:ext>
            </a:extLst>
          </p:cNvPr>
          <p:cNvSpPr>
            <a:spLocks noGrp="1"/>
          </p:cNvSpPr>
          <p:nvPr>
            <p:ph type="body" sz="quarter" idx="19" hasCustomPrompt="1"/>
          </p:nvPr>
        </p:nvSpPr>
        <p:spPr>
          <a:xfrm>
            <a:off x="345350" y="3262267"/>
            <a:ext cx="11470366" cy="1786021"/>
          </a:xfrm>
          <a:prstGeom prst="rect">
            <a:avLst/>
          </a:prstGeom>
        </p:spPr>
        <p:txBody>
          <a:bodyPr anchor="t"/>
          <a:lstStyle>
            <a:lvl1pPr marL="0" marR="0" indent="0" algn="l" defTabSz="228600" rtl="0" eaLnBrk="1" fontAlgn="auto" latinLnBrk="0" hangingPunct="1">
              <a:lnSpc>
                <a:spcPct val="100000"/>
              </a:lnSpc>
              <a:spcBef>
                <a:spcPts val="0"/>
              </a:spcBef>
              <a:spcAft>
                <a:spcPts val="600"/>
              </a:spcAft>
              <a:buClrTx/>
              <a:buSzTx/>
              <a:buFont typeface="+mj-lt"/>
              <a:buNone/>
              <a:tabLst/>
              <a:defRPr sz="13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0"/>
            <a:endParaRPr lang="en-GB"/>
          </a:p>
        </p:txBody>
      </p:sp>
      <p:sp>
        <p:nvSpPr>
          <p:cNvPr id="20" name="Text Placeholder 8">
            <a:extLst>
              <a:ext uri="{FF2B5EF4-FFF2-40B4-BE49-F238E27FC236}">
                <a16:creationId xmlns:a16="http://schemas.microsoft.com/office/drawing/2014/main" id="{AFA18DAB-7A15-5026-CBE5-067679FE892E}"/>
              </a:ext>
            </a:extLst>
          </p:cNvPr>
          <p:cNvSpPr>
            <a:spLocks noGrp="1"/>
          </p:cNvSpPr>
          <p:nvPr>
            <p:ph type="body" sz="quarter" idx="18" hasCustomPrompt="1"/>
          </p:nvPr>
        </p:nvSpPr>
        <p:spPr>
          <a:xfrm>
            <a:off x="345349" y="2773570"/>
            <a:ext cx="11470367" cy="411360"/>
          </a:xfrm>
          <a:prstGeom prst="rect">
            <a:avLst/>
          </a:prstGeom>
        </p:spPr>
        <p:txBody>
          <a:bodyPr anchor="ctr"/>
          <a:lstStyle>
            <a:lvl1pPr marL="0" inden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21" name="Text Placeholder 43">
            <a:extLst>
              <a:ext uri="{FF2B5EF4-FFF2-40B4-BE49-F238E27FC236}">
                <a16:creationId xmlns:a16="http://schemas.microsoft.com/office/drawing/2014/main" id="{03522D34-BBE5-E851-A57E-408A845CBE27}"/>
              </a:ext>
            </a:extLst>
          </p:cNvPr>
          <p:cNvSpPr>
            <a:spLocks noGrp="1"/>
          </p:cNvSpPr>
          <p:nvPr>
            <p:ph type="body" sz="quarter" idx="22" hasCustomPrompt="1"/>
          </p:nvPr>
        </p:nvSpPr>
        <p:spPr>
          <a:xfrm>
            <a:off x="1876121" y="1613711"/>
            <a:ext cx="2156107" cy="233346"/>
          </a:xfrm>
          <a:prstGeom prst="rect">
            <a:avLst/>
          </a:prstGeom>
        </p:spPr>
        <p:txBody>
          <a:bodyPr anchor="ctr"/>
          <a:lstStyle>
            <a:lvl1pPr marL="0" indent="0" algn="l">
              <a:lnSpc>
                <a:spcPts val="1800"/>
              </a:lnSpc>
              <a:buNone/>
              <a:defRPr sz="1600" b="0" i="0">
                <a:solidFill>
                  <a:srgbClr val="12171C"/>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22" name="Text Placeholder 59">
            <a:extLst>
              <a:ext uri="{FF2B5EF4-FFF2-40B4-BE49-F238E27FC236}">
                <a16:creationId xmlns:a16="http://schemas.microsoft.com/office/drawing/2014/main" id="{E3C8286E-C224-F55F-FD64-3BDC99ED1E0F}"/>
              </a:ext>
            </a:extLst>
          </p:cNvPr>
          <p:cNvSpPr>
            <a:spLocks noGrp="1"/>
          </p:cNvSpPr>
          <p:nvPr>
            <p:ph type="body" sz="quarter" idx="23" hasCustomPrompt="1"/>
          </p:nvPr>
        </p:nvSpPr>
        <p:spPr>
          <a:xfrm>
            <a:off x="1876122" y="1920206"/>
            <a:ext cx="2156108" cy="229430"/>
          </a:xfrm>
          <a:prstGeom prst="rect">
            <a:avLst/>
          </a:prstGeom>
        </p:spPr>
        <p:txBody>
          <a:bodyPr/>
          <a:lstStyle>
            <a:lvl1pPr marL="0" indent="0" algn="l">
              <a:lnSpc>
                <a:spcPts val="1000"/>
              </a:lnSpc>
              <a:buNone/>
              <a:defRPr sz="1200" b="0" i="0">
                <a:solidFill>
                  <a:srgbClr val="12171C"/>
                </a:solidFill>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Designation</a:t>
            </a:r>
            <a:endParaRPr lang="en-US"/>
          </a:p>
        </p:txBody>
      </p:sp>
    </p:spTree>
    <p:extLst>
      <p:ext uri="{BB962C8B-B14F-4D97-AF65-F5344CB8AC3E}">
        <p14:creationId xmlns:p14="http://schemas.microsoft.com/office/powerpoint/2010/main" val="4282945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2A4FC2-F996-774E-43FB-1131CD1B6F2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54741" y="2012683"/>
            <a:ext cx="6441267" cy="3158342"/>
          </a:xfrm>
          <a:prstGeom prst="rect">
            <a:avLst/>
          </a:prstGeom>
        </p:spPr>
      </p:pic>
      <p:sp>
        <p:nvSpPr>
          <p:cNvPr id="3" name="TextBox 2">
            <a:extLst>
              <a:ext uri="{FF2B5EF4-FFF2-40B4-BE49-F238E27FC236}">
                <a16:creationId xmlns:a16="http://schemas.microsoft.com/office/drawing/2014/main" id="{EA230616-3C03-E450-1967-8B7E15AE3C5F}"/>
              </a:ext>
            </a:extLst>
          </p:cNvPr>
          <p:cNvSpPr txBox="1"/>
          <p:nvPr userDrawn="1"/>
        </p:nvSpPr>
        <p:spPr>
          <a:xfrm>
            <a:off x="7192806" y="2958118"/>
            <a:ext cx="4275294" cy="880500"/>
          </a:xfrm>
          <a:prstGeom prst="rect">
            <a:avLst/>
          </a:prstGeom>
          <a:noFill/>
        </p:spPr>
        <p:txBody>
          <a:bodyPr wrap="square" lIns="0" tIns="0" rIns="0" bIns="0" rtlCol="0" anchor="b">
            <a:noAutofit/>
          </a:bodyPr>
          <a:lstStyle/>
          <a:p>
            <a:pPr algn="r">
              <a:lnSpc>
                <a:spcPct val="90000"/>
              </a:lnSpc>
            </a:pPr>
            <a:r>
              <a:rPr lang="en-US" sz="6000">
                <a:latin typeface="72" panose="020B0503030000000003" pitchFamily="34" charset="0"/>
                <a:ea typeface="Roboto" panose="02000000000000000000" pitchFamily="2" charset="0"/>
              </a:rPr>
              <a:t>Thank You</a:t>
            </a:r>
          </a:p>
        </p:txBody>
      </p:sp>
      <p:sp>
        <p:nvSpPr>
          <p:cNvPr id="4" name="Freeform 3">
            <a:extLst>
              <a:ext uri="{FF2B5EF4-FFF2-40B4-BE49-F238E27FC236}">
                <a16:creationId xmlns:a16="http://schemas.microsoft.com/office/drawing/2014/main" id="{D357B10B-905C-D6AC-2BB7-164A83ADC063}"/>
              </a:ext>
            </a:extLst>
          </p:cNvPr>
          <p:cNvSpPr/>
          <p:nvPr userDrawn="1"/>
        </p:nvSpPr>
        <p:spPr>
          <a:xfrm>
            <a:off x="7753755" y="2447486"/>
            <a:ext cx="1210386" cy="510632"/>
          </a:xfrm>
          <a:custGeom>
            <a:avLst/>
            <a:gdLst>
              <a:gd name="connsiteX0" fmla="*/ 1347815 w 2561648"/>
              <a:gd name="connsiteY0" fmla="*/ 0 h 1080696"/>
              <a:gd name="connsiteX1" fmla="*/ 1939238 w 2561648"/>
              <a:gd name="connsiteY1" fmla="*/ 314457 h 1080696"/>
              <a:gd name="connsiteX2" fmla="*/ 2002580 w 2561648"/>
              <a:gd name="connsiteY2" fmla="*/ 431156 h 1080696"/>
              <a:gd name="connsiteX3" fmla="*/ 2061047 w 2561648"/>
              <a:gd name="connsiteY3" fmla="*/ 425262 h 1080696"/>
              <a:gd name="connsiteX4" fmla="*/ 2561648 w 2561648"/>
              <a:gd name="connsiteY4" fmla="*/ 925863 h 1080696"/>
              <a:gd name="connsiteX5" fmla="*/ 2551478 w 2561648"/>
              <a:gd name="connsiteY5" fmla="*/ 1026752 h 1080696"/>
              <a:gd name="connsiteX6" fmla="*/ 2534732 w 2561648"/>
              <a:gd name="connsiteY6" fmla="*/ 1080696 h 1080696"/>
              <a:gd name="connsiteX7" fmla="*/ 4170 w 2561648"/>
              <a:gd name="connsiteY7" fmla="*/ 1080696 h 1080696"/>
              <a:gd name="connsiteX8" fmla="*/ 0 w 2561648"/>
              <a:gd name="connsiteY8" fmla="*/ 1060040 h 1080696"/>
              <a:gd name="connsiteX9" fmla="*/ 223796 w 2561648"/>
              <a:gd name="connsiteY9" fmla="*/ 722412 h 1080696"/>
              <a:gd name="connsiteX10" fmla="*/ 271342 w 2561648"/>
              <a:gd name="connsiteY10" fmla="*/ 707652 h 1080696"/>
              <a:gd name="connsiteX11" fmla="*/ 304821 w 2561648"/>
              <a:gd name="connsiteY11" fmla="*/ 645972 h 1080696"/>
              <a:gd name="connsiteX12" fmla="*/ 619039 w 2561648"/>
              <a:gd name="connsiteY12" fmla="*/ 435432 h 1080696"/>
              <a:gd name="connsiteX13" fmla="*/ 694879 w 2561648"/>
              <a:gd name="connsiteY13" fmla="*/ 427787 h 1080696"/>
              <a:gd name="connsiteX14" fmla="*/ 756392 w 2561648"/>
              <a:gd name="connsiteY14" fmla="*/ 314457 h 1080696"/>
              <a:gd name="connsiteX15" fmla="*/ 1347815 w 2561648"/>
              <a:gd name="connsiteY15" fmla="*/ 0 h 1080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1648" h="1080696">
                <a:moveTo>
                  <a:pt x="1347815" y="0"/>
                </a:moveTo>
                <a:cubicBezTo>
                  <a:pt x="1594007" y="0"/>
                  <a:pt x="1811065" y="124736"/>
                  <a:pt x="1939238" y="314457"/>
                </a:cubicBezTo>
                <a:lnTo>
                  <a:pt x="2002580" y="431156"/>
                </a:lnTo>
                <a:lnTo>
                  <a:pt x="2061047" y="425262"/>
                </a:lnTo>
                <a:cubicBezTo>
                  <a:pt x="2337521" y="425262"/>
                  <a:pt x="2561648" y="649389"/>
                  <a:pt x="2561648" y="925863"/>
                </a:cubicBezTo>
                <a:cubicBezTo>
                  <a:pt x="2561648" y="960422"/>
                  <a:pt x="2558146" y="994164"/>
                  <a:pt x="2551478" y="1026752"/>
                </a:cubicBezTo>
                <a:lnTo>
                  <a:pt x="2534732" y="1080696"/>
                </a:lnTo>
                <a:lnTo>
                  <a:pt x="4170" y="1080696"/>
                </a:lnTo>
                <a:lnTo>
                  <a:pt x="0" y="1060040"/>
                </a:lnTo>
                <a:cubicBezTo>
                  <a:pt x="0" y="908263"/>
                  <a:pt x="92281" y="778038"/>
                  <a:pt x="223796" y="722412"/>
                </a:cubicBezTo>
                <a:lnTo>
                  <a:pt x="271342" y="707652"/>
                </a:lnTo>
                <a:lnTo>
                  <a:pt x="304821" y="645972"/>
                </a:lnTo>
                <a:cubicBezTo>
                  <a:pt x="376790" y="539444"/>
                  <a:pt x="488687" y="462106"/>
                  <a:pt x="619039" y="435432"/>
                </a:cubicBezTo>
                <a:lnTo>
                  <a:pt x="694879" y="427787"/>
                </a:lnTo>
                <a:lnTo>
                  <a:pt x="756392" y="314457"/>
                </a:lnTo>
                <a:cubicBezTo>
                  <a:pt x="884565" y="124736"/>
                  <a:pt x="1101623" y="0"/>
                  <a:pt x="134781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72" panose="020B0503030000000003" pitchFamily="34" charset="0"/>
            </a:endParaRPr>
          </a:p>
        </p:txBody>
      </p:sp>
      <p:sp>
        <p:nvSpPr>
          <p:cNvPr id="5" name="Freeform 4">
            <a:extLst>
              <a:ext uri="{FF2B5EF4-FFF2-40B4-BE49-F238E27FC236}">
                <a16:creationId xmlns:a16="http://schemas.microsoft.com/office/drawing/2014/main" id="{AA690DA9-F50C-2E7E-2AB6-387FB944492C}"/>
              </a:ext>
            </a:extLst>
          </p:cNvPr>
          <p:cNvSpPr/>
          <p:nvPr userDrawn="1"/>
        </p:nvSpPr>
        <p:spPr>
          <a:xfrm>
            <a:off x="0" y="748959"/>
            <a:ext cx="6818081" cy="5704229"/>
          </a:xfrm>
          <a:custGeom>
            <a:avLst/>
            <a:gdLst>
              <a:gd name="connsiteX0" fmla="*/ 426098 w 6818081"/>
              <a:gd name="connsiteY0" fmla="*/ 1431716 h 5704229"/>
              <a:gd name="connsiteX1" fmla="*/ 426098 w 6818081"/>
              <a:gd name="connsiteY1" fmla="*/ 4442004 h 5704229"/>
              <a:gd name="connsiteX2" fmla="*/ 3554384 w 6818081"/>
              <a:gd name="connsiteY2" fmla="*/ 4446931 h 5704229"/>
              <a:gd name="connsiteX3" fmla="*/ 6557219 w 6818081"/>
              <a:gd name="connsiteY3" fmla="*/ 1431716 h 5704229"/>
              <a:gd name="connsiteX4" fmla="*/ 0 w 6818081"/>
              <a:gd name="connsiteY4" fmla="*/ 0 h 5704229"/>
              <a:gd name="connsiteX5" fmla="*/ 6818081 w 6818081"/>
              <a:gd name="connsiteY5" fmla="*/ 0 h 5704229"/>
              <a:gd name="connsiteX6" fmla="*/ 6818081 w 6818081"/>
              <a:gd name="connsiteY6" fmla="*/ 5704229 h 5704229"/>
              <a:gd name="connsiteX7" fmla="*/ 0 w 6818081"/>
              <a:gd name="connsiteY7" fmla="*/ 5704229 h 570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8081" h="5704229">
                <a:moveTo>
                  <a:pt x="426098" y="1431716"/>
                </a:moveTo>
                <a:lnTo>
                  <a:pt x="426098" y="4442004"/>
                </a:lnTo>
                <a:lnTo>
                  <a:pt x="3554384" y="4446931"/>
                </a:lnTo>
                <a:lnTo>
                  <a:pt x="6557219" y="1431716"/>
                </a:lnTo>
                <a:close/>
                <a:moveTo>
                  <a:pt x="0" y="0"/>
                </a:moveTo>
                <a:lnTo>
                  <a:pt x="6818081" y="0"/>
                </a:lnTo>
                <a:lnTo>
                  <a:pt x="6818081" y="5704229"/>
                </a:lnTo>
                <a:lnTo>
                  <a:pt x="0" y="570422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8C701A57-22B4-5E4B-C3C3-F8E03519CB22}"/>
              </a:ext>
            </a:extLst>
          </p:cNvPr>
          <p:cNvGrpSpPr/>
          <p:nvPr userDrawn="1"/>
        </p:nvGrpSpPr>
        <p:grpSpPr>
          <a:xfrm>
            <a:off x="-14068" y="5661543"/>
            <a:ext cx="2542888" cy="109738"/>
            <a:chOff x="-14068" y="5661543"/>
            <a:chExt cx="2542888" cy="109738"/>
          </a:xfrm>
        </p:grpSpPr>
        <p:cxnSp>
          <p:nvCxnSpPr>
            <p:cNvPr id="6" name="Straight Connector 5">
              <a:extLst>
                <a:ext uri="{FF2B5EF4-FFF2-40B4-BE49-F238E27FC236}">
                  <a16:creationId xmlns:a16="http://schemas.microsoft.com/office/drawing/2014/main" id="{61D1B869-8D77-7459-6966-832FE117CD89}"/>
                </a:ext>
              </a:extLst>
            </p:cNvPr>
            <p:cNvCxnSpPr>
              <a:cxnSpLocks/>
            </p:cNvCxnSpPr>
            <p:nvPr userDrawn="1"/>
          </p:nvCxnSpPr>
          <p:spPr>
            <a:xfrm>
              <a:off x="-14068" y="5716412"/>
              <a:ext cx="2488019"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BB940452-913E-008D-3404-48BA0BBDC81F}"/>
                </a:ext>
              </a:extLst>
            </p:cNvPr>
            <p:cNvSpPr/>
            <p:nvPr userDrawn="1"/>
          </p:nvSpPr>
          <p:spPr>
            <a:xfrm>
              <a:off x="2419082" y="5661543"/>
              <a:ext cx="109738" cy="10973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cxnSp>
        <p:nvCxnSpPr>
          <p:cNvPr id="8" name="Straight Connector 7">
            <a:extLst>
              <a:ext uri="{FF2B5EF4-FFF2-40B4-BE49-F238E27FC236}">
                <a16:creationId xmlns:a16="http://schemas.microsoft.com/office/drawing/2014/main" id="{E82D4B01-0201-5060-E30D-8C31C912CC81}"/>
              </a:ext>
            </a:extLst>
          </p:cNvPr>
          <p:cNvCxnSpPr>
            <a:cxnSpLocks/>
          </p:cNvCxnSpPr>
          <p:nvPr userDrawn="1"/>
        </p:nvCxnSpPr>
        <p:spPr>
          <a:xfrm>
            <a:off x="-14068" y="5907801"/>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965B3661-D710-6C18-EF6D-A78FA6AD7EBA}"/>
              </a:ext>
            </a:extLst>
          </p:cNvPr>
          <p:cNvSpPr/>
          <p:nvPr userDrawn="1"/>
        </p:nvSpPr>
        <p:spPr>
          <a:xfrm>
            <a:off x="1802393" y="5852932"/>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10" name="Group 9">
            <a:extLst>
              <a:ext uri="{FF2B5EF4-FFF2-40B4-BE49-F238E27FC236}">
                <a16:creationId xmlns:a16="http://schemas.microsoft.com/office/drawing/2014/main" id="{D8CB685D-9600-B2EA-2214-B0D52FD2D5D6}"/>
              </a:ext>
            </a:extLst>
          </p:cNvPr>
          <p:cNvGrpSpPr/>
          <p:nvPr userDrawn="1"/>
        </p:nvGrpSpPr>
        <p:grpSpPr>
          <a:xfrm>
            <a:off x="-14068" y="1628599"/>
            <a:ext cx="990534" cy="109738"/>
            <a:chOff x="0" y="1916904"/>
            <a:chExt cx="990534" cy="109738"/>
          </a:xfrm>
        </p:grpSpPr>
        <p:cxnSp>
          <p:nvCxnSpPr>
            <p:cNvPr id="11" name="Straight Connector 10">
              <a:extLst>
                <a:ext uri="{FF2B5EF4-FFF2-40B4-BE49-F238E27FC236}">
                  <a16:creationId xmlns:a16="http://schemas.microsoft.com/office/drawing/2014/main" id="{33CC2EA1-CC75-B8F4-3D0E-7FF1E179D718}"/>
                </a:ext>
              </a:extLst>
            </p:cNvPr>
            <p:cNvCxnSpPr>
              <a:cxnSpLocks/>
            </p:cNvCxnSpPr>
            <p:nvPr/>
          </p:nvCxnSpPr>
          <p:spPr>
            <a:xfrm>
              <a:off x="0" y="1971773"/>
              <a:ext cx="935665"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067A94FB-5026-25CF-4BCA-1A395C6A2B1B}"/>
                </a:ext>
              </a:extLst>
            </p:cNvPr>
            <p:cNvSpPr/>
            <p:nvPr/>
          </p:nvSpPr>
          <p:spPr>
            <a:xfrm>
              <a:off x="880796" y="1916904"/>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spTree>
    <p:extLst>
      <p:ext uri="{BB962C8B-B14F-4D97-AF65-F5344CB8AC3E}">
        <p14:creationId xmlns:p14="http://schemas.microsoft.com/office/powerpoint/2010/main" val="20098432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DC966E3-759B-0F67-4172-2AE065B645D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F2A4FC2-F996-774E-43FB-1131CD1B6F2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42627" y="1746607"/>
            <a:ext cx="7063075" cy="3606229"/>
          </a:xfrm>
          <a:prstGeom prst="rect">
            <a:avLst/>
          </a:prstGeom>
        </p:spPr>
      </p:pic>
      <p:sp>
        <p:nvSpPr>
          <p:cNvPr id="5" name="Freeform 4">
            <a:extLst>
              <a:ext uri="{FF2B5EF4-FFF2-40B4-BE49-F238E27FC236}">
                <a16:creationId xmlns:a16="http://schemas.microsoft.com/office/drawing/2014/main" id="{AA690DA9-F50C-2E7E-2AB6-387FB944492C}"/>
              </a:ext>
            </a:extLst>
          </p:cNvPr>
          <p:cNvSpPr/>
          <p:nvPr userDrawn="1"/>
        </p:nvSpPr>
        <p:spPr>
          <a:xfrm>
            <a:off x="124221" y="291674"/>
            <a:ext cx="7499889" cy="6274652"/>
          </a:xfrm>
          <a:custGeom>
            <a:avLst/>
            <a:gdLst>
              <a:gd name="connsiteX0" fmla="*/ 426098 w 6818081"/>
              <a:gd name="connsiteY0" fmla="*/ 1431716 h 5704229"/>
              <a:gd name="connsiteX1" fmla="*/ 426098 w 6818081"/>
              <a:gd name="connsiteY1" fmla="*/ 4442004 h 5704229"/>
              <a:gd name="connsiteX2" fmla="*/ 3554384 w 6818081"/>
              <a:gd name="connsiteY2" fmla="*/ 4446931 h 5704229"/>
              <a:gd name="connsiteX3" fmla="*/ 6557219 w 6818081"/>
              <a:gd name="connsiteY3" fmla="*/ 1431716 h 5704229"/>
              <a:gd name="connsiteX4" fmla="*/ 0 w 6818081"/>
              <a:gd name="connsiteY4" fmla="*/ 0 h 5704229"/>
              <a:gd name="connsiteX5" fmla="*/ 6818081 w 6818081"/>
              <a:gd name="connsiteY5" fmla="*/ 0 h 5704229"/>
              <a:gd name="connsiteX6" fmla="*/ 6818081 w 6818081"/>
              <a:gd name="connsiteY6" fmla="*/ 5704229 h 5704229"/>
              <a:gd name="connsiteX7" fmla="*/ 0 w 6818081"/>
              <a:gd name="connsiteY7" fmla="*/ 5704229 h 570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8081" h="5704229">
                <a:moveTo>
                  <a:pt x="426098" y="1431716"/>
                </a:moveTo>
                <a:lnTo>
                  <a:pt x="426098" y="4442004"/>
                </a:lnTo>
                <a:lnTo>
                  <a:pt x="3554384" y="4446931"/>
                </a:lnTo>
                <a:lnTo>
                  <a:pt x="6557219" y="1431716"/>
                </a:lnTo>
                <a:close/>
                <a:moveTo>
                  <a:pt x="0" y="0"/>
                </a:moveTo>
                <a:lnTo>
                  <a:pt x="6818081" y="0"/>
                </a:lnTo>
                <a:lnTo>
                  <a:pt x="6818081" y="5704229"/>
                </a:lnTo>
                <a:lnTo>
                  <a:pt x="0" y="570422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Text Placeholder 3">
            <a:extLst>
              <a:ext uri="{FF2B5EF4-FFF2-40B4-BE49-F238E27FC236}">
                <a16:creationId xmlns:a16="http://schemas.microsoft.com/office/drawing/2014/main" id="{2E292E85-067C-07D8-257B-C708692BE9AA}"/>
              </a:ext>
            </a:extLst>
          </p:cNvPr>
          <p:cNvSpPr>
            <a:spLocks noGrp="1"/>
          </p:cNvSpPr>
          <p:nvPr>
            <p:ph type="body" sz="quarter" idx="10" hasCustomPrompt="1"/>
          </p:nvPr>
        </p:nvSpPr>
        <p:spPr>
          <a:xfrm>
            <a:off x="6240462" y="3657599"/>
            <a:ext cx="5543549" cy="1242391"/>
          </a:xfrm>
          <a:prstGeom prst="rect">
            <a:avLst/>
          </a:prstGeom>
        </p:spPr>
        <p:txBody>
          <a:bodyPr/>
          <a:lstStyle>
            <a:lvl1pPr>
              <a:defRPr sz="3600">
                <a:solidFill>
                  <a:schemeClr val="bg1"/>
                </a:solidFill>
                <a:latin typeface="72" panose="020B0503030000000003" pitchFamily="34" charset="0"/>
                <a:cs typeface="72" panose="020B0503030000000003" pitchFamily="34" charset="0"/>
              </a:defRPr>
            </a:lvl1pPr>
            <a:lvl2pPr>
              <a:defRPr sz="3600">
                <a:solidFill>
                  <a:schemeClr val="bg1"/>
                </a:solidFill>
                <a:latin typeface="72" panose="020B0503030000000003" pitchFamily="34" charset="0"/>
                <a:cs typeface="72" panose="020B0503030000000003" pitchFamily="34" charset="0"/>
              </a:defRPr>
            </a:lvl2pPr>
            <a:lvl3pPr>
              <a:defRPr sz="3600">
                <a:solidFill>
                  <a:schemeClr val="bg1"/>
                </a:solidFill>
                <a:latin typeface="72" panose="020B0503030000000003" pitchFamily="34" charset="0"/>
                <a:cs typeface="72" panose="020B0503030000000003" pitchFamily="34" charset="0"/>
              </a:defRPr>
            </a:lvl3pPr>
            <a:lvl4pPr>
              <a:defRPr sz="3600">
                <a:solidFill>
                  <a:schemeClr val="bg1"/>
                </a:solidFill>
                <a:latin typeface="72" panose="020B0503030000000003" pitchFamily="34" charset="0"/>
                <a:cs typeface="72" panose="020B0503030000000003" pitchFamily="34" charset="0"/>
              </a:defRPr>
            </a:lvl4pPr>
            <a:lvl5pPr>
              <a:defRPr sz="3600">
                <a:solidFill>
                  <a:schemeClr val="bg1"/>
                </a:solidFill>
                <a:latin typeface="72" panose="020B0503030000000003" pitchFamily="34" charset="0"/>
                <a:cs typeface="72" panose="020B0503030000000003" pitchFamily="34" charset="0"/>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16" name="Group 15">
            <a:extLst>
              <a:ext uri="{FF2B5EF4-FFF2-40B4-BE49-F238E27FC236}">
                <a16:creationId xmlns:a16="http://schemas.microsoft.com/office/drawing/2014/main" id="{57E73FF4-174B-FAD4-A35B-281153F1173D}"/>
              </a:ext>
            </a:extLst>
          </p:cNvPr>
          <p:cNvGrpSpPr/>
          <p:nvPr userDrawn="1"/>
        </p:nvGrpSpPr>
        <p:grpSpPr>
          <a:xfrm flipH="1">
            <a:off x="9649112" y="5698583"/>
            <a:ext cx="2542888" cy="307477"/>
            <a:chOff x="0" y="5492730"/>
            <a:chExt cx="2542888" cy="307477"/>
          </a:xfrm>
          <a:solidFill>
            <a:schemeClr val="bg1"/>
          </a:solidFill>
        </p:grpSpPr>
        <p:grpSp>
          <p:nvGrpSpPr>
            <p:cNvPr id="17" name="Group 16">
              <a:extLst>
                <a:ext uri="{FF2B5EF4-FFF2-40B4-BE49-F238E27FC236}">
                  <a16:creationId xmlns:a16="http://schemas.microsoft.com/office/drawing/2014/main" id="{3DE74CD8-CE94-78D9-02D2-DD903E6EA278}"/>
                </a:ext>
              </a:extLst>
            </p:cNvPr>
            <p:cNvGrpSpPr/>
            <p:nvPr/>
          </p:nvGrpSpPr>
          <p:grpSpPr>
            <a:xfrm>
              <a:off x="0" y="5492730"/>
              <a:ext cx="2542888" cy="109738"/>
              <a:chOff x="0" y="5492730"/>
              <a:chExt cx="2542888" cy="109738"/>
            </a:xfrm>
            <a:grpFill/>
          </p:grpSpPr>
          <p:cxnSp>
            <p:nvCxnSpPr>
              <p:cNvPr id="21" name="Straight Connector 20">
                <a:extLst>
                  <a:ext uri="{FF2B5EF4-FFF2-40B4-BE49-F238E27FC236}">
                    <a16:creationId xmlns:a16="http://schemas.microsoft.com/office/drawing/2014/main" id="{75EC20A1-B780-A946-79CC-E493184D392C}"/>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276FFCB-1DA4-0919-1B72-C48E3F0A17AC}"/>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18" name="Group 17">
              <a:extLst>
                <a:ext uri="{FF2B5EF4-FFF2-40B4-BE49-F238E27FC236}">
                  <a16:creationId xmlns:a16="http://schemas.microsoft.com/office/drawing/2014/main" id="{046A117B-5724-F125-D753-46A9FC6A4562}"/>
                </a:ext>
              </a:extLst>
            </p:cNvPr>
            <p:cNvGrpSpPr/>
            <p:nvPr/>
          </p:nvGrpSpPr>
          <p:grpSpPr>
            <a:xfrm>
              <a:off x="0" y="5690469"/>
              <a:ext cx="1926199" cy="109738"/>
              <a:chOff x="0" y="5684119"/>
              <a:chExt cx="1926199" cy="109738"/>
            </a:xfrm>
            <a:grpFill/>
          </p:grpSpPr>
          <p:cxnSp>
            <p:nvCxnSpPr>
              <p:cNvPr id="19" name="Straight Connector 18">
                <a:extLst>
                  <a:ext uri="{FF2B5EF4-FFF2-40B4-BE49-F238E27FC236}">
                    <a16:creationId xmlns:a16="http://schemas.microsoft.com/office/drawing/2014/main" id="{DBEE5600-A875-5BF6-9794-21F9C50F3E98}"/>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CAB4B5DA-C9F9-0AD7-ED1A-D1AC93DB2976}"/>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23" name="Group 22">
            <a:extLst>
              <a:ext uri="{FF2B5EF4-FFF2-40B4-BE49-F238E27FC236}">
                <a16:creationId xmlns:a16="http://schemas.microsoft.com/office/drawing/2014/main" id="{94F35FB9-105C-84A0-1AED-8E162E5E4C63}"/>
              </a:ext>
            </a:extLst>
          </p:cNvPr>
          <p:cNvGrpSpPr/>
          <p:nvPr userDrawn="1"/>
        </p:nvGrpSpPr>
        <p:grpSpPr>
          <a:xfrm flipH="1">
            <a:off x="10265801" y="2264641"/>
            <a:ext cx="1926199" cy="312594"/>
            <a:chOff x="0" y="1693028"/>
            <a:chExt cx="1926199" cy="312594"/>
          </a:xfrm>
          <a:solidFill>
            <a:schemeClr val="bg1"/>
          </a:solidFill>
        </p:grpSpPr>
        <p:grpSp>
          <p:nvGrpSpPr>
            <p:cNvPr id="24" name="Group 23">
              <a:extLst>
                <a:ext uri="{FF2B5EF4-FFF2-40B4-BE49-F238E27FC236}">
                  <a16:creationId xmlns:a16="http://schemas.microsoft.com/office/drawing/2014/main" id="{2AD15B6B-5474-C5FE-5BC1-5444F6FB6B65}"/>
                </a:ext>
              </a:extLst>
            </p:cNvPr>
            <p:cNvGrpSpPr/>
            <p:nvPr/>
          </p:nvGrpSpPr>
          <p:grpSpPr>
            <a:xfrm>
              <a:off x="0" y="1895884"/>
              <a:ext cx="990534" cy="109738"/>
              <a:chOff x="0" y="1916904"/>
              <a:chExt cx="990534" cy="109738"/>
            </a:xfrm>
            <a:grpFill/>
          </p:grpSpPr>
          <p:cxnSp>
            <p:nvCxnSpPr>
              <p:cNvPr id="28" name="Straight Connector 27">
                <a:extLst>
                  <a:ext uri="{FF2B5EF4-FFF2-40B4-BE49-F238E27FC236}">
                    <a16:creationId xmlns:a16="http://schemas.microsoft.com/office/drawing/2014/main" id="{333FCEA5-77E1-B09E-B7AE-D1A455150931}"/>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F2DAC094-9588-DCE0-D20E-D1BFC44310B7}"/>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5" name="Group 24">
              <a:extLst>
                <a:ext uri="{FF2B5EF4-FFF2-40B4-BE49-F238E27FC236}">
                  <a16:creationId xmlns:a16="http://schemas.microsoft.com/office/drawing/2014/main" id="{A732B076-9FBC-FFAF-8278-82408CBBC126}"/>
                </a:ext>
              </a:extLst>
            </p:cNvPr>
            <p:cNvGrpSpPr/>
            <p:nvPr/>
          </p:nvGrpSpPr>
          <p:grpSpPr>
            <a:xfrm>
              <a:off x="0" y="1693028"/>
              <a:ext cx="1926199" cy="109738"/>
              <a:chOff x="0" y="5684119"/>
              <a:chExt cx="1926199" cy="109738"/>
            </a:xfrm>
            <a:grpFill/>
          </p:grpSpPr>
          <p:cxnSp>
            <p:nvCxnSpPr>
              <p:cNvPr id="26" name="Straight Connector 25">
                <a:extLst>
                  <a:ext uri="{FF2B5EF4-FFF2-40B4-BE49-F238E27FC236}">
                    <a16:creationId xmlns:a16="http://schemas.microsoft.com/office/drawing/2014/main" id="{3CC21A2C-F407-C886-DBBA-C546CD2F7B8F}"/>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CE21948B-9220-3F9D-9175-EBA2152F0ADE}"/>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36361318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DC966E3-759B-0F67-4172-2AE065B645D2}"/>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F2A4FC2-F996-774E-43FB-1131CD1B6F2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07988" y="1828800"/>
            <a:ext cx="7063075" cy="3657600"/>
          </a:xfrm>
          <a:prstGeom prst="rect">
            <a:avLst/>
          </a:prstGeom>
        </p:spPr>
      </p:pic>
      <p:sp>
        <p:nvSpPr>
          <p:cNvPr id="5" name="Freeform 4">
            <a:extLst>
              <a:ext uri="{FF2B5EF4-FFF2-40B4-BE49-F238E27FC236}">
                <a16:creationId xmlns:a16="http://schemas.microsoft.com/office/drawing/2014/main" id="{AA690DA9-F50C-2E7E-2AB6-387FB944492C}"/>
              </a:ext>
            </a:extLst>
          </p:cNvPr>
          <p:cNvSpPr/>
          <p:nvPr userDrawn="1"/>
        </p:nvSpPr>
        <p:spPr>
          <a:xfrm>
            <a:off x="124221" y="291674"/>
            <a:ext cx="7499889" cy="6274652"/>
          </a:xfrm>
          <a:custGeom>
            <a:avLst/>
            <a:gdLst>
              <a:gd name="connsiteX0" fmla="*/ 426098 w 6818081"/>
              <a:gd name="connsiteY0" fmla="*/ 1431716 h 5704229"/>
              <a:gd name="connsiteX1" fmla="*/ 426098 w 6818081"/>
              <a:gd name="connsiteY1" fmla="*/ 4442004 h 5704229"/>
              <a:gd name="connsiteX2" fmla="*/ 3554384 w 6818081"/>
              <a:gd name="connsiteY2" fmla="*/ 4446931 h 5704229"/>
              <a:gd name="connsiteX3" fmla="*/ 6557219 w 6818081"/>
              <a:gd name="connsiteY3" fmla="*/ 1431716 h 5704229"/>
              <a:gd name="connsiteX4" fmla="*/ 0 w 6818081"/>
              <a:gd name="connsiteY4" fmla="*/ 0 h 5704229"/>
              <a:gd name="connsiteX5" fmla="*/ 6818081 w 6818081"/>
              <a:gd name="connsiteY5" fmla="*/ 0 h 5704229"/>
              <a:gd name="connsiteX6" fmla="*/ 6818081 w 6818081"/>
              <a:gd name="connsiteY6" fmla="*/ 5704229 h 5704229"/>
              <a:gd name="connsiteX7" fmla="*/ 0 w 6818081"/>
              <a:gd name="connsiteY7" fmla="*/ 5704229 h 570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8081" h="5704229">
                <a:moveTo>
                  <a:pt x="426098" y="1431716"/>
                </a:moveTo>
                <a:lnTo>
                  <a:pt x="426098" y="4442004"/>
                </a:lnTo>
                <a:lnTo>
                  <a:pt x="3554384" y="4446931"/>
                </a:lnTo>
                <a:lnTo>
                  <a:pt x="6557219" y="1431716"/>
                </a:lnTo>
                <a:close/>
                <a:moveTo>
                  <a:pt x="0" y="0"/>
                </a:moveTo>
                <a:lnTo>
                  <a:pt x="6818081" y="0"/>
                </a:lnTo>
                <a:lnTo>
                  <a:pt x="6818081" y="5704229"/>
                </a:lnTo>
                <a:lnTo>
                  <a:pt x="0" y="5704229"/>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 Placeholder 3">
            <a:extLst>
              <a:ext uri="{FF2B5EF4-FFF2-40B4-BE49-F238E27FC236}">
                <a16:creationId xmlns:a16="http://schemas.microsoft.com/office/drawing/2014/main" id="{80E4A4A5-8DB5-BAD8-6144-C8B06517AE78}"/>
              </a:ext>
            </a:extLst>
          </p:cNvPr>
          <p:cNvSpPr>
            <a:spLocks noGrp="1"/>
          </p:cNvSpPr>
          <p:nvPr>
            <p:ph type="body" sz="quarter" idx="10" hasCustomPrompt="1"/>
          </p:nvPr>
        </p:nvSpPr>
        <p:spPr>
          <a:xfrm>
            <a:off x="6240462" y="3657599"/>
            <a:ext cx="5543549" cy="1242391"/>
          </a:xfrm>
          <a:prstGeom prst="rect">
            <a:avLst/>
          </a:prstGeom>
        </p:spPr>
        <p:txBody>
          <a:bodyPr/>
          <a:lstStyle>
            <a:lvl1pPr>
              <a:defRPr sz="3600">
                <a:solidFill>
                  <a:schemeClr val="bg1"/>
                </a:solidFill>
                <a:latin typeface="72" panose="020B0503030000000003" pitchFamily="34" charset="0"/>
                <a:cs typeface="72" panose="020B0503030000000003" pitchFamily="34" charset="0"/>
              </a:defRPr>
            </a:lvl1pPr>
            <a:lvl2pPr>
              <a:defRPr sz="3600">
                <a:solidFill>
                  <a:schemeClr val="bg1"/>
                </a:solidFill>
                <a:latin typeface="72" panose="020B0503030000000003" pitchFamily="34" charset="0"/>
                <a:cs typeface="72" panose="020B0503030000000003" pitchFamily="34" charset="0"/>
              </a:defRPr>
            </a:lvl2pPr>
            <a:lvl3pPr>
              <a:defRPr sz="3600">
                <a:solidFill>
                  <a:schemeClr val="bg1"/>
                </a:solidFill>
                <a:latin typeface="72" panose="020B0503030000000003" pitchFamily="34" charset="0"/>
                <a:cs typeface="72" panose="020B0503030000000003" pitchFamily="34" charset="0"/>
              </a:defRPr>
            </a:lvl3pPr>
            <a:lvl4pPr>
              <a:defRPr sz="3600">
                <a:solidFill>
                  <a:schemeClr val="bg1"/>
                </a:solidFill>
                <a:latin typeface="72" panose="020B0503030000000003" pitchFamily="34" charset="0"/>
                <a:cs typeface="72" panose="020B0503030000000003" pitchFamily="34" charset="0"/>
              </a:defRPr>
            </a:lvl4pPr>
            <a:lvl5pPr>
              <a:defRPr sz="3600">
                <a:solidFill>
                  <a:schemeClr val="bg1"/>
                </a:solidFill>
                <a:latin typeface="72" panose="020B0503030000000003" pitchFamily="34" charset="0"/>
                <a:cs typeface="72" panose="020B0503030000000003" pitchFamily="34" charset="0"/>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4" name="Group 3">
            <a:extLst>
              <a:ext uri="{FF2B5EF4-FFF2-40B4-BE49-F238E27FC236}">
                <a16:creationId xmlns:a16="http://schemas.microsoft.com/office/drawing/2014/main" id="{06B9356D-D05A-0BC3-6436-D8EAC7194952}"/>
              </a:ext>
            </a:extLst>
          </p:cNvPr>
          <p:cNvGrpSpPr/>
          <p:nvPr userDrawn="1"/>
        </p:nvGrpSpPr>
        <p:grpSpPr>
          <a:xfrm flipH="1">
            <a:off x="9649112" y="5698583"/>
            <a:ext cx="2542888" cy="307477"/>
            <a:chOff x="0" y="5492730"/>
            <a:chExt cx="2542888" cy="307477"/>
          </a:xfrm>
          <a:solidFill>
            <a:schemeClr val="bg1"/>
          </a:solidFill>
        </p:grpSpPr>
        <p:grpSp>
          <p:nvGrpSpPr>
            <p:cNvPr id="6" name="Group 5">
              <a:extLst>
                <a:ext uri="{FF2B5EF4-FFF2-40B4-BE49-F238E27FC236}">
                  <a16:creationId xmlns:a16="http://schemas.microsoft.com/office/drawing/2014/main" id="{97361669-9F14-8388-8A62-AEB44CBD8599}"/>
                </a:ext>
              </a:extLst>
            </p:cNvPr>
            <p:cNvGrpSpPr/>
            <p:nvPr/>
          </p:nvGrpSpPr>
          <p:grpSpPr>
            <a:xfrm>
              <a:off x="0" y="5492730"/>
              <a:ext cx="2542888" cy="109738"/>
              <a:chOff x="0" y="5492730"/>
              <a:chExt cx="2542888" cy="109738"/>
            </a:xfrm>
            <a:grpFill/>
          </p:grpSpPr>
          <p:cxnSp>
            <p:nvCxnSpPr>
              <p:cNvPr id="10" name="Straight Connector 9">
                <a:extLst>
                  <a:ext uri="{FF2B5EF4-FFF2-40B4-BE49-F238E27FC236}">
                    <a16:creationId xmlns:a16="http://schemas.microsoft.com/office/drawing/2014/main" id="{08B4DA37-4FA7-448C-FDE2-C16120AAC733}"/>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0BD3257D-204B-694C-DEFB-5A0BC93A9E1C}"/>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7" name="Group 6">
              <a:extLst>
                <a:ext uri="{FF2B5EF4-FFF2-40B4-BE49-F238E27FC236}">
                  <a16:creationId xmlns:a16="http://schemas.microsoft.com/office/drawing/2014/main" id="{4619C5C3-1E12-BB4E-515E-7B393020640C}"/>
                </a:ext>
              </a:extLst>
            </p:cNvPr>
            <p:cNvGrpSpPr/>
            <p:nvPr/>
          </p:nvGrpSpPr>
          <p:grpSpPr>
            <a:xfrm>
              <a:off x="0" y="5690469"/>
              <a:ext cx="1926199" cy="109738"/>
              <a:chOff x="0" y="5684119"/>
              <a:chExt cx="1926199" cy="109738"/>
            </a:xfrm>
            <a:grpFill/>
          </p:grpSpPr>
          <p:cxnSp>
            <p:nvCxnSpPr>
              <p:cNvPr id="8" name="Straight Connector 7">
                <a:extLst>
                  <a:ext uri="{FF2B5EF4-FFF2-40B4-BE49-F238E27FC236}">
                    <a16:creationId xmlns:a16="http://schemas.microsoft.com/office/drawing/2014/main" id="{03CD1385-C264-AE11-914E-7887D807BBE5}"/>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DBFE749-4625-78FD-9989-AD355F6DB4CE}"/>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12" name="Group 11">
            <a:extLst>
              <a:ext uri="{FF2B5EF4-FFF2-40B4-BE49-F238E27FC236}">
                <a16:creationId xmlns:a16="http://schemas.microsoft.com/office/drawing/2014/main" id="{BF5812DC-2892-718F-A1EB-80985D817FB6}"/>
              </a:ext>
            </a:extLst>
          </p:cNvPr>
          <p:cNvGrpSpPr/>
          <p:nvPr userDrawn="1"/>
        </p:nvGrpSpPr>
        <p:grpSpPr>
          <a:xfrm flipH="1">
            <a:off x="10265801" y="2264641"/>
            <a:ext cx="1926199" cy="312594"/>
            <a:chOff x="0" y="1693028"/>
            <a:chExt cx="1926199" cy="312594"/>
          </a:xfrm>
          <a:solidFill>
            <a:schemeClr val="bg1"/>
          </a:solidFill>
        </p:grpSpPr>
        <p:grpSp>
          <p:nvGrpSpPr>
            <p:cNvPr id="13" name="Group 12">
              <a:extLst>
                <a:ext uri="{FF2B5EF4-FFF2-40B4-BE49-F238E27FC236}">
                  <a16:creationId xmlns:a16="http://schemas.microsoft.com/office/drawing/2014/main" id="{3BD77421-C4D4-F407-6169-2BD2667AB000}"/>
                </a:ext>
              </a:extLst>
            </p:cNvPr>
            <p:cNvGrpSpPr/>
            <p:nvPr/>
          </p:nvGrpSpPr>
          <p:grpSpPr>
            <a:xfrm>
              <a:off x="0" y="1895884"/>
              <a:ext cx="990534" cy="109738"/>
              <a:chOff x="0" y="1916904"/>
              <a:chExt cx="990534" cy="109738"/>
            </a:xfrm>
            <a:grpFill/>
          </p:grpSpPr>
          <p:cxnSp>
            <p:nvCxnSpPr>
              <p:cNvPr id="18" name="Straight Connector 17">
                <a:extLst>
                  <a:ext uri="{FF2B5EF4-FFF2-40B4-BE49-F238E27FC236}">
                    <a16:creationId xmlns:a16="http://schemas.microsoft.com/office/drawing/2014/main" id="{53AA7175-56FE-CA6F-0DD0-8D67242B16CC}"/>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3518A333-F97E-4817-93BF-0FA6BD8E8719}"/>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15" name="Group 14">
              <a:extLst>
                <a:ext uri="{FF2B5EF4-FFF2-40B4-BE49-F238E27FC236}">
                  <a16:creationId xmlns:a16="http://schemas.microsoft.com/office/drawing/2014/main" id="{5A572C86-C47A-DB8F-BADD-C034A76400A4}"/>
                </a:ext>
              </a:extLst>
            </p:cNvPr>
            <p:cNvGrpSpPr/>
            <p:nvPr/>
          </p:nvGrpSpPr>
          <p:grpSpPr>
            <a:xfrm>
              <a:off x="0" y="1693028"/>
              <a:ext cx="1926199" cy="109738"/>
              <a:chOff x="0" y="5684119"/>
              <a:chExt cx="1926199" cy="109738"/>
            </a:xfrm>
            <a:grpFill/>
          </p:grpSpPr>
          <p:cxnSp>
            <p:nvCxnSpPr>
              <p:cNvPr id="16" name="Straight Connector 15">
                <a:extLst>
                  <a:ext uri="{FF2B5EF4-FFF2-40B4-BE49-F238E27FC236}">
                    <a16:creationId xmlns:a16="http://schemas.microsoft.com/office/drawing/2014/main" id="{ECDA0447-60DF-88F2-DEAD-20C132FE2379}"/>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63E3472-E548-16CF-56C8-C63F8CE9C202}"/>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29131569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DC966E3-759B-0F67-4172-2AE065B645D2}"/>
              </a:ext>
            </a:extLst>
          </p:cNvPr>
          <p:cNvSpPr/>
          <p:nvPr userDrawn="1"/>
        </p:nvSpPr>
        <p:spPr>
          <a:xfrm>
            <a:off x="0" y="0"/>
            <a:ext cx="12192000" cy="6858000"/>
          </a:xfrm>
          <a:prstGeom prst="rect">
            <a:avLst/>
          </a:prstGeom>
          <a:solidFill>
            <a:srgbClr val="0029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F2A4FC2-F996-774E-43FB-1131CD1B6F2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07988" y="1592494"/>
            <a:ext cx="7063075" cy="3760342"/>
          </a:xfrm>
          <a:prstGeom prst="rect">
            <a:avLst/>
          </a:prstGeom>
        </p:spPr>
      </p:pic>
      <p:sp>
        <p:nvSpPr>
          <p:cNvPr id="5" name="Freeform 4">
            <a:extLst>
              <a:ext uri="{FF2B5EF4-FFF2-40B4-BE49-F238E27FC236}">
                <a16:creationId xmlns:a16="http://schemas.microsoft.com/office/drawing/2014/main" id="{AA690DA9-F50C-2E7E-2AB6-387FB944492C}"/>
              </a:ext>
            </a:extLst>
          </p:cNvPr>
          <p:cNvSpPr/>
          <p:nvPr userDrawn="1"/>
        </p:nvSpPr>
        <p:spPr>
          <a:xfrm>
            <a:off x="124221" y="291674"/>
            <a:ext cx="7499889" cy="6274652"/>
          </a:xfrm>
          <a:custGeom>
            <a:avLst/>
            <a:gdLst>
              <a:gd name="connsiteX0" fmla="*/ 426098 w 6818081"/>
              <a:gd name="connsiteY0" fmla="*/ 1431716 h 5704229"/>
              <a:gd name="connsiteX1" fmla="*/ 426098 w 6818081"/>
              <a:gd name="connsiteY1" fmla="*/ 4442004 h 5704229"/>
              <a:gd name="connsiteX2" fmla="*/ 3554384 w 6818081"/>
              <a:gd name="connsiteY2" fmla="*/ 4446931 h 5704229"/>
              <a:gd name="connsiteX3" fmla="*/ 6557219 w 6818081"/>
              <a:gd name="connsiteY3" fmla="*/ 1431716 h 5704229"/>
              <a:gd name="connsiteX4" fmla="*/ 0 w 6818081"/>
              <a:gd name="connsiteY4" fmla="*/ 0 h 5704229"/>
              <a:gd name="connsiteX5" fmla="*/ 6818081 w 6818081"/>
              <a:gd name="connsiteY5" fmla="*/ 0 h 5704229"/>
              <a:gd name="connsiteX6" fmla="*/ 6818081 w 6818081"/>
              <a:gd name="connsiteY6" fmla="*/ 5704229 h 5704229"/>
              <a:gd name="connsiteX7" fmla="*/ 0 w 6818081"/>
              <a:gd name="connsiteY7" fmla="*/ 5704229 h 570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8081" h="5704229">
                <a:moveTo>
                  <a:pt x="426098" y="1431716"/>
                </a:moveTo>
                <a:lnTo>
                  <a:pt x="426098" y="4442004"/>
                </a:lnTo>
                <a:lnTo>
                  <a:pt x="3554384" y="4446931"/>
                </a:lnTo>
                <a:lnTo>
                  <a:pt x="6557219" y="1431716"/>
                </a:lnTo>
                <a:close/>
                <a:moveTo>
                  <a:pt x="0" y="0"/>
                </a:moveTo>
                <a:lnTo>
                  <a:pt x="6818081" y="0"/>
                </a:lnTo>
                <a:lnTo>
                  <a:pt x="6818081" y="5704229"/>
                </a:lnTo>
                <a:lnTo>
                  <a:pt x="0" y="5704229"/>
                </a:lnTo>
                <a:close/>
              </a:path>
            </a:pathLst>
          </a:custGeom>
          <a:solidFill>
            <a:srgbClr val="00298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 Placeholder 3">
            <a:extLst>
              <a:ext uri="{FF2B5EF4-FFF2-40B4-BE49-F238E27FC236}">
                <a16:creationId xmlns:a16="http://schemas.microsoft.com/office/drawing/2014/main" id="{04D6A39D-2E4B-E21F-738C-6C27B472C341}"/>
              </a:ext>
            </a:extLst>
          </p:cNvPr>
          <p:cNvSpPr>
            <a:spLocks noGrp="1"/>
          </p:cNvSpPr>
          <p:nvPr>
            <p:ph type="body" sz="quarter" idx="10" hasCustomPrompt="1"/>
          </p:nvPr>
        </p:nvSpPr>
        <p:spPr>
          <a:xfrm>
            <a:off x="6240462" y="3657599"/>
            <a:ext cx="5543549" cy="1242391"/>
          </a:xfrm>
          <a:prstGeom prst="rect">
            <a:avLst/>
          </a:prstGeom>
        </p:spPr>
        <p:txBody>
          <a:bodyPr/>
          <a:lstStyle>
            <a:lvl1pPr>
              <a:defRPr sz="3600">
                <a:solidFill>
                  <a:schemeClr val="bg1"/>
                </a:solidFill>
                <a:latin typeface="72" panose="020B0503030000000003" pitchFamily="34" charset="0"/>
                <a:cs typeface="72" panose="020B0503030000000003" pitchFamily="34" charset="0"/>
              </a:defRPr>
            </a:lvl1pPr>
            <a:lvl2pPr>
              <a:defRPr sz="3600">
                <a:solidFill>
                  <a:schemeClr val="bg1"/>
                </a:solidFill>
                <a:latin typeface="72" panose="020B0503030000000003" pitchFamily="34" charset="0"/>
                <a:cs typeface="72" panose="020B0503030000000003" pitchFamily="34" charset="0"/>
              </a:defRPr>
            </a:lvl2pPr>
            <a:lvl3pPr>
              <a:defRPr sz="3600">
                <a:solidFill>
                  <a:schemeClr val="bg1"/>
                </a:solidFill>
                <a:latin typeface="72" panose="020B0503030000000003" pitchFamily="34" charset="0"/>
                <a:cs typeface="72" panose="020B0503030000000003" pitchFamily="34" charset="0"/>
              </a:defRPr>
            </a:lvl3pPr>
            <a:lvl4pPr>
              <a:defRPr sz="3600">
                <a:solidFill>
                  <a:schemeClr val="bg1"/>
                </a:solidFill>
                <a:latin typeface="72" panose="020B0503030000000003" pitchFamily="34" charset="0"/>
                <a:cs typeface="72" panose="020B0503030000000003" pitchFamily="34" charset="0"/>
              </a:defRPr>
            </a:lvl4pPr>
            <a:lvl5pPr>
              <a:defRPr sz="3600">
                <a:solidFill>
                  <a:schemeClr val="bg1"/>
                </a:solidFill>
                <a:latin typeface="72" panose="020B0503030000000003" pitchFamily="34" charset="0"/>
                <a:cs typeface="72" panose="020B0503030000000003" pitchFamily="34" charset="0"/>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4" name="Group 3">
            <a:extLst>
              <a:ext uri="{FF2B5EF4-FFF2-40B4-BE49-F238E27FC236}">
                <a16:creationId xmlns:a16="http://schemas.microsoft.com/office/drawing/2014/main" id="{4F80F470-6835-41FF-020B-3BF45E55AD75}"/>
              </a:ext>
            </a:extLst>
          </p:cNvPr>
          <p:cNvGrpSpPr/>
          <p:nvPr userDrawn="1"/>
        </p:nvGrpSpPr>
        <p:grpSpPr>
          <a:xfrm flipH="1">
            <a:off x="9649112" y="5698583"/>
            <a:ext cx="2542888" cy="307477"/>
            <a:chOff x="0" y="5492730"/>
            <a:chExt cx="2542888" cy="307477"/>
          </a:xfrm>
          <a:solidFill>
            <a:schemeClr val="bg1"/>
          </a:solidFill>
        </p:grpSpPr>
        <p:grpSp>
          <p:nvGrpSpPr>
            <p:cNvPr id="6" name="Group 5">
              <a:extLst>
                <a:ext uri="{FF2B5EF4-FFF2-40B4-BE49-F238E27FC236}">
                  <a16:creationId xmlns:a16="http://schemas.microsoft.com/office/drawing/2014/main" id="{13FA429A-C8D8-C72E-FC8E-D5C6D6ED546C}"/>
                </a:ext>
              </a:extLst>
            </p:cNvPr>
            <p:cNvGrpSpPr/>
            <p:nvPr/>
          </p:nvGrpSpPr>
          <p:grpSpPr>
            <a:xfrm>
              <a:off x="0" y="5492730"/>
              <a:ext cx="2542888" cy="109738"/>
              <a:chOff x="0" y="5492730"/>
              <a:chExt cx="2542888" cy="109738"/>
            </a:xfrm>
            <a:grpFill/>
          </p:grpSpPr>
          <p:cxnSp>
            <p:nvCxnSpPr>
              <p:cNvPr id="10" name="Straight Connector 9">
                <a:extLst>
                  <a:ext uri="{FF2B5EF4-FFF2-40B4-BE49-F238E27FC236}">
                    <a16:creationId xmlns:a16="http://schemas.microsoft.com/office/drawing/2014/main" id="{4A37C0E2-5AF2-CF61-35CB-FB44EC24CEBB}"/>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F8E47F01-D3CB-CC89-6167-9B9C7C891CEF}"/>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7" name="Group 6">
              <a:extLst>
                <a:ext uri="{FF2B5EF4-FFF2-40B4-BE49-F238E27FC236}">
                  <a16:creationId xmlns:a16="http://schemas.microsoft.com/office/drawing/2014/main" id="{0AD74C6D-F4AE-518F-32DA-F80AF0AE7A6E}"/>
                </a:ext>
              </a:extLst>
            </p:cNvPr>
            <p:cNvGrpSpPr/>
            <p:nvPr/>
          </p:nvGrpSpPr>
          <p:grpSpPr>
            <a:xfrm>
              <a:off x="0" y="5690469"/>
              <a:ext cx="1926199" cy="109738"/>
              <a:chOff x="0" y="5684119"/>
              <a:chExt cx="1926199" cy="109738"/>
            </a:xfrm>
            <a:grpFill/>
          </p:grpSpPr>
          <p:cxnSp>
            <p:nvCxnSpPr>
              <p:cNvPr id="8" name="Straight Connector 7">
                <a:extLst>
                  <a:ext uri="{FF2B5EF4-FFF2-40B4-BE49-F238E27FC236}">
                    <a16:creationId xmlns:a16="http://schemas.microsoft.com/office/drawing/2014/main" id="{C4113332-473D-C1DB-2DAD-FFAA6BF53585}"/>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93F03877-7134-BFD8-2EDB-F7B05889B0F8}"/>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12" name="Group 11">
            <a:extLst>
              <a:ext uri="{FF2B5EF4-FFF2-40B4-BE49-F238E27FC236}">
                <a16:creationId xmlns:a16="http://schemas.microsoft.com/office/drawing/2014/main" id="{16DC606E-0AA6-44E3-605B-CF642013C2CF}"/>
              </a:ext>
            </a:extLst>
          </p:cNvPr>
          <p:cNvGrpSpPr/>
          <p:nvPr userDrawn="1"/>
        </p:nvGrpSpPr>
        <p:grpSpPr>
          <a:xfrm flipH="1">
            <a:off x="10265801" y="2264641"/>
            <a:ext cx="1926199" cy="312594"/>
            <a:chOff x="0" y="1693028"/>
            <a:chExt cx="1926199" cy="312594"/>
          </a:xfrm>
          <a:solidFill>
            <a:schemeClr val="bg1"/>
          </a:solidFill>
        </p:grpSpPr>
        <p:grpSp>
          <p:nvGrpSpPr>
            <p:cNvPr id="13" name="Group 12">
              <a:extLst>
                <a:ext uri="{FF2B5EF4-FFF2-40B4-BE49-F238E27FC236}">
                  <a16:creationId xmlns:a16="http://schemas.microsoft.com/office/drawing/2014/main" id="{35260956-EC6C-855E-E599-3DF88C4FBD52}"/>
                </a:ext>
              </a:extLst>
            </p:cNvPr>
            <p:cNvGrpSpPr/>
            <p:nvPr/>
          </p:nvGrpSpPr>
          <p:grpSpPr>
            <a:xfrm>
              <a:off x="0" y="1895884"/>
              <a:ext cx="990534" cy="109738"/>
              <a:chOff x="0" y="1916904"/>
              <a:chExt cx="990534" cy="109738"/>
            </a:xfrm>
            <a:grpFill/>
          </p:grpSpPr>
          <p:cxnSp>
            <p:nvCxnSpPr>
              <p:cNvPr id="18" name="Straight Connector 17">
                <a:extLst>
                  <a:ext uri="{FF2B5EF4-FFF2-40B4-BE49-F238E27FC236}">
                    <a16:creationId xmlns:a16="http://schemas.microsoft.com/office/drawing/2014/main" id="{458A1092-EB3D-C6CD-436A-89747698CCAD}"/>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DB378B7C-7739-656A-0B2D-56122B1D6CB5}"/>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15" name="Group 14">
              <a:extLst>
                <a:ext uri="{FF2B5EF4-FFF2-40B4-BE49-F238E27FC236}">
                  <a16:creationId xmlns:a16="http://schemas.microsoft.com/office/drawing/2014/main" id="{8F926D54-3437-85FB-945E-57C4F04EF097}"/>
                </a:ext>
              </a:extLst>
            </p:cNvPr>
            <p:cNvGrpSpPr/>
            <p:nvPr/>
          </p:nvGrpSpPr>
          <p:grpSpPr>
            <a:xfrm>
              <a:off x="0" y="1693028"/>
              <a:ext cx="1926199" cy="109738"/>
              <a:chOff x="0" y="5684119"/>
              <a:chExt cx="1926199" cy="109738"/>
            </a:xfrm>
            <a:grpFill/>
          </p:grpSpPr>
          <p:cxnSp>
            <p:nvCxnSpPr>
              <p:cNvPr id="16" name="Straight Connector 15">
                <a:extLst>
                  <a:ext uri="{FF2B5EF4-FFF2-40B4-BE49-F238E27FC236}">
                    <a16:creationId xmlns:a16="http://schemas.microsoft.com/office/drawing/2014/main" id="{90DE0212-FBAE-FFD3-A1E4-D42BCDBED277}"/>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227BF91-8A1A-E1E0-D9AC-659C4CDA58A4}"/>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7092819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DC966E3-759B-0F67-4172-2AE065B645D2}"/>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F2A4FC2-F996-774E-43FB-1131CD1B6F2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407988" y="1122950"/>
            <a:ext cx="7063075" cy="4575634"/>
          </a:xfrm>
          <a:prstGeom prst="rect">
            <a:avLst/>
          </a:prstGeom>
        </p:spPr>
      </p:pic>
      <p:sp>
        <p:nvSpPr>
          <p:cNvPr id="5" name="Freeform 4">
            <a:extLst>
              <a:ext uri="{FF2B5EF4-FFF2-40B4-BE49-F238E27FC236}">
                <a16:creationId xmlns:a16="http://schemas.microsoft.com/office/drawing/2014/main" id="{AA690DA9-F50C-2E7E-2AB6-387FB944492C}"/>
              </a:ext>
            </a:extLst>
          </p:cNvPr>
          <p:cNvSpPr/>
          <p:nvPr userDrawn="1"/>
        </p:nvSpPr>
        <p:spPr>
          <a:xfrm>
            <a:off x="124221" y="291674"/>
            <a:ext cx="7499889" cy="6274652"/>
          </a:xfrm>
          <a:custGeom>
            <a:avLst/>
            <a:gdLst>
              <a:gd name="connsiteX0" fmla="*/ 426098 w 6818081"/>
              <a:gd name="connsiteY0" fmla="*/ 1431716 h 5704229"/>
              <a:gd name="connsiteX1" fmla="*/ 426098 w 6818081"/>
              <a:gd name="connsiteY1" fmla="*/ 4442004 h 5704229"/>
              <a:gd name="connsiteX2" fmla="*/ 3554384 w 6818081"/>
              <a:gd name="connsiteY2" fmla="*/ 4446931 h 5704229"/>
              <a:gd name="connsiteX3" fmla="*/ 6557219 w 6818081"/>
              <a:gd name="connsiteY3" fmla="*/ 1431716 h 5704229"/>
              <a:gd name="connsiteX4" fmla="*/ 0 w 6818081"/>
              <a:gd name="connsiteY4" fmla="*/ 0 h 5704229"/>
              <a:gd name="connsiteX5" fmla="*/ 6818081 w 6818081"/>
              <a:gd name="connsiteY5" fmla="*/ 0 h 5704229"/>
              <a:gd name="connsiteX6" fmla="*/ 6818081 w 6818081"/>
              <a:gd name="connsiteY6" fmla="*/ 5704229 h 5704229"/>
              <a:gd name="connsiteX7" fmla="*/ 0 w 6818081"/>
              <a:gd name="connsiteY7" fmla="*/ 5704229 h 570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8081" h="5704229">
                <a:moveTo>
                  <a:pt x="426098" y="1431716"/>
                </a:moveTo>
                <a:lnTo>
                  <a:pt x="426098" y="4442004"/>
                </a:lnTo>
                <a:lnTo>
                  <a:pt x="3554384" y="4446931"/>
                </a:lnTo>
                <a:lnTo>
                  <a:pt x="6557219" y="1431716"/>
                </a:lnTo>
                <a:close/>
                <a:moveTo>
                  <a:pt x="0" y="0"/>
                </a:moveTo>
                <a:lnTo>
                  <a:pt x="6818081" y="0"/>
                </a:lnTo>
                <a:lnTo>
                  <a:pt x="6818081" y="5704229"/>
                </a:lnTo>
                <a:lnTo>
                  <a:pt x="0" y="5704229"/>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 Placeholder 3">
            <a:extLst>
              <a:ext uri="{FF2B5EF4-FFF2-40B4-BE49-F238E27FC236}">
                <a16:creationId xmlns:a16="http://schemas.microsoft.com/office/drawing/2014/main" id="{30B28A59-3E5A-208F-90F5-22E275AC3BDC}"/>
              </a:ext>
            </a:extLst>
          </p:cNvPr>
          <p:cNvSpPr>
            <a:spLocks noGrp="1"/>
          </p:cNvSpPr>
          <p:nvPr>
            <p:ph type="body" sz="quarter" idx="10" hasCustomPrompt="1"/>
          </p:nvPr>
        </p:nvSpPr>
        <p:spPr>
          <a:xfrm>
            <a:off x="6240462" y="3657599"/>
            <a:ext cx="5543549" cy="1242391"/>
          </a:xfrm>
          <a:prstGeom prst="rect">
            <a:avLst/>
          </a:prstGeom>
        </p:spPr>
        <p:txBody>
          <a:bodyPr/>
          <a:lstStyle>
            <a:lvl1pPr>
              <a:defRPr sz="3600">
                <a:solidFill>
                  <a:schemeClr val="bg1"/>
                </a:solidFill>
                <a:latin typeface="72" panose="020B0503030000000003" pitchFamily="34" charset="0"/>
                <a:cs typeface="72" panose="020B0503030000000003" pitchFamily="34" charset="0"/>
              </a:defRPr>
            </a:lvl1pPr>
            <a:lvl2pPr>
              <a:defRPr sz="3600">
                <a:solidFill>
                  <a:schemeClr val="bg1"/>
                </a:solidFill>
                <a:latin typeface="72" panose="020B0503030000000003" pitchFamily="34" charset="0"/>
                <a:cs typeface="72" panose="020B0503030000000003" pitchFamily="34" charset="0"/>
              </a:defRPr>
            </a:lvl2pPr>
            <a:lvl3pPr>
              <a:defRPr sz="3600">
                <a:solidFill>
                  <a:schemeClr val="bg1"/>
                </a:solidFill>
                <a:latin typeface="72" panose="020B0503030000000003" pitchFamily="34" charset="0"/>
                <a:cs typeface="72" panose="020B0503030000000003" pitchFamily="34" charset="0"/>
              </a:defRPr>
            </a:lvl3pPr>
            <a:lvl4pPr>
              <a:defRPr sz="3600">
                <a:solidFill>
                  <a:schemeClr val="bg1"/>
                </a:solidFill>
                <a:latin typeface="72" panose="020B0503030000000003" pitchFamily="34" charset="0"/>
                <a:cs typeface="72" panose="020B0503030000000003" pitchFamily="34" charset="0"/>
              </a:defRPr>
            </a:lvl4pPr>
            <a:lvl5pPr>
              <a:defRPr sz="3600">
                <a:solidFill>
                  <a:schemeClr val="bg1"/>
                </a:solidFill>
                <a:latin typeface="72" panose="020B0503030000000003" pitchFamily="34" charset="0"/>
                <a:cs typeface="72" panose="020B0503030000000003" pitchFamily="34" charset="0"/>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9" name="Group 8">
            <a:extLst>
              <a:ext uri="{FF2B5EF4-FFF2-40B4-BE49-F238E27FC236}">
                <a16:creationId xmlns:a16="http://schemas.microsoft.com/office/drawing/2014/main" id="{6CF6AA2D-6B6C-1350-AA1E-52A81CF6B6BF}"/>
              </a:ext>
            </a:extLst>
          </p:cNvPr>
          <p:cNvGrpSpPr/>
          <p:nvPr userDrawn="1"/>
        </p:nvGrpSpPr>
        <p:grpSpPr>
          <a:xfrm flipH="1">
            <a:off x="9649112" y="5698583"/>
            <a:ext cx="2542888" cy="307477"/>
            <a:chOff x="0" y="5492730"/>
            <a:chExt cx="2542888" cy="307477"/>
          </a:xfrm>
          <a:solidFill>
            <a:schemeClr val="bg1"/>
          </a:solidFill>
        </p:grpSpPr>
        <p:grpSp>
          <p:nvGrpSpPr>
            <p:cNvPr id="10" name="Group 9">
              <a:extLst>
                <a:ext uri="{FF2B5EF4-FFF2-40B4-BE49-F238E27FC236}">
                  <a16:creationId xmlns:a16="http://schemas.microsoft.com/office/drawing/2014/main" id="{8BFAF5C8-5BA8-0364-FBEE-07C3DF1E1199}"/>
                </a:ext>
              </a:extLst>
            </p:cNvPr>
            <p:cNvGrpSpPr/>
            <p:nvPr/>
          </p:nvGrpSpPr>
          <p:grpSpPr>
            <a:xfrm>
              <a:off x="0" y="5492730"/>
              <a:ext cx="2542888" cy="109738"/>
              <a:chOff x="0" y="5492730"/>
              <a:chExt cx="2542888" cy="109738"/>
            </a:xfrm>
            <a:grpFill/>
          </p:grpSpPr>
          <p:cxnSp>
            <p:nvCxnSpPr>
              <p:cNvPr id="15" name="Straight Connector 14">
                <a:extLst>
                  <a:ext uri="{FF2B5EF4-FFF2-40B4-BE49-F238E27FC236}">
                    <a16:creationId xmlns:a16="http://schemas.microsoft.com/office/drawing/2014/main" id="{C646A184-8039-AE5C-8D74-0A04566DC9ED}"/>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AED881F1-FE5B-CA9F-0A4E-AED215F3A5F2}"/>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11" name="Group 10">
              <a:extLst>
                <a:ext uri="{FF2B5EF4-FFF2-40B4-BE49-F238E27FC236}">
                  <a16:creationId xmlns:a16="http://schemas.microsoft.com/office/drawing/2014/main" id="{1E1230D3-748E-1F4B-D9A8-6A0F67E704B0}"/>
                </a:ext>
              </a:extLst>
            </p:cNvPr>
            <p:cNvGrpSpPr/>
            <p:nvPr/>
          </p:nvGrpSpPr>
          <p:grpSpPr>
            <a:xfrm>
              <a:off x="0" y="5690469"/>
              <a:ext cx="1926199" cy="109738"/>
              <a:chOff x="0" y="5684119"/>
              <a:chExt cx="1926199" cy="109738"/>
            </a:xfrm>
            <a:grpFill/>
          </p:grpSpPr>
          <p:cxnSp>
            <p:nvCxnSpPr>
              <p:cNvPr id="12" name="Straight Connector 11">
                <a:extLst>
                  <a:ext uri="{FF2B5EF4-FFF2-40B4-BE49-F238E27FC236}">
                    <a16:creationId xmlns:a16="http://schemas.microsoft.com/office/drawing/2014/main" id="{8B3FE356-525E-674D-92E3-52161D65858A}"/>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A89D5A17-22C6-CE0F-F108-383A482C6B5E}"/>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17" name="Group 16">
            <a:extLst>
              <a:ext uri="{FF2B5EF4-FFF2-40B4-BE49-F238E27FC236}">
                <a16:creationId xmlns:a16="http://schemas.microsoft.com/office/drawing/2014/main" id="{634E9EC4-0853-8048-34B7-3BCD41F6066D}"/>
              </a:ext>
            </a:extLst>
          </p:cNvPr>
          <p:cNvGrpSpPr/>
          <p:nvPr userDrawn="1"/>
        </p:nvGrpSpPr>
        <p:grpSpPr>
          <a:xfrm flipH="1">
            <a:off x="10265801" y="2264641"/>
            <a:ext cx="1926199" cy="312594"/>
            <a:chOff x="0" y="1693028"/>
            <a:chExt cx="1926199" cy="312594"/>
          </a:xfrm>
          <a:solidFill>
            <a:schemeClr val="bg1"/>
          </a:solidFill>
        </p:grpSpPr>
        <p:grpSp>
          <p:nvGrpSpPr>
            <p:cNvPr id="18" name="Group 17">
              <a:extLst>
                <a:ext uri="{FF2B5EF4-FFF2-40B4-BE49-F238E27FC236}">
                  <a16:creationId xmlns:a16="http://schemas.microsoft.com/office/drawing/2014/main" id="{62CF9CA4-D8C8-CD90-3421-7F1E1DFDB6D8}"/>
                </a:ext>
              </a:extLst>
            </p:cNvPr>
            <p:cNvGrpSpPr/>
            <p:nvPr/>
          </p:nvGrpSpPr>
          <p:grpSpPr>
            <a:xfrm>
              <a:off x="0" y="1895884"/>
              <a:ext cx="990534" cy="109738"/>
              <a:chOff x="0" y="1916904"/>
              <a:chExt cx="990534" cy="109738"/>
            </a:xfrm>
            <a:grpFill/>
          </p:grpSpPr>
          <p:cxnSp>
            <p:nvCxnSpPr>
              <p:cNvPr id="22" name="Straight Connector 21">
                <a:extLst>
                  <a:ext uri="{FF2B5EF4-FFF2-40B4-BE49-F238E27FC236}">
                    <a16:creationId xmlns:a16="http://schemas.microsoft.com/office/drawing/2014/main" id="{B3636E2D-DF77-F125-9D17-349927846FE9}"/>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EE4844B6-9C20-7C9C-829C-86DBBA69FCD6}"/>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19" name="Group 18">
              <a:extLst>
                <a:ext uri="{FF2B5EF4-FFF2-40B4-BE49-F238E27FC236}">
                  <a16:creationId xmlns:a16="http://schemas.microsoft.com/office/drawing/2014/main" id="{9A773120-DC54-47F2-A8B1-4F6C5A267F8B}"/>
                </a:ext>
              </a:extLst>
            </p:cNvPr>
            <p:cNvGrpSpPr/>
            <p:nvPr/>
          </p:nvGrpSpPr>
          <p:grpSpPr>
            <a:xfrm>
              <a:off x="0" y="1693028"/>
              <a:ext cx="1926199" cy="109738"/>
              <a:chOff x="0" y="5684119"/>
              <a:chExt cx="1926199" cy="109738"/>
            </a:xfrm>
            <a:grpFill/>
          </p:grpSpPr>
          <p:cxnSp>
            <p:nvCxnSpPr>
              <p:cNvPr id="20" name="Straight Connector 19">
                <a:extLst>
                  <a:ext uri="{FF2B5EF4-FFF2-40B4-BE49-F238E27FC236}">
                    <a16:creationId xmlns:a16="http://schemas.microsoft.com/office/drawing/2014/main" id="{E1BE7048-159F-D9E2-A636-0DB231E1748B}"/>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B46E81DB-23B3-2259-5411-8C139322247F}"/>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21229776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DC966E3-759B-0F67-4172-2AE065B645D2}"/>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F2A4FC2-F996-774E-43FB-1131CD1B6F2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flipH="1">
            <a:off x="407986" y="1828800"/>
            <a:ext cx="7063075" cy="3390472"/>
          </a:xfrm>
          <a:prstGeom prst="rect">
            <a:avLst/>
          </a:prstGeom>
        </p:spPr>
      </p:pic>
      <p:sp>
        <p:nvSpPr>
          <p:cNvPr id="5" name="Freeform 4">
            <a:extLst>
              <a:ext uri="{FF2B5EF4-FFF2-40B4-BE49-F238E27FC236}">
                <a16:creationId xmlns:a16="http://schemas.microsoft.com/office/drawing/2014/main" id="{AA690DA9-F50C-2E7E-2AB6-387FB944492C}"/>
              </a:ext>
            </a:extLst>
          </p:cNvPr>
          <p:cNvSpPr/>
          <p:nvPr userDrawn="1"/>
        </p:nvSpPr>
        <p:spPr>
          <a:xfrm>
            <a:off x="124221" y="291674"/>
            <a:ext cx="7499889" cy="6274652"/>
          </a:xfrm>
          <a:custGeom>
            <a:avLst/>
            <a:gdLst>
              <a:gd name="connsiteX0" fmla="*/ 426098 w 6818081"/>
              <a:gd name="connsiteY0" fmla="*/ 1431716 h 5704229"/>
              <a:gd name="connsiteX1" fmla="*/ 426098 w 6818081"/>
              <a:gd name="connsiteY1" fmla="*/ 4442004 h 5704229"/>
              <a:gd name="connsiteX2" fmla="*/ 3554384 w 6818081"/>
              <a:gd name="connsiteY2" fmla="*/ 4446931 h 5704229"/>
              <a:gd name="connsiteX3" fmla="*/ 6557219 w 6818081"/>
              <a:gd name="connsiteY3" fmla="*/ 1431716 h 5704229"/>
              <a:gd name="connsiteX4" fmla="*/ 0 w 6818081"/>
              <a:gd name="connsiteY4" fmla="*/ 0 h 5704229"/>
              <a:gd name="connsiteX5" fmla="*/ 6818081 w 6818081"/>
              <a:gd name="connsiteY5" fmla="*/ 0 h 5704229"/>
              <a:gd name="connsiteX6" fmla="*/ 6818081 w 6818081"/>
              <a:gd name="connsiteY6" fmla="*/ 5704229 h 5704229"/>
              <a:gd name="connsiteX7" fmla="*/ 0 w 6818081"/>
              <a:gd name="connsiteY7" fmla="*/ 5704229 h 570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8081" h="5704229">
                <a:moveTo>
                  <a:pt x="426098" y="1431716"/>
                </a:moveTo>
                <a:lnTo>
                  <a:pt x="426098" y="4442004"/>
                </a:lnTo>
                <a:lnTo>
                  <a:pt x="3554384" y="4446931"/>
                </a:lnTo>
                <a:lnTo>
                  <a:pt x="6557219" y="1431716"/>
                </a:lnTo>
                <a:close/>
                <a:moveTo>
                  <a:pt x="0" y="0"/>
                </a:moveTo>
                <a:lnTo>
                  <a:pt x="6818081" y="0"/>
                </a:lnTo>
                <a:lnTo>
                  <a:pt x="6818081" y="5704229"/>
                </a:lnTo>
                <a:lnTo>
                  <a:pt x="0" y="5704229"/>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 Placeholder 3">
            <a:extLst>
              <a:ext uri="{FF2B5EF4-FFF2-40B4-BE49-F238E27FC236}">
                <a16:creationId xmlns:a16="http://schemas.microsoft.com/office/drawing/2014/main" id="{E85E7B92-FA25-99F0-06B1-AA04328FD321}"/>
              </a:ext>
            </a:extLst>
          </p:cNvPr>
          <p:cNvSpPr>
            <a:spLocks noGrp="1"/>
          </p:cNvSpPr>
          <p:nvPr>
            <p:ph type="body" sz="quarter" idx="10" hasCustomPrompt="1"/>
          </p:nvPr>
        </p:nvSpPr>
        <p:spPr>
          <a:xfrm>
            <a:off x="6240462" y="3657599"/>
            <a:ext cx="5543549" cy="1242391"/>
          </a:xfrm>
          <a:prstGeom prst="rect">
            <a:avLst/>
          </a:prstGeom>
        </p:spPr>
        <p:txBody>
          <a:bodyPr/>
          <a:lstStyle>
            <a:lvl1pPr>
              <a:defRPr sz="3600">
                <a:solidFill>
                  <a:schemeClr val="tx1"/>
                </a:solidFill>
                <a:latin typeface="72" panose="020B0503030000000003" pitchFamily="34" charset="0"/>
                <a:cs typeface="72" panose="020B0503030000000003" pitchFamily="34" charset="0"/>
              </a:defRPr>
            </a:lvl1pPr>
            <a:lvl2pPr>
              <a:defRPr sz="3600">
                <a:solidFill>
                  <a:schemeClr val="bg1"/>
                </a:solidFill>
                <a:latin typeface="72" panose="020B0503030000000003" pitchFamily="34" charset="0"/>
                <a:cs typeface="72" panose="020B0503030000000003" pitchFamily="34" charset="0"/>
              </a:defRPr>
            </a:lvl2pPr>
            <a:lvl3pPr>
              <a:defRPr sz="3600">
                <a:solidFill>
                  <a:schemeClr val="bg1"/>
                </a:solidFill>
                <a:latin typeface="72" panose="020B0503030000000003" pitchFamily="34" charset="0"/>
                <a:cs typeface="72" panose="020B0503030000000003" pitchFamily="34" charset="0"/>
              </a:defRPr>
            </a:lvl3pPr>
            <a:lvl4pPr>
              <a:defRPr sz="3600">
                <a:solidFill>
                  <a:schemeClr val="bg1"/>
                </a:solidFill>
                <a:latin typeface="72" panose="020B0503030000000003" pitchFamily="34" charset="0"/>
                <a:cs typeface="72" panose="020B0503030000000003" pitchFamily="34" charset="0"/>
              </a:defRPr>
            </a:lvl4pPr>
            <a:lvl5pPr>
              <a:defRPr sz="3600">
                <a:solidFill>
                  <a:schemeClr val="bg1"/>
                </a:solidFill>
                <a:latin typeface="72" panose="020B0503030000000003" pitchFamily="34" charset="0"/>
                <a:cs typeface="72" panose="020B0503030000000003" pitchFamily="34" charset="0"/>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4" name="Group 3">
            <a:extLst>
              <a:ext uri="{FF2B5EF4-FFF2-40B4-BE49-F238E27FC236}">
                <a16:creationId xmlns:a16="http://schemas.microsoft.com/office/drawing/2014/main" id="{6B15A48F-E1BC-DFAF-2169-8BF60F3BD4AF}"/>
              </a:ext>
            </a:extLst>
          </p:cNvPr>
          <p:cNvGrpSpPr/>
          <p:nvPr userDrawn="1"/>
        </p:nvGrpSpPr>
        <p:grpSpPr>
          <a:xfrm flipH="1">
            <a:off x="9649112" y="5698583"/>
            <a:ext cx="2542888" cy="307477"/>
            <a:chOff x="0" y="5492730"/>
            <a:chExt cx="2542888" cy="307477"/>
          </a:xfrm>
          <a:solidFill>
            <a:schemeClr val="bg1"/>
          </a:solidFill>
        </p:grpSpPr>
        <p:grpSp>
          <p:nvGrpSpPr>
            <p:cNvPr id="6" name="Group 5">
              <a:extLst>
                <a:ext uri="{FF2B5EF4-FFF2-40B4-BE49-F238E27FC236}">
                  <a16:creationId xmlns:a16="http://schemas.microsoft.com/office/drawing/2014/main" id="{5F1DF9F5-BFE6-7BC0-2A24-DB059E0BB2F9}"/>
                </a:ext>
              </a:extLst>
            </p:cNvPr>
            <p:cNvGrpSpPr/>
            <p:nvPr/>
          </p:nvGrpSpPr>
          <p:grpSpPr>
            <a:xfrm>
              <a:off x="0" y="5492730"/>
              <a:ext cx="2542888" cy="109738"/>
              <a:chOff x="0" y="5492730"/>
              <a:chExt cx="2542888" cy="109738"/>
            </a:xfrm>
            <a:grpFill/>
          </p:grpSpPr>
          <p:cxnSp>
            <p:nvCxnSpPr>
              <p:cNvPr id="10" name="Straight Connector 9">
                <a:extLst>
                  <a:ext uri="{FF2B5EF4-FFF2-40B4-BE49-F238E27FC236}">
                    <a16:creationId xmlns:a16="http://schemas.microsoft.com/office/drawing/2014/main" id="{71683528-F7C6-F12F-3846-30A2ABCE4339}"/>
                  </a:ext>
                </a:extLst>
              </p:cNvPr>
              <p:cNvCxnSpPr>
                <a:cxnSpLocks/>
              </p:cNvCxnSpPr>
              <p:nvPr/>
            </p:nvCxnSpPr>
            <p:spPr>
              <a:xfrm>
                <a:off x="0" y="5547599"/>
                <a:ext cx="2488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96E0F580-3EC7-5A22-1496-84805D170F51}"/>
                  </a:ext>
                </a:extLst>
              </p:cNvPr>
              <p:cNvSpPr/>
              <p:nvPr/>
            </p:nvSpPr>
            <p:spPr>
              <a:xfrm>
                <a:off x="2433150" y="5492730"/>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72" panose="020B0503030000000003" pitchFamily="34" charset="0"/>
                  <a:cs typeface="72" panose="020B0503030000000003" pitchFamily="34" charset="0"/>
                </a:endParaRPr>
              </a:p>
            </p:txBody>
          </p:sp>
        </p:grpSp>
        <p:grpSp>
          <p:nvGrpSpPr>
            <p:cNvPr id="7" name="Group 6">
              <a:extLst>
                <a:ext uri="{FF2B5EF4-FFF2-40B4-BE49-F238E27FC236}">
                  <a16:creationId xmlns:a16="http://schemas.microsoft.com/office/drawing/2014/main" id="{F903F7B3-471C-8E42-22C5-A3062AFB99BF}"/>
                </a:ext>
              </a:extLst>
            </p:cNvPr>
            <p:cNvGrpSpPr/>
            <p:nvPr/>
          </p:nvGrpSpPr>
          <p:grpSpPr>
            <a:xfrm>
              <a:off x="0" y="5690469"/>
              <a:ext cx="1926199" cy="109738"/>
              <a:chOff x="0" y="5684119"/>
              <a:chExt cx="1926199" cy="109738"/>
            </a:xfrm>
            <a:grpFill/>
          </p:grpSpPr>
          <p:cxnSp>
            <p:nvCxnSpPr>
              <p:cNvPr id="8" name="Straight Connector 7">
                <a:extLst>
                  <a:ext uri="{FF2B5EF4-FFF2-40B4-BE49-F238E27FC236}">
                    <a16:creationId xmlns:a16="http://schemas.microsoft.com/office/drawing/2014/main" id="{330C90EF-6E4C-8F7F-D2CE-39D2EE123B5F}"/>
                  </a:ext>
                </a:extLst>
              </p:cNvPr>
              <p:cNvCxnSpPr>
                <a:cxnSpLocks/>
              </p:cNvCxnSpPr>
              <p:nvPr/>
            </p:nvCxnSpPr>
            <p:spPr>
              <a:xfrm>
                <a:off x="0" y="5738988"/>
                <a:ext cx="1871330"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A12A4C4-2EF1-2172-0D40-D04F2D8D1F57}"/>
                  </a:ext>
                </a:extLst>
              </p:cNvPr>
              <p:cNvSpPr/>
              <p:nvPr/>
            </p:nvSpPr>
            <p:spPr>
              <a:xfrm>
                <a:off x="1816461" y="5684119"/>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72" panose="020B0503030000000003" pitchFamily="34" charset="0"/>
                  <a:cs typeface="72" panose="020B0503030000000003" pitchFamily="34" charset="0"/>
                </a:endParaRPr>
              </a:p>
            </p:txBody>
          </p:sp>
        </p:grpSp>
      </p:grpSp>
      <p:grpSp>
        <p:nvGrpSpPr>
          <p:cNvPr id="12" name="Group 11">
            <a:extLst>
              <a:ext uri="{FF2B5EF4-FFF2-40B4-BE49-F238E27FC236}">
                <a16:creationId xmlns:a16="http://schemas.microsoft.com/office/drawing/2014/main" id="{4868E80E-8EBC-3EDC-3DCF-C98E76C9090E}"/>
              </a:ext>
            </a:extLst>
          </p:cNvPr>
          <p:cNvGrpSpPr/>
          <p:nvPr userDrawn="1"/>
        </p:nvGrpSpPr>
        <p:grpSpPr>
          <a:xfrm flipH="1">
            <a:off x="10265801" y="2259263"/>
            <a:ext cx="1926199" cy="312594"/>
            <a:chOff x="0" y="1693028"/>
            <a:chExt cx="1926199" cy="312594"/>
          </a:xfrm>
          <a:solidFill>
            <a:schemeClr val="bg1"/>
          </a:solidFill>
        </p:grpSpPr>
        <p:grpSp>
          <p:nvGrpSpPr>
            <p:cNvPr id="13" name="Group 12">
              <a:extLst>
                <a:ext uri="{FF2B5EF4-FFF2-40B4-BE49-F238E27FC236}">
                  <a16:creationId xmlns:a16="http://schemas.microsoft.com/office/drawing/2014/main" id="{E3725AA6-150D-1263-3A6C-09A83A20613B}"/>
                </a:ext>
              </a:extLst>
            </p:cNvPr>
            <p:cNvGrpSpPr/>
            <p:nvPr/>
          </p:nvGrpSpPr>
          <p:grpSpPr>
            <a:xfrm>
              <a:off x="0" y="1895884"/>
              <a:ext cx="990534" cy="109738"/>
              <a:chOff x="0" y="1916904"/>
              <a:chExt cx="990534" cy="109738"/>
            </a:xfrm>
            <a:grpFill/>
          </p:grpSpPr>
          <p:cxnSp>
            <p:nvCxnSpPr>
              <p:cNvPr id="18" name="Straight Connector 17">
                <a:extLst>
                  <a:ext uri="{FF2B5EF4-FFF2-40B4-BE49-F238E27FC236}">
                    <a16:creationId xmlns:a16="http://schemas.microsoft.com/office/drawing/2014/main" id="{3B266C3D-E20D-82FD-6774-65F29942BECC}"/>
                  </a:ext>
                </a:extLst>
              </p:cNvPr>
              <p:cNvCxnSpPr>
                <a:cxnSpLocks/>
              </p:cNvCxnSpPr>
              <p:nvPr/>
            </p:nvCxnSpPr>
            <p:spPr>
              <a:xfrm>
                <a:off x="0" y="1971773"/>
                <a:ext cx="935665"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36C49AF7-12B7-5CA8-E358-321F08369AC1}"/>
                  </a:ext>
                </a:extLst>
              </p:cNvPr>
              <p:cNvSpPr/>
              <p:nvPr/>
            </p:nvSpPr>
            <p:spPr>
              <a:xfrm>
                <a:off x="880796" y="1916904"/>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72" panose="020B0503030000000003" pitchFamily="34" charset="0"/>
                  <a:cs typeface="72" panose="020B0503030000000003" pitchFamily="34" charset="0"/>
                </a:endParaRPr>
              </a:p>
            </p:txBody>
          </p:sp>
        </p:grpSp>
        <p:grpSp>
          <p:nvGrpSpPr>
            <p:cNvPr id="15" name="Group 14">
              <a:extLst>
                <a:ext uri="{FF2B5EF4-FFF2-40B4-BE49-F238E27FC236}">
                  <a16:creationId xmlns:a16="http://schemas.microsoft.com/office/drawing/2014/main" id="{8AEAB485-9E7B-F25A-2356-EC7D66CED3E5}"/>
                </a:ext>
              </a:extLst>
            </p:cNvPr>
            <p:cNvGrpSpPr/>
            <p:nvPr/>
          </p:nvGrpSpPr>
          <p:grpSpPr>
            <a:xfrm>
              <a:off x="0" y="1693028"/>
              <a:ext cx="1926199" cy="109738"/>
              <a:chOff x="0" y="5684119"/>
              <a:chExt cx="1926199" cy="109738"/>
            </a:xfrm>
            <a:grpFill/>
          </p:grpSpPr>
          <p:cxnSp>
            <p:nvCxnSpPr>
              <p:cNvPr id="16" name="Straight Connector 15">
                <a:extLst>
                  <a:ext uri="{FF2B5EF4-FFF2-40B4-BE49-F238E27FC236}">
                    <a16:creationId xmlns:a16="http://schemas.microsoft.com/office/drawing/2014/main" id="{40E9ADE2-8ADD-68FF-A246-C77033204867}"/>
                  </a:ext>
                </a:extLst>
              </p:cNvPr>
              <p:cNvCxnSpPr>
                <a:cxnSpLocks/>
              </p:cNvCxnSpPr>
              <p:nvPr/>
            </p:nvCxnSpPr>
            <p:spPr>
              <a:xfrm>
                <a:off x="0" y="5738988"/>
                <a:ext cx="1871330"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47D9D1B2-3800-A7DE-D943-F0A8FA763B95}"/>
                  </a:ext>
                </a:extLst>
              </p:cNvPr>
              <p:cNvSpPr/>
              <p:nvPr/>
            </p:nvSpPr>
            <p:spPr>
              <a:xfrm>
                <a:off x="1816461" y="5684119"/>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4292163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DC966E3-759B-0F67-4172-2AE065B645D2}"/>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FF2A4FC2-F996-774E-43FB-1131CD1B6F2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1035" y="1613043"/>
            <a:ext cx="7063075" cy="3647326"/>
          </a:xfrm>
          <a:prstGeom prst="rect">
            <a:avLst/>
          </a:prstGeom>
        </p:spPr>
      </p:pic>
      <p:sp>
        <p:nvSpPr>
          <p:cNvPr id="5" name="Freeform 4">
            <a:extLst>
              <a:ext uri="{FF2B5EF4-FFF2-40B4-BE49-F238E27FC236}">
                <a16:creationId xmlns:a16="http://schemas.microsoft.com/office/drawing/2014/main" id="{AA690DA9-F50C-2E7E-2AB6-387FB944492C}"/>
              </a:ext>
            </a:extLst>
          </p:cNvPr>
          <p:cNvSpPr/>
          <p:nvPr userDrawn="1"/>
        </p:nvSpPr>
        <p:spPr>
          <a:xfrm>
            <a:off x="124221" y="291674"/>
            <a:ext cx="7499889" cy="6274652"/>
          </a:xfrm>
          <a:custGeom>
            <a:avLst/>
            <a:gdLst>
              <a:gd name="connsiteX0" fmla="*/ 426098 w 6818081"/>
              <a:gd name="connsiteY0" fmla="*/ 1431716 h 5704229"/>
              <a:gd name="connsiteX1" fmla="*/ 426098 w 6818081"/>
              <a:gd name="connsiteY1" fmla="*/ 4442004 h 5704229"/>
              <a:gd name="connsiteX2" fmla="*/ 3554384 w 6818081"/>
              <a:gd name="connsiteY2" fmla="*/ 4446931 h 5704229"/>
              <a:gd name="connsiteX3" fmla="*/ 6557219 w 6818081"/>
              <a:gd name="connsiteY3" fmla="*/ 1431716 h 5704229"/>
              <a:gd name="connsiteX4" fmla="*/ 0 w 6818081"/>
              <a:gd name="connsiteY4" fmla="*/ 0 h 5704229"/>
              <a:gd name="connsiteX5" fmla="*/ 6818081 w 6818081"/>
              <a:gd name="connsiteY5" fmla="*/ 0 h 5704229"/>
              <a:gd name="connsiteX6" fmla="*/ 6818081 w 6818081"/>
              <a:gd name="connsiteY6" fmla="*/ 5704229 h 5704229"/>
              <a:gd name="connsiteX7" fmla="*/ 0 w 6818081"/>
              <a:gd name="connsiteY7" fmla="*/ 5704229 h 5704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18081" h="5704229">
                <a:moveTo>
                  <a:pt x="426098" y="1431716"/>
                </a:moveTo>
                <a:lnTo>
                  <a:pt x="426098" y="4442004"/>
                </a:lnTo>
                <a:lnTo>
                  <a:pt x="3554384" y="4446931"/>
                </a:lnTo>
                <a:lnTo>
                  <a:pt x="6557219" y="1431716"/>
                </a:lnTo>
                <a:close/>
                <a:moveTo>
                  <a:pt x="0" y="0"/>
                </a:moveTo>
                <a:lnTo>
                  <a:pt x="6818081" y="0"/>
                </a:lnTo>
                <a:lnTo>
                  <a:pt x="6818081" y="5704229"/>
                </a:lnTo>
                <a:lnTo>
                  <a:pt x="0" y="570422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 name="Group 2">
            <a:extLst>
              <a:ext uri="{FF2B5EF4-FFF2-40B4-BE49-F238E27FC236}">
                <a16:creationId xmlns:a16="http://schemas.microsoft.com/office/drawing/2014/main" id="{EB85A665-0F41-902B-337F-10C7266334FE}"/>
              </a:ext>
            </a:extLst>
          </p:cNvPr>
          <p:cNvGrpSpPr/>
          <p:nvPr userDrawn="1"/>
        </p:nvGrpSpPr>
        <p:grpSpPr>
          <a:xfrm flipH="1">
            <a:off x="9649112" y="5698583"/>
            <a:ext cx="2542888" cy="307477"/>
            <a:chOff x="0" y="5492730"/>
            <a:chExt cx="2542888" cy="307477"/>
          </a:xfrm>
          <a:solidFill>
            <a:schemeClr val="bg1"/>
          </a:solidFill>
        </p:grpSpPr>
        <p:grpSp>
          <p:nvGrpSpPr>
            <p:cNvPr id="4" name="Group 3">
              <a:extLst>
                <a:ext uri="{FF2B5EF4-FFF2-40B4-BE49-F238E27FC236}">
                  <a16:creationId xmlns:a16="http://schemas.microsoft.com/office/drawing/2014/main" id="{BEEC4EB4-461B-31CE-487E-CEB3FE51F8D6}"/>
                </a:ext>
              </a:extLst>
            </p:cNvPr>
            <p:cNvGrpSpPr/>
            <p:nvPr/>
          </p:nvGrpSpPr>
          <p:grpSpPr>
            <a:xfrm>
              <a:off x="0" y="5492730"/>
              <a:ext cx="2542888" cy="109738"/>
              <a:chOff x="0" y="5492730"/>
              <a:chExt cx="2542888" cy="109738"/>
            </a:xfrm>
            <a:grpFill/>
          </p:grpSpPr>
          <p:cxnSp>
            <p:nvCxnSpPr>
              <p:cNvPr id="9" name="Straight Connector 8">
                <a:extLst>
                  <a:ext uri="{FF2B5EF4-FFF2-40B4-BE49-F238E27FC236}">
                    <a16:creationId xmlns:a16="http://schemas.microsoft.com/office/drawing/2014/main" id="{F6EF7C84-A25B-216E-7C81-77069B693EC8}"/>
                  </a:ext>
                </a:extLst>
              </p:cNvPr>
              <p:cNvCxnSpPr>
                <a:cxnSpLocks/>
              </p:cNvCxnSpPr>
              <p:nvPr/>
            </p:nvCxnSpPr>
            <p:spPr>
              <a:xfrm>
                <a:off x="0" y="5547599"/>
                <a:ext cx="2488019"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BDD43C5B-3FBC-A903-A325-EDCA959183D8}"/>
                  </a:ext>
                </a:extLst>
              </p:cNvPr>
              <p:cNvSpPr/>
              <p:nvPr/>
            </p:nvSpPr>
            <p:spPr>
              <a:xfrm>
                <a:off x="2433150" y="5492730"/>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72" panose="020B0503030000000003" pitchFamily="34" charset="0"/>
                  <a:cs typeface="72" panose="020B0503030000000003" pitchFamily="34" charset="0"/>
                </a:endParaRPr>
              </a:p>
            </p:txBody>
          </p:sp>
        </p:grpSp>
        <p:grpSp>
          <p:nvGrpSpPr>
            <p:cNvPr id="6" name="Group 5">
              <a:extLst>
                <a:ext uri="{FF2B5EF4-FFF2-40B4-BE49-F238E27FC236}">
                  <a16:creationId xmlns:a16="http://schemas.microsoft.com/office/drawing/2014/main" id="{2B25D836-0028-3471-0244-112AA86A6BDC}"/>
                </a:ext>
              </a:extLst>
            </p:cNvPr>
            <p:cNvGrpSpPr/>
            <p:nvPr/>
          </p:nvGrpSpPr>
          <p:grpSpPr>
            <a:xfrm>
              <a:off x="0" y="5690469"/>
              <a:ext cx="1926199" cy="109738"/>
              <a:chOff x="0" y="5684119"/>
              <a:chExt cx="1926199" cy="109738"/>
            </a:xfrm>
            <a:grpFill/>
          </p:grpSpPr>
          <p:cxnSp>
            <p:nvCxnSpPr>
              <p:cNvPr id="7" name="Straight Connector 6">
                <a:extLst>
                  <a:ext uri="{FF2B5EF4-FFF2-40B4-BE49-F238E27FC236}">
                    <a16:creationId xmlns:a16="http://schemas.microsoft.com/office/drawing/2014/main" id="{15E6E079-BBA0-7C8C-2763-9DF683E754B8}"/>
                  </a:ext>
                </a:extLst>
              </p:cNvPr>
              <p:cNvCxnSpPr>
                <a:cxnSpLocks/>
              </p:cNvCxnSpPr>
              <p:nvPr/>
            </p:nvCxnSpPr>
            <p:spPr>
              <a:xfrm>
                <a:off x="0" y="5738988"/>
                <a:ext cx="1871330"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C137461-6571-F81C-95B4-9B7B3B503E1C}"/>
                  </a:ext>
                </a:extLst>
              </p:cNvPr>
              <p:cNvSpPr/>
              <p:nvPr/>
            </p:nvSpPr>
            <p:spPr>
              <a:xfrm>
                <a:off x="1816461" y="5684119"/>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72" panose="020B0503030000000003" pitchFamily="34" charset="0"/>
                  <a:cs typeface="72" panose="020B0503030000000003" pitchFamily="34" charset="0"/>
                </a:endParaRPr>
              </a:p>
            </p:txBody>
          </p:sp>
        </p:grpSp>
      </p:grpSp>
      <p:grpSp>
        <p:nvGrpSpPr>
          <p:cNvPr id="11" name="Group 10">
            <a:extLst>
              <a:ext uri="{FF2B5EF4-FFF2-40B4-BE49-F238E27FC236}">
                <a16:creationId xmlns:a16="http://schemas.microsoft.com/office/drawing/2014/main" id="{91513F93-2B11-9116-399E-A6A57E0E402B}"/>
              </a:ext>
            </a:extLst>
          </p:cNvPr>
          <p:cNvGrpSpPr/>
          <p:nvPr userDrawn="1"/>
        </p:nvGrpSpPr>
        <p:grpSpPr>
          <a:xfrm flipH="1">
            <a:off x="10265801" y="2259263"/>
            <a:ext cx="1926199" cy="312594"/>
            <a:chOff x="0" y="1693028"/>
            <a:chExt cx="1926199" cy="312594"/>
          </a:xfrm>
          <a:solidFill>
            <a:schemeClr val="bg1"/>
          </a:solidFill>
        </p:grpSpPr>
        <p:grpSp>
          <p:nvGrpSpPr>
            <p:cNvPr id="12" name="Group 11">
              <a:extLst>
                <a:ext uri="{FF2B5EF4-FFF2-40B4-BE49-F238E27FC236}">
                  <a16:creationId xmlns:a16="http://schemas.microsoft.com/office/drawing/2014/main" id="{EE513B9D-52F2-B2AA-E639-F657C9A44767}"/>
                </a:ext>
              </a:extLst>
            </p:cNvPr>
            <p:cNvGrpSpPr/>
            <p:nvPr/>
          </p:nvGrpSpPr>
          <p:grpSpPr>
            <a:xfrm>
              <a:off x="0" y="1895884"/>
              <a:ext cx="990534" cy="109738"/>
              <a:chOff x="0" y="1916904"/>
              <a:chExt cx="990534" cy="109738"/>
            </a:xfrm>
            <a:grpFill/>
          </p:grpSpPr>
          <p:cxnSp>
            <p:nvCxnSpPr>
              <p:cNvPr id="17" name="Straight Connector 16">
                <a:extLst>
                  <a:ext uri="{FF2B5EF4-FFF2-40B4-BE49-F238E27FC236}">
                    <a16:creationId xmlns:a16="http://schemas.microsoft.com/office/drawing/2014/main" id="{845234D2-A781-F7F7-6EF3-B7F474753D99}"/>
                  </a:ext>
                </a:extLst>
              </p:cNvPr>
              <p:cNvCxnSpPr>
                <a:cxnSpLocks/>
              </p:cNvCxnSpPr>
              <p:nvPr/>
            </p:nvCxnSpPr>
            <p:spPr>
              <a:xfrm>
                <a:off x="0" y="1971773"/>
                <a:ext cx="935665"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17E22AC9-EE87-6617-3102-E0235C3080A5}"/>
                  </a:ext>
                </a:extLst>
              </p:cNvPr>
              <p:cNvSpPr/>
              <p:nvPr/>
            </p:nvSpPr>
            <p:spPr>
              <a:xfrm>
                <a:off x="880796" y="1916904"/>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72" panose="020B0503030000000003" pitchFamily="34" charset="0"/>
                  <a:cs typeface="72" panose="020B0503030000000003" pitchFamily="34" charset="0"/>
                </a:endParaRPr>
              </a:p>
            </p:txBody>
          </p:sp>
        </p:grpSp>
        <p:grpSp>
          <p:nvGrpSpPr>
            <p:cNvPr id="13" name="Group 12">
              <a:extLst>
                <a:ext uri="{FF2B5EF4-FFF2-40B4-BE49-F238E27FC236}">
                  <a16:creationId xmlns:a16="http://schemas.microsoft.com/office/drawing/2014/main" id="{570050F8-9215-DD51-102B-645099BE7FB0}"/>
                </a:ext>
              </a:extLst>
            </p:cNvPr>
            <p:cNvGrpSpPr/>
            <p:nvPr/>
          </p:nvGrpSpPr>
          <p:grpSpPr>
            <a:xfrm>
              <a:off x="0" y="1693028"/>
              <a:ext cx="1926199" cy="109738"/>
              <a:chOff x="0" y="5684119"/>
              <a:chExt cx="1926199" cy="109738"/>
            </a:xfrm>
            <a:grpFill/>
          </p:grpSpPr>
          <p:cxnSp>
            <p:nvCxnSpPr>
              <p:cNvPr id="15" name="Straight Connector 14">
                <a:extLst>
                  <a:ext uri="{FF2B5EF4-FFF2-40B4-BE49-F238E27FC236}">
                    <a16:creationId xmlns:a16="http://schemas.microsoft.com/office/drawing/2014/main" id="{C83EEB99-1916-26BA-79C3-183E51E6EF99}"/>
                  </a:ext>
                </a:extLst>
              </p:cNvPr>
              <p:cNvCxnSpPr>
                <a:cxnSpLocks/>
              </p:cNvCxnSpPr>
              <p:nvPr/>
            </p:nvCxnSpPr>
            <p:spPr>
              <a:xfrm>
                <a:off x="0" y="5738988"/>
                <a:ext cx="1871330" cy="0"/>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B4CDCFB8-0ADE-CD00-2D2F-BB9C1270DF4D}"/>
                  </a:ext>
                </a:extLst>
              </p:cNvPr>
              <p:cNvSpPr/>
              <p:nvPr/>
            </p:nvSpPr>
            <p:spPr>
              <a:xfrm>
                <a:off x="1816461" y="5684119"/>
                <a:ext cx="109738" cy="10973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72" panose="020B0503030000000003" pitchFamily="34" charset="0"/>
                  <a:cs typeface="72" panose="020B0503030000000003" pitchFamily="34" charset="0"/>
                </a:endParaRPr>
              </a:p>
            </p:txBody>
          </p:sp>
        </p:grpSp>
      </p:grpSp>
      <p:sp>
        <p:nvSpPr>
          <p:cNvPr id="19" name="Text Placeholder 3">
            <a:extLst>
              <a:ext uri="{FF2B5EF4-FFF2-40B4-BE49-F238E27FC236}">
                <a16:creationId xmlns:a16="http://schemas.microsoft.com/office/drawing/2014/main" id="{2A9AFF28-7EF7-F57C-288C-60A9F5B09DDE}"/>
              </a:ext>
            </a:extLst>
          </p:cNvPr>
          <p:cNvSpPr>
            <a:spLocks noGrp="1"/>
          </p:cNvSpPr>
          <p:nvPr>
            <p:ph type="body" sz="quarter" idx="10" hasCustomPrompt="1"/>
          </p:nvPr>
        </p:nvSpPr>
        <p:spPr>
          <a:xfrm>
            <a:off x="6240462" y="3657599"/>
            <a:ext cx="5543549" cy="1242391"/>
          </a:xfrm>
          <a:prstGeom prst="rect">
            <a:avLst/>
          </a:prstGeom>
        </p:spPr>
        <p:txBody>
          <a:bodyPr/>
          <a:lstStyle>
            <a:lvl1pPr>
              <a:defRPr sz="3600">
                <a:solidFill>
                  <a:schemeClr val="tx1"/>
                </a:solidFill>
                <a:latin typeface="72" panose="020B0503030000000003" pitchFamily="34" charset="0"/>
                <a:cs typeface="72" panose="020B0503030000000003" pitchFamily="34" charset="0"/>
              </a:defRPr>
            </a:lvl1pPr>
            <a:lvl2pPr>
              <a:defRPr sz="3600">
                <a:solidFill>
                  <a:schemeClr val="bg1"/>
                </a:solidFill>
                <a:latin typeface="72" panose="020B0503030000000003" pitchFamily="34" charset="0"/>
                <a:cs typeface="72" panose="020B0503030000000003" pitchFamily="34" charset="0"/>
              </a:defRPr>
            </a:lvl2pPr>
            <a:lvl3pPr>
              <a:defRPr sz="3600">
                <a:solidFill>
                  <a:schemeClr val="bg1"/>
                </a:solidFill>
                <a:latin typeface="72" panose="020B0503030000000003" pitchFamily="34" charset="0"/>
                <a:cs typeface="72" panose="020B0503030000000003" pitchFamily="34" charset="0"/>
              </a:defRPr>
            </a:lvl3pPr>
            <a:lvl4pPr>
              <a:defRPr sz="3600">
                <a:solidFill>
                  <a:schemeClr val="bg1"/>
                </a:solidFill>
                <a:latin typeface="72" panose="020B0503030000000003" pitchFamily="34" charset="0"/>
                <a:cs typeface="72" panose="020B0503030000000003" pitchFamily="34" charset="0"/>
              </a:defRPr>
            </a:lvl4pPr>
            <a:lvl5pPr>
              <a:defRPr sz="3600">
                <a:solidFill>
                  <a:schemeClr val="bg1"/>
                </a:solidFill>
                <a:latin typeface="72" panose="020B0503030000000003" pitchFamily="34" charset="0"/>
                <a:cs typeface="72" panose="020B0503030000000003" pitchFamily="34" charset="0"/>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spTree>
    <p:extLst>
      <p:ext uri="{BB962C8B-B14F-4D97-AF65-F5344CB8AC3E}">
        <p14:creationId xmlns:p14="http://schemas.microsoft.com/office/powerpoint/2010/main" val="2855419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E4C2E976-169D-D166-BBF6-C8A3C9EBB231}"/>
              </a:ext>
            </a:extLst>
          </p:cNvPr>
          <p:cNvSpPr>
            <a:spLocks noGrp="1"/>
          </p:cNvSpPr>
          <p:nvPr>
            <p:ph type="pic" sz="quarter" idx="10"/>
          </p:nvPr>
        </p:nvSpPr>
        <p:spPr>
          <a:xfrm>
            <a:off x="0" y="0"/>
            <a:ext cx="4013200" cy="6858000"/>
          </a:xfrm>
          <a:prstGeom prst="rect">
            <a:avLst/>
          </a:prstGeom>
        </p:spPr>
        <p:txBody>
          <a:bodyPr anchor="ctr"/>
          <a:lstStyle>
            <a:lvl1pPr algn="ctr">
              <a:defRPr b="0" i="0">
                <a:latin typeface="72" panose="020B0503030000000003" pitchFamily="34" charset="0"/>
              </a:defRPr>
            </a:lvl1pPr>
          </a:lstStyle>
          <a:p>
            <a:r>
              <a:rPr lang="en-US"/>
              <a:t>Click icon to add picture</a:t>
            </a:r>
          </a:p>
        </p:txBody>
      </p:sp>
      <p:sp>
        <p:nvSpPr>
          <p:cNvPr id="3" name="Text Placeholder 8">
            <a:extLst>
              <a:ext uri="{FF2B5EF4-FFF2-40B4-BE49-F238E27FC236}">
                <a16:creationId xmlns:a16="http://schemas.microsoft.com/office/drawing/2014/main" id="{D312FC30-89FC-F702-0DA1-BCD793F59C33}"/>
              </a:ext>
            </a:extLst>
          </p:cNvPr>
          <p:cNvSpPr>
            <a:spLocks noGrp="1"/>
          </p:cNvSpPr>
          <p:nvPr>
            <p:ph type="body" sz="quarter" idx="18" hasCustomPrompt="1"/>
          </p:nvPr>
        </p:nvSpPr>
        <p:spPr>
          <a:xfrm>
            <a:off x="4139966" y="1363752"/>
            <a:ext cx="7631347" cy="411360"/>
          </a:xfrm>
          <a:prstGeom prst="rect">
            <a:avLst/>
          </a:prstGeom>
        </p:spPr>
        <p:txBody>
          <a:bodyPr anchor="ctr"/>
          <a:lstStyle>
            <a:lvl1pPr marL="0" indent="0">
              <a:buNone/>
              <a:defRPr sz="1600" b="1"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4" name="Text Placeholder 8">
            <a:extLst>
              <a:ext uri="{FF2B5EF4-FFF2-40B4-BE49-F238E27FC236}">
                <a16:creationId xmlns:a16="http://schemas.microsoft.com/office/drawing/2014/main" id="{AA48660B-C1B0-F8D6-6490-293172540C13}"/>
              </a:ext>
            </a:extLst>
          </p:cNvPr>
          <p:cNvSpPr>
            <a:spLocks noGrp="1"/>
          </p:cNvSpPr>
          <p:nvPr>
            <p:ph type="body" sz="quarter" idx="19" hasCustomPrompt="1"/>
          </p:nvPr>
        </p:nvSpPr>
        <p:spPr>
          <a:xfrm>
            <a:off x="4152666" y="1848663"/>
            <a:ext cx="7631347" cy="1786021"/>
          </a:xfrm>
          <a:prstGeom prst="rect">
            <a:avLst/>
          </a:prstGeom>
        </p:spPr>
        <p:txBody>
          <a:bodyPr anchor="t"/>
          <a:lstStyle>
            <a:lvl1pPr marL="342900" marR="0" indent="-342900" algn="l" defTabSz="914400" rtl="0" eaLnBrk="1" fontAlgn="auto" latinLnBrk="0" hangingPunct="1">
              <a:lnSpc>
                <a:spcPct val="100000"/>
              </a:lnSpc>
              <a:spcBef>
                <a:spcPts val="0"/>
              </a:spcBef>
              <a:spcAft>
                <a:spcPts val="900"/>
              </a:spcAft>
              <a:buClrTx/>
              <a:buSzTx/>
              <a:buFont typeface="+mj-lt"/>
              <a:buAutoNum type="arabicPeriod"/>
              <a:tabLst/>
              <a:defRPr lang="en-GB" sz="1400" b="0" i="0" kern="1200" dirty="0">
                <a:solidFill>
                  <a:srgbClr val="12171C"/>
                </a:solidFill>
                <a:latin typeface="72" panose="020B0503030000000003" pitchFamily="34" charset="0"/>
                <a:ea typeface="+mn-ea"/>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marL="342900" marR="0" lvl="0" indent="-342900" algn="l" defTabSz="228600" rtl="0" eaLnBrk="1" fontAlgn="auto" latinLnBrk="0" hangingPunct="1">
              <a:lnSpc>
                <a:spcPct val="100000"/>
              </a:lnSpc>
              <a:spcBef>
                <a:spcPts val="0"/>
              </a:spcBef>
              <a:spcAft>
                <a:spcPts val="600"/>
              </a:spcAft>
              <a:buClrTx/>
              <a:buSzTx/>
              <a:buFont typeface="+mj-lt"/>
              <a:buAutoNum type="arabicPeriod"/>
              <a:tabLst/>
              <a:defRPr/>
            </a:pPr>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0"/>
            <a:endParaRPr lang="en-GB"/>
          </a:p>
        </p:txBody>
      </p:sp>
      <p:sp>
        <p:nvSpPr>
          <p:cNvPr id="5" name="Text Placeholder 11">
            <a:extLst>
              <a:ext uri="{FF2B5EF4-FFF2-40B4-BE49-F238E27FC236}">
                <a16:creationId xmlns:a16="http://schemas.microsoft.com/office/drawing/2014/main" id="{6BB2A093-1A4A-5579-B464-CA5E01BDE2B4}"/>
              </a:ext>
            </a:extLst>
          </p:cNvPr>
          <p:cNvSpPr>
            <a:spLocks noGrp="1"/>
          </p:cNvSpPr>
          <p:nvPr>
            <p:ph type="body" sz="quarter" idx="13"/>
          </p:nvPr>
        </p:nvSpPr>
        <p:spPr>
          <a:xfrm>
            <a:off x="4127730" y="880769"/>
            <a:ext cx="7656284" cy="407987"/>
          </a:xfrm>
          <a:prstGeom prst="rect">
            <a:avLst/>
          </a:prstGeom>
        </p:spPr>
        <p:txBody>
          <a:bodyPr/>
          <a:lstStyle>
            <a:lvl1pPr marL="0" indent="0">
              <a:buNone/>
              <a:defRPr sz="2000" b="0" i="0">
                <a:solidFill>
                  <a:srgbClr val="0070F2"/>
                </a:solidFill>
                <a:latin typeface="72" panose="020B0503030000000003" pitchFamily="34" charset="0"/>
                <a:cs typeface="72" panose="020B0503030000000003" pitchFamily="34" charset="0"/>
              </a:defRPr>
            </a:lvl1pPr>
          </a:lstStyle>
          <a:p>
            <a:pPr lvl="0"/>
            <a:r>
              <a:rPr lang="en-US"/>
              <a:t>Click to edit Master text styles</a:t>
            </a:r>
          </a:p>
        </p:txBody>
      </p:sp>
      <p:sp>
        <p:nvSpPr>
          <p:cNvPr id="6" name="Title 1">
            <a:extLst>
              <a:ext uri="{FF2B5EF4-FFF2-40B4-BE49-F238E27FC236}">
                <a16:creationId xmlns:a16="http://schemas.microsoft.com/office/drawing/2014/main" id="{AC27F0E1-C2CD-0627-C514-80909FA65C66}"/>
              </a:ext>
            </a:extLst>
          </p:cNvPr>
          <p:cNvSpPr>
            <a:spLocks noGrp="1"/>
          </p:cNvSpPr>
          <p:nvPr>
            <p:ph type="title"/>
          </p:nvPr>
        </p:nvSpPr>
        <p:spPr>
          <a:xfrm>
            <a:off x="4127729" y="368301"/>
            <a:ext cx="7643584" cy="407988"/>
          </a:xfrm>
          <a:prstGeom prst="rect">
            <a:avLst/>
          </a:prstGeom>
        </p:spPr>
        <p:txBody>
          <a:bodyPr/>
          <a:lstStyle>
            <a:lvl1pPr>
              <a:defRPr sz="2400">
                <a:latin typeface="72" panose="020B0503030000000003" pitchFamily="34" charset="0"/>
                <a:cs typeface="72" panose="020B0503030000000003" pitchFamily="34" charset="0"/>
              </a:defRPr>
            </a:lvl1pPr>
          </a:lstStyle>
          <a:p>
            <a:r>
              <a:rPr lang="en-US"/>
              <a:t>Click to edit Master title style</a:t>
            </a:r>
          </a:p>
        </p:txBody>
      </p:sp>
    </p:spTree>
    <p:extLst>
      <p:ext uri="{BB962C8B-B14F-4D97-AF65-F5344CB8AC3E}">
        <p14:creationId xmlns:p14="http://schemas.microsoft.com/office/powerpoint/2010/main" val="20350390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12">
            <a:extLst>
              <a:ext uri="{FF2B5EF4-FFF2-40B4-BE49-F238E27FC236}">
                <a16:creationId xmlns:a16="http://schemas.microsoft.com/office/drawing/2014/main" id="{0E7E7125-E498-B236-1FFF-AE979C477119}"/>
              </a:ext>
            </a:extLst>
          </p:cNvPr>
          <p:cNvSpPr txBox="1">
            <a:spLocks/>
          </p:cNvSpPr>
          <p:nvPr userDrawn="1"/>
        </p:nvSpPr>
        <p:spPr>
          <a:xfrm>
            <a:off x="394251" y="389742"/>
            <a:ext cx="11406812" cy="460904"/>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3200" b="1" i="0" kern="1200">
                <a:solidFill>
                  <a:schemeClr val="tx1"/>
                </a:solidFill>
                <a:latin typeface="Arial" panose="020B0604020202020204" pitchFamily="34" charset="0"/>
                <a:ea typeface="+mn-ea"/>
                <a:cs typeface="Arial" panose="020B0604020202020204" pitchFamily="34" charset="0"/>
              </a:defRPr>
            </a:lvl1pPr>
            <a:lvl2pPr marL="228600" indent="0" algn="l" defTabSz="228600" rtl="0" eaLnBrk="1" latinLnBrk="0" hangingPunct="1">
              <a:lnSpc>
                <a:spcPct val="100000"/>
              </a:lnSpc>
              <a:spcBef>
                <a:spcPts val="0"/>
              </a:spcBef>
              <a:spcAft>
                <a:spcPts val="600"/>
              </a:spcAft>
              <a:buClrTx/>
              <a:buFont typeface="Arial" panose="020B0503030202060203" pitchFamily="34" charset="0"/>
              <a:buNone/>
              <a:defRPr sz="3200" b="1" i="0" kern="1200">
                <a:solidFill>
                  <a:schemeClr val="tx1"/>
                </a:solidFill>
                <a:latin typeface="Arial" panose="020B0604020202020204" pitchFamily="34" charset="0"/>
                <a:ea typeface="+mn-ea"/>
                <a:cs typeface="Arial" panose="020B0604020202020204" pitchFamily="34" charset="0"/>
              </a:defRPr>
            </a:lvl2pPr>
            <a:lvl3pPr marL="457200" indent="0" algn="l" defTabSz="228600" rtl="0" eaLnBrk="1" latinLnBrk="0" hangingPunct="1">
              <a:lnSpc>
                <a:spcPct val="100000"/>
              </a:lnSpc>
              <a:spcBef>
                <a:spcPts val="0"/>
              </a:spcBef>
              <a:spcAft>
                <a:spcPts val="600"/>
              </a:spcAft>
              <a:buFont typeface="Arial" panose="020B0604020202020204" pitchFamily="34" charset="0"/>
              <a:buNone/>
              <a:defRPr sz="3200" b="1" i="0" kern="1200">
                <a:solidFill>
                  <a:schemeClr val="tx1"/>
                </a:solidFill>
                <a:latin typeface="Arial" panose="020B0604020202020204" pitchFamily="34" charset="0"/>
                <a:ea typeface="+mn-ea"/>
                <a:cs typeface="Arial" panose="020B0604020202020204" pitchFamily="34" charset="0"/>
              </a:defRPr>
            </a:lvl3pPr>
            <a:lvl4pPr marL="685800" indent="0" algn="l" defTabSz="228600" rtl="0" eaLnBrk="1" latinLnBrk="0" hangingPunct="1">
              <a:lnSpc>
                <a:spcPct val="100000"/>
              </a:lnSpc>
              <a:spcBef>
                <a:spcPts val="0"/>
              </a:spcBef>
              <a:spcAft>
                <a:spcPts val="600"/>
              </a:spcAft>
              <a:buFont typeface="Arial" panose="020B0503030202060203" pitchFamily="34" charset="0"/>
              <a:buNone/>
              <a:defRPr sz="3200" b="1" i="0" kern="1200">
                <a:solidFill>
                  <a:schemeClr val="tx1"/>
                </a:solidFill>
                <a:latin typeface="Arial" panose="020B0604020202020204" pitchFamily="34" charset="0"/>
                <a:ea typeface="+mn-ea"/>
                <a:cs typeface="Arial" panose="020B0604020202020204" pitchFamily="34" charset="0"/>
              </a:defRPr>
            </a:lvl4pPr>
            <a:lvl5pPr marL="914400" indent="0" algn="l" defTabSz="228600" rtl="0" eaLnBrk="1" latinLnBrk="0" hangingPunct="1">
              <a:lnSpc>
                <a:spcPct val="100000"/>
              </a:lnSpc>
              <a:spcBef>
                <a:spcPts val="0"/>
              </a:spcBef>
              <a:spcAft>
                <a:spcPts val="600"/>
              </a:spcAft>
              <a:buFont typeface="Arial" panose="020B0604020202020204" pitchFamily="34" charset="0"/>
              <a:buNone/>
              <a:defRPr sz="3200" b="1" i="0" kern="1200">
                <a:solidFill>
                  <a:schemeClr val="tx1"/>
                </a:solidFill>
                <a:latin typeface="Arial" panose="020B0604020202020204" pitchFamily="34" charset="0"/>
                <a:ea typeface="+mn-ea"/>
                <a:cs typeface="Arial" panose="020B0604020202020204" pitchFamily="34" charset="0"/>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3200" b="0" i="0" u="none" strike="noStrike" kern="1200" cap="none" spc="0" normalizeH="0" baseline="0" noProof="0">
              <a:ln>
                <a:noFill/>
              </a:ln>
              <a:solidFill>
                <a:srgbClr val="000000"/>
              </a:solidFill>
              <a:effectLst/>
              <a:uLnTx/>
              <a:uFillTx/>
              <a:latin typeface="72" panose="020B0503030000000003" pitchFamily="34" charset="0"/>
              <a:ea typeface="+mn-ea"/>
              <a:cs typeface="72" panose="020B0503030000000003" pitchFamily="34" charset="0"/>
            </a:endParaRPr>
          </a:p>
        </p:txBody>
      </p:sp>
      <p:sp>
        <p:nvSpPr>
          <p:cNvPr id="9" name="Rounded Rectangle 8">
            <a:extLst>
              <a:ext uri="{FF2B5EF4-FFF2-40B4-BE49-F238E27FC236}">
                <a16:creationId xmlns:a16="http://schemas.microsoft.com/office/drawing/2014/main" id="{F1135773-E0BA-7615-79AE-A10441503E3B}"/>
              </a:ext>
            </a:extLst>
          </p:cNvPr>
          <p:cNvSpPr/>
          <p:nvPr userDrawn="1"/>
        </p:nvSpPr>
        <p:spPr>
          <a:xfrm>
            <a:off x="4628850" y="1772487"/>
            <a:ext cx="2974975" cy="1244600"/>
          </a:xfrm>
          <a:prstGeom prst="roundRect">
            <a:avLst>
              <a:gd name="adj" fmla="val 11290"/>
            </a:avLst>
          </a:prstGeom>
          <a:solidFill>
            <a:srgbClr val="0070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a:latin typeface="72" panose="020B0503030000000003" pitchFamily="34" charset="0"/>
              <a:cs typeface="72" panose="020B0503030000000003" pitchFamily="34" charset="0"/>
            </a:endParaRPr>
          </a:p>
        </p:txBody>
      </p:sp>
      <p:sp>
        <p:nvSpPr>
          <p:cNvPr id="10" name="Rectangle: Rounded Corners 1">
            <a:extLst>
              <a:ext uri="{FF2B5EF4-FFF2-40B4-BE49-F238E27FC236}">
                <a16:creationId xmlns:a16="http://schemas.microsoft.com/office/drawing/2014/main" id="{13FAA718-9D44-0997-7A21-82EF57A44F9D}"/>
              </a:ext>
            </a:extLst>
          </p:cNvPr>
          <p:cNvSpPr/>
          <p:nvPr userDrawn="1"/>
        </p:nvSpPr>
        <p:spPr>
          <a:xfrm>
            <a:off x="5490862" y="1280362"/>
            <a:ext cx="1238250" cy="1047750"/>
          </a:xfrm>
          <a:prstGeom prst="roundRect">
            <a:avLst>
              <a:gd name="adj" fmla="val 5490"/>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D" b="0" i="0">
              <a:latin typeface="72" panose="020B0503030000000003" pitchFamily="34" charset="0"/>
              <a:cs typeface="72" panose="020B0503030000000003" pitchFamily="34" charset="0"/>
            </a:endParaRPr>
          </a:p>
        </p:txBody>
      </p:sp>
      <p:sp>
        <p:nvSpPr>
          <p:cNvPr id="11" name="Rounded Rectangle 2">
            <a:extLst>
              <a:ext uri="{FF2B5EF4-FFF2-40B4-BE49-F238E27FC236}">
                <a16:creationId xmlns:a16="http://schemas.microsoft.com/office/drawing/2014/main" id="{C9F742B3-47E3-332A-46F6-020441DFBE27}"/>
              </a:ext>
            </a:extLst>
          </p:cNvPr>
          <p:cNvSpPr/>
          <p:nvPr userDrawn="1"/>
        </p:nvSpPr>
        <p:spPr>
          <a:xfrm>
            <a:off x="839788" y="3772737"/>
            <a:ext cx="2974975" cy="1244600"/>
          </a:xfrm>
          <a:prstGeom prst="roundRect">
            <a:avLst>
              <a:gd name="adj" fmla="val 11290"/>
            </a:avLst>
          </a:prstGeom>
          <a:noFill/>
          <a:ln>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a:latin typeface="72" panose="020B0503030000000003" pitchFamily="34" charset="0"/>
              <a:cs typeface="72" panose="020B0503030000000003" pitchFamily="34" charset="0"/>
            </a:endParaRPr>
          </a:p>
        </p:txBody>
      </p:sp>
      <p:sp>
        <p:nvSpPr>
          <p:cNvPr id="12" name="Rounded Rectangle 3">
            <a:extLst>
              <a:ext uri="{FF2B5EF4-FFF2-40B4-BE49-F238E27FC236}">
                <a16:creationId xmlns:a16="http://schemas.microsoft.com/office/drawing/2014/main" id="{A37BDF1E-68A4-A929-701E-49D206B076A8}"/>
              </a:ext>
            </a:extLst>
          </p:cNvPr>
          <p:cNvSpPr/>
          <p:nvPr userDrawn="1"/>
        </p:nvSpPr>
        <p:spPr>
          <a:xfrm>
            <a:off x="4625975" y="3772737"/>
            <a:ext cx="2974975" cy="1244600"/>
          </a:xfrm>
          <a:prstGeom prst="roundRect">
            <a:avLst>
              <a:gd name="adj" fmla="val 11290"/>
            </a:avLst>
          </a:prstGeom>
          <a:noFill/>
          <a:ln>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a:latin typeface="72" panose="020B0503030000000003" pitchFamily="34" charset="0"/>
              <a:cs typeface="72" panose="020B0503030000000003" pitchFamily="34" charset="0"/>
            </a:endParaRPr>
          </a:p>
        </p:txBody>
      </p:sp>
      <p:sp>
        <p:nvSpPr>
          <p:cNvPr id="13" name="Rounded Rectangle 4">
            <a:extLst>
              <a:ext uri="{FF2B5EF4-FFF2-40B4-BE49-F238E27FC236}">
                <a16:creationId xmlns:a16="http://schemas.microsoft.com/office/drawing/2014/main" id="{00670A79-9394-6B93-19B5-021C5C983DFC}"/>
              </a:ext>
            </a:extLst>
          </p:cNvPr>
          <p:cNvSpPr/>
          <p:nvPr userDrawn="1"/>
        </p:nvSpPr>
        <p:spPr>
          <a:xfrm>
            <a:off x="8412163" y="3772737"/>
            <a:ext cx="2974975" cy="1244600"/>
          </a:xfrm>
          <a:prstGeom prst="roundRect">
            <a:avLst>
              <a:gd name="adj" fmla="val 11290"/>
            </a:avLst>
          </a:prstGeom>
          <a:noFill/>
          <a:ln>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b="0" i="0">
              <a:latin typeface="72" panose="020B0503030000000003" pitchFamily="34" charset="0"/>
              <a:cs typeface="72" panose="020B0503030000000003" pitchFamily="34" charset="0"/>
            </a:endParaRPr>
          </a:p>
        </p:txBody>
      </p:sp>
      <p:sp>
        <p:nvSpPr>
          <p:cNvPr id="14" name="Freeform: Shape 7">
            <a:extLst>
              <a:ext uri="{FF2B5EF4-FFF2-40B4-BE49-F238E27FC236}">
                <a16:creationId xmlns:a16="http://schemas.microsoft.com/office/drawing/2014/main" id="{DE637697-0947-783B-2F88-AA63FE501D64}"/>
              </a:ext>
            </a:extLst>
          </p:cNvPr>
          <p:cNvSpPr>
            <a:spLocks noGrp="1"/>
          </p:cNvSpPr>
          <p:nvPr>
            <p:ph type="pic" sz="quarter" idx="10"/>
          </p:nvPr>
        </p:nvSpPr>
        <p:spPr>
          <a:xfrm>
            <a:off x="5591668" y="1341338"/>
            <a:ext cx="1045625" cy="898039"/>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latin typeface="72" panose="020B0503030000000003" pitchFamily="34" charset="0"/>
                <a:cs typeface="72" panose="020B0503030000000003" pitchFamily="34" charset="0"/>
              </a:defRPr>
            </a:lvl1pPr>
          </a:lstStyle>
          <a:p>
            <a:pPr lvl="0"/>
            <a:r>
              <a:rPr lang="en-US" noProof="0"/>
              <a:t>Click icon to add picture</a:t>
            </a:r>
            <a:endParaRPr lang="en-ID" noProof="0"/>
          </a:p>
        </p:txBody>
      </p:sp>
      <p:sp>
        <p:nvSpPr>
          <p:cNvPr id="15" name="Freeform: Shape 10">
            <a:extLst>
              <a:ext uri="{FF2B5EF4-FFF2-40B4-BE49-F238E27FC236}">
                <a16:creationId xmlns:a16="http://schemas.microsoft.com/office/drawing/2014/main" id="{7C69E530-2036-4676-800C-ABD65CF32FE2}"/>
              </a:ext>
            </a:extLst>
          </p:cNvPr>
          <p:cNvSpPr>
            <a:spLocks noGrp="1"/>
          </p:cNvSpPr>
          <p:nvPr>
            <p:ph type="pic" sz="quarter" idx="11"/>
          </p:nvPr>
        </p:nvSpPr>
        <p:spPr>
          <a:xfrm>
            <a:off x="1791707" y="4568203"/>
            <a:ext cx="1045625" cy="898039"/>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latin typeface="72" panose="020B0503030000000003" pitchFamily="34" charset="0"/>
                <a:cs typeface="72" panose="020B0503030000000003" pitchFamily="34" charset="0"/>
              </a:defRPr>
            </a:lvl1pPr>
          </a:lstStyle>
          <a:p>
            <a:pPr lvl="0"/>
            <a:r>
              <a:rPr lang="en-US" noProof="0"/>
              <a:t>Click icon to add picture</a:t>
            </a:r>
            <a:endParaRPr lang="en-ID" noProof="0"/>
          </a:p>
        </p:txBody>
      </p:sp>
      <p:sp>
        <p:nvSpPr>
          <p:cNvPr id="16" name="Freeform: Shape 13">
            <a:extLst>
              <a:ext uri="{FF2B5EF4-FFF2-40B4-BE49-F238E27FC236}">
                <a16:creationId xmlns:a16="http://schemas.microsoft.com/office/drawing/2014/main" id="{3E8A4ECB-8759-0D16-AB38-49FBF770FFA6}"/>
              </a:ext>
            </a:extLst>
          </p:cNvPr>
          <p:cNvSpPr>
            <a:spLocks noGrp="1"/>
          </p:cNvSpPr>
          <p:nvPr>
            <p:ph type="pic" sz="quarter" idx="12"/>
          </p:nvPr>
        </p:nvSpPr>
        <p:spPr>
          <a:xfrm>
            <a:off x="5573188" y="4568202"/>
            <a:ext cx="1045625" cy="898039"/>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latin typeface="72" panose="020B0503030000000003" pitchFamily="34" charset="0"/>
                <a:cs typeface="72" panose="020B0503030000000003" pitchFamily="34" charset="0"/>
              </a:defRPr>
            </a:lvl1pPr>
          </a:lstStyle>
          <a:p>
            <a:pPr lvl="0"/>
            <a:r>
              <a:rPr lang="en-US" noProof="0"/>
              <a:t>Click icon to add picture</a:t>
            </a:r>
            <a:endParaRPr lang="en-ID" noProof="0"/>
          </a:p>
        </p:txBody>
      </p:sp>
      <p:sp>
        <p:nvSpPr>
          <p:cNvPr id="17" name="Freeform: Shape 20">
            <a:extLst>
              <a:ext uri="{FF2B5EF4-FFF2-40B4-BE49-F238E27FC236}">
                <a16:creationId xmlns:a16="http://schemas.microsoft.com/office/drawing/2014/main" id="{E8A37A5E-52B4-778F-88E3-FAC387D492E0}"/>
              </a:ext>
            </a:extLst>
          </p:cNvPr>
          <p:cNvSpPr>
            <a:spLocks noGrp="1"/>
          </p:cNvSpPr>
          <p:nvPr>
            <p:ph type="pic" sz="quarter" idx="13"/>
          </p:nvPr>
        </p:nvSpPr>
        <p:spPr>
          <a:xfrm>
            <a:off x="9364194" y="4568201"/>
            <a:ext cx="1045625" cy="898039"/>
          </a:xfrm>
          <a:custGeom>
            <a:avLst/>
            <a:gdLst>
              <a:gd name="connsiteX0" fmla="*/ 49302 w 1045625"/>
              <a:gd name="connsiteY0" fmla="*/ 0 h 898039"/>
              <a:gd name="connsiteX1" fmla="*/ 996323 w 1045625"/>
              <a:gd name="connsiteY1" fmla="*/ 0 h 898039"/>
              <a:gd name="connsiteX2" fmla="*/ 1045625 w 1045625"/>
              <a:gd name="connsiteY2" fmla="*/ 49302 h 898039"/>
              <a:gd name="connsiteX3" fmla="*/ 1045625 w 1045625"/>
              <a:gd name="connsiteY3" fmla="*/ 848737 h 898039"/>
              <a:gd name="connsiteX4" fmla="*/ 996323 w 1045625"/>
              <a:gd name="connsiteY4" fmla="*/ 898039 h 898039"/>
              <a:gd name="connsiteX5" fmla="*/ 49302 w 1045625"/>
              <a:gd name="connsiteY5" fmla="*/ 898039 h 898039"/>
              <a:gd name="connsiteX6" fmla="*/ 0 w 1045625"/>
              <a:gd name="connsiteY6" fmla="*/ 848737 h 898039"/>
              <a:gd name="connsiteX7" fmla="*/ 0 w 1045625"/>
              <a:gd name="connsiteY7" fmla="*/ 49302 h 898039"/>
              <a:gd name="connsiteX8" fmla="*/ 49302 w 1045625"/>
              <a:gd name="connsiteY8" fmla="*/ 0 h 89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5625" h="898039">
                <a:moveTo>
                  <a:pt x="49302" y="0"/>
                </a:moveTo>
                <a:lnTo>
                  <a:pt x="996323" y="0"/>
                </a:lnTo>
                <a:cubicBezTo>
                  <a:pt x="1023552" y="0"/>
                  <a:pt x="1045625" y="22073"/>
                  <a:pt x="1045625" y="49302"/>
                </a:cubicBezTo>
                <a:lnTo>
                  <a:pt x="1045625" y="848737"/>
                </a:lnTo>
                <a:cubicBezTo>
                  <a:pt x="1045625" y="875966"/>
                  <a:pt x="1023552" y="898039"/>
                  <a:pt x="996323" y="898039"/>
                </a:cubicBezTo>
                <a:lnTo>
                  <a:pt x="49302" y="898039"/>
                </a:lnTo>
                <a:cubicBezTo>
                  <a:pt x="22073" y="898039"/>
                  <a:pt x="0" y="875966"/>
                  <a:pt x="0" y="848737"/>
                </a:cubicBezTo>
                <a:lnTo>
                  <a:pt x="0" y="49302"/>
                </a:lnTo>
                <a:cubicBezTo>
                  <a:pt x="0" y="22073"/>
                  <a:pt x="22073" y="0"/>
                  <a:pt x="49302" y="0"/>
                </a:cubicBezTo>
                <a:close/>
              </a:path>
            </a:pathLst>
          </a:custGeom>
          <a:solidFill>
            <a:schemeClr val="bg1">
              <a:lumMod val="85000"/>
            </a:schemeClr>
          </a:solidFill>
        </p:spPr>
        <p:txBody>
          <a:bodyPr rtlCol="0">
            <a:noAutofit/>
          </a:bodyPr>
          <a:lstStyle>
            <a:lvl1pPr marL="0" indent="0">
              <a:buNone/>
              <a:defRPr sz="1000" b="0" i="0">
                <a:latin typeface="72" panose="020B0503030000000003" pitchFamily="34" charset="0"/>
                <a:cs typeface="72" panose="020B0503030000000003" pitchFamily="34" charset="0"/>
              </a:defRPr>
            </a:lvl1pPr>
          </a:lstStyle>
          <a:p>
            <a:pPr lvl="0"/>
            <a:r>
              <a:rPr lang="en-US" noProof="0"/>
              <a:t>Click icon to add picture</a:t>
            </a:r>
            <a:endParaRPr lang="en-ID" noProof="0"/>
          </a:p>
        </p:txBody>
      </p:sp>
      <p:cxnSp>
        <p:nvCxnSpPr>
          <p:cNvPr id="21" name="Elbow Connector 20">
            <a:extLst>
              <a:ext uri="{FF2B5EF4-FFF2-40B4-BE49-F238E27FC236}">
                <a16:creationId xmlns:a16="http://schemas.microsoft.com/office/drawing/2014/main" id="{0B65E05A-E667-19E8-17EE-0CD4396F9B13}"/>
              </a:ext>
            </a:extLst>
          </p:cNvPr>
          <p:cNvCxnSpPr>
            <a:cxnSpLocks/>
            <a:stCxn id="9" idx="2"/>
            <a:endCxn id="11" idx="0"/>
          </p:cNvCxnSpPr>
          <p:nvPr userDrawn="1"/>
        </p:nvCxnSpPr>
        <p:spPr>
          <a:xfrm rot="5400000">
            <a:off x="3843982" y="1500381"/>
            <a:ext cx="755650" cy="3789062"/>
          </a:xfrm>
          <a:prstGeom prst="bentConnector3">
            <a:avLst>
              <a:gd name="adj1" fmla="val 50000"/>
            </a:avLst>
          </a:prstGeom>
          <a:ln w="12700">
            <a:solidFill>
              <a:srgbClr val="B2B4B3"/>
            </a:solidFill>
          </a:ln>
          <a:effectLst/>
        </p:spPr>
        <p:style>
          <a:lnRef idx="2">
            <a:schemeClr val="accent1"/>
          </a:lnRef>
          <a:fillRef idx="0">
            <a:schemeClr val="accent1"/>
          </a:fillRef>
          <a:effectRef idx="1">
            <a:schemeClr val="accent1"/>
          </a:effectRef>
          <a:fontRef idx="minor">
            <a:schemeClr val="tx1"/>
          </a:fontRef>
        </p:style>
      </p:cxnSp>
      <p:cxnSp>
        <p:nvCxnSpPr>
          <p:cNvPr id="22" name="Elbow Connector 21">
            <a:extLst>
              <a:ext uri="{FF2B5EF4-FFF2-40B4-BE49-F238E27FC236}">
                <a16:creationId xmlns:a16="http://schemas.microsoft.com/office/drawing/2014/main" id="{382712C4-85B7-BE24-BCFF-61D48654CAC5}"/>
              </a:ext>
            </a:extLst>
          </p:cNvPr>
          <p:cNvCxnSpPr>
            <a:cxnSpLocks/>
            <a:stCxn id="9" idx="2"/>
          </p:cNvCxnSpPr>
          <p:nvPr userDrawn="1"/>
        </p:nvCxnSpPr>
        <p:spPr>
          <a:xfrm rot="16200000" flipH="1">
            <a:off x="7623240" y="1510184"/>
            <a:ext cx="769508" cy="3783313"/>
          </a:xfrm>
          <a:prstGeom prst="bentConnector3">
            <a:avLst>
              <a:gd name="adj1" fmla="val 50000"/>
            </a:avLst>
          </a:prstGeom>
          <a:ln w="12700">
            <a:solidFill>
              <a:srgbClr val="B2B4B3"/>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11DDDF2-7B90-BF8F-F1E4-942EB48BCD6B}"/>
              </a:ext>
            </a:extLst>
          </p:cNvPr>
          <p:cNvCxnSpPr>
            <a:cxnSpLocks/>
            <a:stCxn id="9" idx="2"/>
          </p:cNvCxnSpPr>
          <p:nvPr userDrawn="1"/>
        </p:nvCxnSpPr>
        <p:spPr>
          <a:xfrm flipH="1">
            <a:off x="6113463" y="3017087"/>
            <a:ext cx="2875" cy="769508"/>
          </a:xfrm>
          <a:prstGeom prst="line">
            <a:avLst/>
          </a:prstGeom>
          <a:ln w="12700">
            <a:solidFill>
              <a:srgbClr val="B2B4B3"/>
            </a:solidFill>
          </a:ln>
          <a:effectLst/>
        </p:spPr>
        <p:style>
          <a:lnRef idx="2">
            <a:schemeClr val="accent1"/>
          </a:lnRef>
          <a:fillRef idx="0">
            <a:schemeClr val="accent1"/>
          </a:fillRef>
          <a:effectRef idx="1">
            <a:schemeClr val="accent1"/>
          </a:effectRef>
          <a:fontRef idx="minor">
            <a:schemeClr val="tx1"/>
          </a:fontRef>
        </p:style>
      </p:cxnSp>
      <p:sp>
        <p:nvSpPr>
          <p:cNvPr id="24" name="Text Placeholder 43">
            <a:extLst>
              <a:ext uri="{FF2B5EF4-FFF2-40B4-BE49-F238E27FC236}">
                <a16:creationId xmlns:a16="http://schemas.microsoft.com/office/drawing/2014/main" id="{78B980F0-393A-83C1-A85B-682593075895}"/>
              </a:ext>
            </a:extLst>
          </p:cNvPr>
          <p:cNvSpPr>
            <a:spLocks noGrp="1"/>
          </p:cNvSpPr>
          <p:nvPr>
            <p:ph type="body" sz="quarter" idx="22" hasCustomPrompt="1"/>
          </p:nvPr>
        </p:nvSpPr>
        <p:spPr>
          <a:xfrm>
            <a:off x="5491344" y="2438273"/>
            <a:ext cx="1223598" cy="233346"/>
          </a:xfrm>
          <a:prstGeom prst="rect">
            <a:avLst/>
          </a:prstGeom>
        </p:spPr>
        <p:txBody>
          <a:bodyPr anchor="ctr"/>
          <a:lstStyle>
            <a:lvl1pPr marL="0" indent="0" algn="ctr">
              <a:lnSpc>
                <a:spcPts val="1800"/>
              </a:lnSpc>
              <a:buNone/>
              <a:defRPr sz="1600" b="0" i="0">
                <a:solidFill>
                  <a:schemeClr val="bg1"/>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25" name="Text Placeholder 59">
            <a:extLst>
              <a:ext uri="{FF2B5EF4-FFF2-40B4-BE49-F238E27FC236}">
                <a16:creationId xmlns:a16="http://schemas.microsoft.com/office/drawing/2014/main" id="{A10C78E9-13A9-33D0-E439-2059A1A1EEC7}"/>
              </a:ext>
            </a:extLst>
          </p:cNvPr>
          <p:cNvSpPr>
            <a:spLocks noGrp="1"/>
          </p:cNvSpPr>
          <p:nvPr>
            <p:ph type="body" sz="quarter" idx="23" hasCustomPrompt="1"/>
          </p:nvPr>
        </p:nvSpPr>
        <p:spPr>
          <a:xfrm>
            <a:off x="4995786" y="2686893"/>
            <a:ext cx="2156108" cy="229430"/>
          </a:xfrm>
          <a:prstGeom prst="rect">
            <a:avLst/>
          </a:prstGeom>
        </p:spPr>
        <p:txBody>
          <a:bodyPr/>
          <a:lstStyle>
            <a:lvl1pPr marL="0" indent="0" algn="ctr">
              <a:lnSpc>
                <a:spcPts val="1000"/>
              </a:lnSpc>
              <a:buNone/>
              <a:defRPr sz="1000" b="0" i="0">
                <a:solidFill>
                  <a:schemeClr val="bg1"/>
                </a:solidFill>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Text</a:t>
            </a:r>
            <a:endParaRPr lang="en-US"/>
          </a:p>
        </p:txBody>
      </p:sp>
      <p:sp>
        <p:nvSpPr>
          <p:cNvPr id="26" name="Text Placeholder 43">
            <a:extLst>
              <a:ext uri="{FF2B5EF4-FFF2-40B4-BE49-F238E27FC236}">
                <a16:creationId xmlns:a16="http://schemas.microsoft.com/office/drawing/2014/main" id="{C99F4A0B-E36A-8D06-D112-FCD1CDC95434}"/>
              </a:ext>
            </a:extLst>
          </p:cNvPr>
          <p:cNvSpPr>
            <a:spLocks noGrp="1"/>
          </p:cNvSpPr>
          <p:nvPr>
            <p:ph type="body" sz="quarter" idx="24" hasCustomPrompt="1"/>
          </p:nvPr>
        </p:nvSpPr>
        <p:spPr>
          <a:xfrm>
            <a:off x="1678326" y="5550325"/>
            <a:ext cx="1223598" cy="233346"/>
          </a:xfrm>
          <a:prstGeom prst="rect">
            <a:avLst/>
          </a:prstGeom>
        </p:spPr>
        <p:txBody>
          <a:bodyPr anchor="ctr"/>
          <a:lstStyle>
            <a:lvl1pPr marL="0" indent="0" algn="ctr">
              <a:lnSpc>
                <a:spcPts val="1800"/>
              </a:lnSpc>
              <a:buNone/>
              <a:defRPr sz="1600" b="0" i="0">
                <a:solidFill>
                  <a:srgbClr val="265A6D"/>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27" name="Text Placeholder 59">
            <a:extLst>
              <a:ext uri="{FF2B5EF4-FFF2-40B4-BE49-F238E27FC236}">
                <a16:creationId xmlns:a16="http://schemas.microsoft.com/office/drawing/2014/main" id="{6469A202-EA51-5BE8-7E99-608CB5B3C9CA}"/>
              </a:ext>
            </a:extLst>
          </p:cNvPr>
          <p:cNvSpPr>
            <a:spLocks noGrp="1"/>
          </p:cNvSpPr>
          <p:nvPr>
            <p:ph type="body" sz="quarter" idx="25" hasCustomPrompt="1"/>
          </p:nvPr>
        </p:nvSpPr>
        <p:spPr>
          <a:xfrm>
            <a:off x="1182768" y="5798945"/>
            <a:ext cx="2156108" cy="229430"/>
          </a:xfrm>
          <a:prstGeom prst="rect">
            <a:avLst/>
          </a:prstGeom>
        </p:spPr>
        <p:txBody>
          <a:bodyPr/>
          <a:lstStyle>
            <a:lvl1pPr marL="0" indent="0" algn="ctr">
              <a:lnSpc>
                <a:spcPts val="1000"/>
              </a:lnSpc>
              <a:buNone/>
              <a:defRPr sz="1000" b="0" i="0">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Text</a:t>
            </a:r>
            <a:endParaRPr lang="en-US"/>
          </a:p>
        </p:txBody>
      </p:sp>
      <p:sp>
        <p:nvSpPr>
          <p:cNvPr id="28" name="Text Placeholder 43">
            <a:extLst>
              <a:ext uri="{FF2B5EF4-FFF2-40B4-BE49-F238E27FC236}">
                <a16:creationId xmlns:a16="http://schemas.microsoft.com/office/drawing/2014/main" id="{EC711826-A2B6-777C-A2BD-F1D8F36AD353}"/>
              </a:ext>
            </a:extLst>
          </p:cNvPr>
          <p:cNvSpPr>
            <a:spLocks noGrp="1"/>
          </p:cNvSpPr>
          <p:nvPr>
            <p:ph type="body" sz="quarter" idx="26" hasCustomPrompt="1"/>
          </p:nvPr>
        </p:nvSpPr>
        <p:spPr>
          <a:xfrm>
            <a:off x="5490862" y="5565598"/>
            <a:ext cx="1223598" cy="233346"/>
          </a:xfrm>
          <a:prstGeom prst="rect">
            <a:avLst/>
          </a:prstGeom>
        </p:spPr>
        <p:txBody>
          <a:bodyPr anchor="ctr"/>
          <a:lstStyle>
            <a:lvl1pPr marL="0" indent="0" algn="ctr">
              <a:lnSpc>
                <a:spcPts val="1800"/>
              </a:lnSpc>
              <a:buNone/>
              <a:defRPr sz="1600" b="0" i="0">
                <a:solidFill>
                  <a:srgbClr val="265A6D"/>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29" name="Text Placeholder 59">
            <a:extLst>
              <a:ext uri="{FF2B5EF4-FFF2-40B4-BE49-F238E27FC236}">
                <a16:creationId xmlns:a16="http://schemas.microsoft.com/office/drawing/2014/main" id="{7CB873A0-BFBE-4EF3-3878-22B92EAE29C9}"/>
              </a:ext>
            </a:extLst>
          </p:cNvPr>
          <p:cNvSpPr>
            <a:spLocks noGrp="1"/>
          </p:cNvSpPr>
          <p:nvPr>
            <p:ph type="body" sz="quarter" idx="27" hasCustomPrompt="1"/>
          </p:nvPr>
        </p:nvSpPr>
        <p:spPr>
          <a:xfrm>
            <a:off x="4995304" y="5814218"/>
            <a:ext cx="2156108" cy="229430"/>
          </a:xfrm>
          <a:prstGeom prst="rect">
            <a:avLst/>
          </a:prstGeom>
        </p:spPr>
        <p:txBody>
          <a:bodyPr/>
          <a:lstStyle>
            <a:lvl1pPr marL="0" indent="0" algn="ctr">
              <a:lnSpc>
                <a:spcPts val="1000"/>
              </a:lnSpc>
              <a:buNone/>
              <a:defRPr sz="1000" b="0" i="0">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Text</a:t>
            </a:r>
            <a:endParaRPr lang="en-US"/>
          </a:p>
        </p:txBody>
      </p:sp>
      <p:sp>
        <p:nvSpPr>
          <p:cNvPr id="30" name="Text Placeholder 43">
            <a:extLst>
              <a:ext uri="{FF2B5EF4-FFF2-40B4-BE49-F238E27FC236}">
                <a16:creationId xmlns:a16="http://schemas.microsoft.com/office/drawing/2014/main" id="{9AB0A510-B8E8-7518-E291-F1C045DFB787}"/>
              </a:ext>
            </a:extLst>
          </p:cNvPr>
          <p:cNvSpPr>
            <a:spLocks noGrp="1"/>
          </p:cNvSpPr>
          <p:nvPr>
            <p:ph type="body" sz="quarter" idx="28" hasCustomPrompt="1"/>
          </p:nvPr>
        </p:nvSpPr>
        <p:spPr>
          <a:xfrm>
            <a:off x="9303398" y="5580871"/>
            <a:ext cx="1223598" cy="233346"/>
          </a:xfrm>
          <a:prstGeom prst="rect">
            <a:avLst/>
          </a:prstGeom>
        </p:spPr>
        <p:txBody>
          <a:bodyPr anchor="ctr"/>
          <a:lstStyle>
            <a:lvl1pPr marL="0" indent="0" algn="ctr">
              <a:lnSpc>
                <a:spcPts val="1800"/>
              </a:lnSpc>
              <a:buNone/>
              <a:defRPr sz="1600" b="0" i="0">
                <a:solidFill>
                  <a:srgbClr val="265A6D"/>
                </a:solidFill>
                <a:latin typeface="72" panose="020B0503030000000003" pitchFamily="34" charset="0"/>
                <a:cs typeface="72" panose="020B0503030000000003" pitchFamily="34" charset="0"/>
              </a:defRPr>
            </a:lvl1pPr>
            <a:lvl2pPr>
              <a:defRPr b="1" i="0">
                <a:latin typeface="Liebherr Text Condensed" panose="020B0504030000000000" pitchFamily="34" charset="77"/>
              </a:defRPr>
            </a:lvl2pPr>
            <a:lvl3pPr>
              <a:defRPr b="1" i="0">
                <a:latin typeface="Liebherr Text Condensed" panose="020B0504030000000000" pitchFamily="34" charset="77"/>
              </a:defRPr>
            </a:lvl3pPr>
            <a:lvl4pPr>
              <a:defRPr b="1" i="0">
                <a:latin typeface="Liebherr Text Condensed" panose="020B0504030000000000" pitchFamily="34" charset="77"/>
              </a:defRPr>
            </a:lvl4pPr>
            <a:lvl5pPr>
              <a:defRPr b="1" i="0">
                <a:latin typeface="Liebherr Text Condensed" panose="020B0504030000000000" pitchFamily="34" charset="77"/>
              </a:defRPr>
            </a:lvl5pPr>
          </a:lstStyle>
          <a:p>
            <a:pPr lvl="0"/>
            <a:r>
              <a:rPr lang="en-GB"/>
              <a:t>Name</a:t>
            </a:r>
            <a:endParaRPr lang="en-US"/>
          </a:p>
        </p:txBody>
      </p:sp>
      <p:sp>
        <p:nvSpPr>
          <p:cNvPr id="31" name="Text Placeholder 59">
            <a:extLst>
              <a:ext uri="{FF2B5EF4-FFF2-40B4-BE49-F238E27FC236}">
                <a16:creationId xmlns:a16="http://schemas.microsoft.com/office/drawing/2014/main" id="{74EB2C79-03E9-FAB1-C01B-C527CD65EE5B}"/>
              </a:ext>
            </a:extLst>
          </p:cNvPr>
          <p:cNvSpPr>
            <a:spLocks noGrp="1"/>
          </p:cNvSpPr>
          <p:nvPr>
            <p:ph type="body" sz="quarter" idx="29" hasCustomPrompt="1"/>
          </p:nvPr>
        </p:nvSpPr>
        <p:spPr>
          <a:xfrm>
            <a:off x="8807840" y="5829491"/>
            <a:ext cx="2156108" cy="229430"/>
          </a:xfrm>
          <a:prstGeom prst="rect">
            <a:avLst/>
          </a:prstGeom>
        </p:spPr>
        <p:txBody>
          <a:bodyPr/>
          <a:lstStyle>
            <a:lvl1pPr marL="0" indent="0" algn="ctr">
              <a:lnSpc>
                <a:spcPts val="1000"/>
              </a:lnSpc>
              <a:buNone/>
              <a:defRPr sz="1000" b="0" i="0">
                <a:latin typeface="72" panose="020B0503030000000003" pitchFamily="34" charset="0"/>
                <a:cs typeface="72" panose="020B0503030000000003" pitchFamily="34" charset="0"/>
              </a:defRPr>
            </a:lvl1pPr>
            <a:lvl2pPr>
              <a:defRPr b="0" i="0">
                <a:latin typeface="Liebherr Text" panose="020B0604030000000000" pitchFamily="34" charset="77"/>
                <a:cs typeface="Arial" panose="020B0604020202020204" pitchFamily="34" charset="0"/>
              </a:defRPr>
            </a:lvl2pPr>
            <a:lvl3pPr>
              <a:defRPr b="0" i="0">
                <a:latin typeface="Liebherr Text" panose="020B0604030000000000" pitchFamily="34" charset="77"/>
                <a:cs typeface="Arial" panose="020B0604020202020204" pitchFamily="34" charset="0"/>
              </a:defRPr>
            </a:lvl3pPr>
            <a:lvl4pPr>
              <a:defRPr b="0" i="0">
                <a:latin typeface="Liebherr Text" panose="020B0604030000000000" pitchFamily="34" charset="77"/>
                <a:cs typeface="Arial" panose="020B0604020202020204" pitchFamily="34" charset="0"/>
              </a:defRPr>
            </a:lvl4pPr>
            <a:lvl5pPr>
              <a:defRPr b="0" i="0">
                <a:latin typeface="Liebherr Text" panose="020B0604030000000000" pitchFamily="34" charset="77"/>
                <a:cs typeface="Arial" panose="020B0604020202020204" pitchFamily="34" charset="0"/>
              </a:defRPr>
            </a:lvl5pPr>
          </a:lstStyle>
          <a:p>
            <a:pPr lvl="0"/>
            <a:r>
              <a:rPr lang="en-GB"/>
              <a:t>Text</a:t>
            </a:r>
            <a:endParaRPr lang="en-US"/>
          </a:p>
        </p:txBody>
      </p:sp>
      <p:sp>
        <p:nvSpPr>
          <p:cNvPr id="32" name="Text Placeholder 8">
            <a:extLst>
              <a:ext uri="{FF2B5EF4-FFF2-40B4-BE49-F238E27FC236}">
                <a16:creationId xmlns:a16="http://schemas.microsoft.com/office/drawing/2014/main" id="{E08C929C-A9E5-87F0-E23B-91409119C4F3}"/>
              </a:ext>
            </a:extLst>
          </p:cNvPr>
          <p:cNvSpPr>
            <a:spLocks noGrp="1"/>
          </p:cNvSpPr>
          <p:nvPr>
            <p:ph type="body" sz="quarter" idx="19" hasCustomPrompt="1"/>
          </p:nvPr>
        </p:nvSpPr>
        <p:spPr>
          <a:xfrm>
            <a:off x="839788" y="3786595"/>
            <a:ext cx="2974974" cy="1176423"/>
          </a:xfrm>
          <a:prstGeom prst="rect">
            <a:avLst/>
          </a:prstGeom>
        </p:spPr>
        <p:txBody>
          <a:bodyPr anchor="t"/>
          <a:lstStyle>
            <a:lvl1pPr marL="0" marR="0" indent="0" algn="ctr" defTabSz="228600" rtl="0" eaLnBrk="1" fontAlgn="auto" latinLnBrk="0" hangingPunct="1">
              <a:lnSpc>
                <a:spcPct val="100000"/>
              </a:lnSpc>
              <a:spcBef>
                <a:spcPts val="0"/>
              </a:spcBef>
              <a:spcAft>
                <a:spcPts val="600"/>
              </a:spcAft>
              <a:buClrTx/>
              <a:buSzTx/>
              <a:buFont typeface="+mj-lt"/>
              <a:buNone/>
              <a:tabLst/>
              <a:defRPr sz="13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a:t>
            </a:r>
          </a:p>
        </p:txBody>
      </p:sp>
      <p:sp>
        <p:nvSpPr>
          <p:cNvPr id="33" name="Text Placeholder 8">
            <a:extLst>
              <a:ext uri="{FF2B5EF4-FFF2-40B4-BE49-F238E27FC236}">
                <a16:creationId xmlns:a16="http://schemas.microsoft.com/office/drawing/2014/main" id="{C506FF15-9C54-AB0B-656C-8EE8EB50D2C1}"/>
              </a:ext>
            </a:extLst>
          </p:cNvPr>
          <p:cNvSpPr>
            <a:spLocks noGrp="1"/>
          </p:cNvSpPr>
          <p:nvPr>
            <p:ph type="body" sz="quarter" idx="20" hasCustomPrompt="1"/>
          </p:nvPr>
        </p:nvSpPr>
        <p:spPr>
          <a:xfrm>
            <a:off x="4625976" y="3786595"/>
            <a:ext cx="2974974" cy="1176423"/>
          </a:xfrm>
          <a:prstGeom prst="rect">
            <a:avLst/>
          </a:prstGeom>
        </p:spPr>
        <p:txBody>
          <a:bodyPr anchor="t"/>
          <a:lstStyle>
            <a:lvl1pPr marL="0" marR="0" indent="0" algn="ctr" defTabSz="228600" rtl="0" eaLnBrk="1" fontAlgn="auto" latinLnBrk="0" hangingPunct="1">
              <a:lnSpc>
                <a:spcPct val="100000"/>
              </a:lnSpc>
              <a:spcBef>
                <a:spcPts val="0"/>
              </a:spcBef>
              <a:spcAft>
                <a:spcPts val="600"/>
              </a:spcAft>
              <a:buClrTx/>
              <a:buSzTx/>
              <a:buFont typeface="+mj-lt"/>
              <a:buNone/>
              <a:tabLst/>
              <a:defRPr sz="13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a:t>
            </a:r>
          </a:p>
        </p:txBody>
      </p:sp>
      <p:sp>
        <p:nvSpPr>
          <p:cNvPr id="34" name="Text Placeholder 8">
            <a:extLst>
              <a:ext uri="{FF2B5EF4-FFF2-40B4-BE49-F238E27FC236}">
                <a16:creationId xmlns:a16="http://schemas.microsoft.com/office/drawing/2014/main" id="{3EDB711A-6842-EA22-078A-9D601429E7DB}"/>
              </a:ext>
            </a:extLst>
          </p:cNvPr>
          <p:cNvSpPr>
            <a:spLocks noGrp="1"/>
          </p:cNvSpPr>
          <p:nvPr>
            <p:ph type="body" sz="quarter" idx="21" hasCustomPrompt="1"/>
          </p:nvPr>
        </p:nvSpPr>
        <p:spPr>
          <a:xfrm>
            <a:off x="8412164" y="3786595"/>
            <a:ext cx="2974974" cy="1176423"/>
          </a:xfrm>
          <a:prstGeom prst="rect">
            <a:avLst/>
          </a:prstGeom>
        </p:spPr>
        <p:txBody>
          <a:bodyPr anchor="t"/>
          <a:lstStyle>
            <a:lvl1pPr marL="0" marR="0" indent="0" algn="ctr" defTabSz="228600" rtl="0" eaLnBrk="1" fontAlgn="auto" latinLnBrk="0" hangingPunct="1">
              <a:lnSpc>
                <a:spcPct val="100000"/>
              </a:lnSpc>
              <a:spcBef>
                <a:spcPts val="0"/>
              </a:spcBef>
              <a:spcAft>
                <a:spcPts val="600"/>
              </a:spcAft>
              <a:buClrTx/>
              <a:buSzTx/>
              <a:buFont typeface="+mj-lt"/>
              <a:buNone/>
              <a:tabLst/>
              <a:defRPr sz="13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a:t>
            </a:r>
          </a:p>
        </p:txBody>
      </p:sp>
      <p:sp>
        <p:nvSpPr>
          <p:cNvPr id="3" name="Title 16">
            <a:extLst>
              <a:ext uri="{FF2B5EF4-FFF2-40B4-BE49-F238E27FC236}">
                <a16:creationId xmlns:a16="http://schemas.microsoft.com/office/drawing/2014/main" id="{A7E34FAA-00E9-D0E4-BB60-B80460B555D6}"/>
              </a:ext>
            </a:extLst>
          </p:cNvPr>
          <p:cNvSpPr>
            <a:spLocks noGrp="1"/>
          </p:cNvSpPr>
          <p:nvPr>
            <p:ph type="title" hasCustomPrompt="1"/>
          </p:nvPr>
        </p:nvSpPr>
        <p:spPr>
          <a:xfrm>
            <a:off x="299848" y="306855"/>
            <a:ext cx="11471182" cy="407699"/>
          </a:xfrm>
          <a:prstGeom prst="rect">
            <a:avLst/>
          </a:prstGeom>
        </p:spPr>
        <p:txBody>
          <a:bodyPr/>
          <a:lstStyle>
            <a:lvl1pPr>
              <a:defRPr sz="2800" b="1" i="0">
                <a:solidFill>
                  <a:srgbClr val="002986"/>
                </a:solidFill>
                <a:latin typeface="72 Semibold" panose="020B0503030000000003" pitchFamily="34" charset="0"/>
                <a:cs typeface="72 Semibold" panose="020B0503030000000003" pitchFamily="34" charset="0"/>
              </a:defRPr>
            </a:lvl1pPr>
          </a:lstStyle>
          <a:p>
            <a:pPr>
              <a:defRPr/>
            </a:pPr>
            <a:r>
              <a:rPr lang="en-US"/>
              <a:t>Organization Chart</a:t>
            </a:r>
          </a:p>
        </p:txBody>
      </p:sp>
    </p:spTree>
    <p:extLst>
      <p:ext uri="{BB962C8B-B14F-4D97-AF65-F5344CB8AC3E}">
        <p14:creationId xmlns:p14="http://schemas.microsoft.com/office/powerpoint/2010/main" val="19227017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ext Placeholder 8">
            <a:extLst>
              <a:ext uri="{FF2B5EF4-FFF2-40B4-BE49-F238E27FC236}">
                <a16:creationId xmlns:a16="http://schemas.microsoft.com/office/drawing/2014/main" id="{B4CAC4C6-EB1A-2B29-3894-C0EF99D25F76}"/>
              </a:ext>
            </a:extLst>
          </p:cNvPr>
          <p:cNvSpPr>
            <a:spLocks noGrp="1"/>
          </p:cNvSpPr>
          <p:nvPr>
            <p:ph type="body" sz="quarter" idx="18" hasCustomPrompt="1"/>
          </p:nvPr>
        </p:nvSpPr>
        <p:spPr>
          <a:xfrm>
            <a:off x="302926" y="1448571"/>
            <a:ext cx="3581952" cy="411360"/>
          </a:xfrm>
          <a:prstGeom prst="rect">
            <a:avLst/>
          </a:prstGeom>
        </p:spPr>
        <p:txBody>
          <a:bodyPr anchor="ctr"/>
          <a:lstStyle>
            <a:lvl1pPr marL="0" indent="0">
              <a:buFont typeface="Arial" panose="020B0604020202020204" pitchFamily="34" charse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9" name="Text Placeholder 8">
            <a:extLst>
              <a:ext uri="{FF2B5EF4-FFF2-40B4-BE49-F238E27FC236}">
                <a16:creationId xmlns:a16="http://schemas.microsoft.com/office/drawing/2014/main" id="{E19CFAAB-6FB4-C326-D0C8-B770E88FE855}"/>
              </a:ext>
            </a:extLst>
          </p:cNvPr>
          <p:cNvSpPr>
            <a:spLocks noGrp="1"/>
          </p:cNvSpPr>
          <p:nvPr>
            <p:ph type="body" sz="quarter" idx="20" hasCustomPrompt="1"/>
          </p:nvPr>
        </p:nvSpPr>
        <p:spPr>
          <a:xfrm>
            <a:off x="4115915" y="1448571"/>
            <a:ext cx="3581952" cy="411360"/>
          </a:xfrm>
          <a:prstGeom prst="rect">
            <a:avLst/>
          </a:prstGeom>
        </p:spPr>
        <p:txBody>
          <a:bodyPr anchor="ctr"/>
          <a:lstStyle>
            <a:lvl1pPr marL="0" indent="0">
              <a:buFont typeface="Arial" panose="020B0604020202020204" pitchFamily="34" charse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11" name="Text Placeholder 8">
            <a:extLst>
              <a:ext uri="{FF2B5EF4-FFF2-40B4-BE49-F238E27FC236}">
                <a16:creationId xmlns:a16="http://schemas.microsoft.com/office/drawing/2014/main" id="{46B29E2E-E973-8D04-5CE6-C1B8DC77AE04}"/>
              </a:ext>
            </a:extLst>
          </p:cNvPr>
          <p:cNvSpPr>
            <a:spLocks noGrp="1"/>
          </p:cNvSpPr>
          <p:nvPr>
            <p:ph type="body" sz="quarter" idx="22" hasCustomPrompt="1"/>
          </p:nvPr>
        </p:nvSpPr>
        <p:spPr>
          <a:xfrm>
            <a:off x="8007283" y="1448571"/>
            <a:ext cx="3760990" cy="411360"/>
          </a:xfrm>
          <a:prstGeom prst="rect">
            <a:avLst/>
          </a:prstGeom>
        </p:spPr>
        <p:txBody>
          <a:bodyPr anchor="ctr"/>
          <a:lstStyle>
            <a:lvl1pPr marL="0" indent="0">
              <a:buFont typeface="Arial" panose="020B0604020202020204" pitchFamily="34" charse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13" name="Text Placeholder 11">
            <a:extLst>
              <a:ext uri="{FF2B5EF4-FFF2-40B4-BE49-F238E27FC236}">
                <a16:creationId xmlns:a16="http://schemas.microsoft.com/office/drawing/2014/main" id="{69E43592-026D-4AD7-839D-83A1EAFF3348}"/>
              </a:ext>
            </a:extLst>
          </p:cNvPr>
          <p:cNvSpPr>
            <a:spLocks noGrp="1"/>
          </p:cNvSpPr>
          <p:nvPr>
            <p:ph type="body" sz="quarter" idx="13"/>
          </p:nvPr>
        </p:nvSpPr>
        <p:spPr>
          <a:xfrm>
            <a:off x="319202" y="842878"/>
            <a:ext cx="11464811" cy="407987"/>
          </a:xfrm>
          <a:prstGeom prst="rect">
            <a:avLst/>
          </a:prstGeom>
        </p:spPr>
        <p:txBody>
          <a:bodyPr/>
          <a:lstStyle>
            <a:lvl1pPr marL="0" indent="0">
              <a:buNone/>
              <a:defRPr sz="2000" b="0" i="0">
                <a:solidFill>
                  <a:srgbClr val="12171C"/>
                </a:solidFill>
                <a:latin typeface="72" panose="020B0503030000000003" pitchFamily="34" charset="0"/>
                <a:cs typeface="72" panose="020B0503030000000003" pitchFamily="34" charset="0"/>
              </a:defRPr>
            </a:lvl1pPr>
          </a:lstStyle>
          <a:p>
            <a:pPr lvl="0"/>
            <a:r>
              <a:rPr lang="en-US"/>
              <a:t>Click to edit Master text styles</a:t>
            </a:r>
          </a:p>
        </p:txBody>
      </p:sp>
      <p:sp>
        <p:nvSpPr>
          <p:cNvPr id="14" name="Title 1">
            <a:extLst>
              <a:ext uri="{FF2B5EF4-FFF2-40B4-BE49-F238E27FC236}">
                <a16:creationId xmlns:a16="http://schemas.microsoft.com/office/drawing/2014/main" id="{C440FBE5-76EF-03D9-2525-86FB86762D0D}"/>
              </a:ext>
            </a:extLst>
          </p:cNvPr>
          <p:cNvSpPr>
            <a:spLocks noGrp="1"/>
          </p:cNvSpPr>
          <p:nvPr>
            <p:ph type="title"/>
          </p:nvPr>
        </p:nvSpPr>
        <p:spPr>
          <a:xfrm>
            <a:off x="297905" y="259860"/>
            <a:ext cx="11470367" cy="407987"/>
          </a:xfrm>
          <a:prstGeom prst="rect">
            <a:avLst/>
          </a:prstGeom>
        </p:spPr>
        <p:txBody>
          <a:bodyPr/>
          <a:lstStyle>
            <a:lvl1pPr marL="0" marR="0" indent="0" algn="l" defTabSz="457200" rtl="0" eaLnBrk="1" fontAlgn="auto" latinLnBrk="0" hangingPunct="1">
              <a:lnSpc>
                <a:spcPts val="3600"/>
              </a:lnSpc>
              <a:spcBef>
                <a:spcPct val="0"/>
              </a:spcBef>
              <a:spcAft>
                <a:spcPts val="0"/>
              </a:spcAft>
              <a:buClrTx/>
              <a:buSzTx/>
              <a:buFontTx/>
              <a:buNone/>
              <a:tabLst/>
              <a:defRPr lang="en-US" sz="2400" b="1" i="0" kern="1200" dirty="0">
                <a:solidFill>
                  <a:srgbClr val="002A86"/>
                </a:solidFill>
                <a:latin typeface="72 Semibold" panose="020B0603030000000003" pitchFamily="34" charset="0"/>
                <a:ea typeface="+mj-ea"/>
                <a:cs typeface="72 Semibold" panose="020B0603030000000003" pitchFamily="34" charset="0"/>
              </a:defRPr>
            </a:lvl1pPr>
          </a:lstStyle>
          <a:p>
            <a:r>
              <a:rPr lang="en-US"/>
              <a:t>Click to edit Master title style</a:t>
            </a:r>
          </a:p>
        </p:txBody>
      </p:sp>
      <p:sp>
        <p:nvSpPr>
          <p:cNvPr id="15" name="Text Placeholder 8">
            <a:extLst>
              <a:ext uri="{FF2B5EF4-FFF2-40B4-BE49-F238E27FC236}">
                <a16:creationId xmlns:a16="http://schemas.microsoft.com/office/drawing/2014/main" id="{F748EE18-6C9C-56A0-05AD-8DED564E768D}"/>
              </a:ext>
            </a:extLst>
          </p:cNvPr>
          <p:cNvSpPr>
            <a:spLocks noGrp="1"/>
          </p:cNvSpPr>
          <p:nvPr>
            <p:ph type="body" sz="quarter" idx="19" hasCustomPrompt="1"/>
          </p:nvPr>
        </p:nvSpPr>
        <p:spPr>
          <a:xfrm>
            <a:off x="306139" y="2031589"/>
            <a:ext cx="3578739" cy="1786021"/>
          </a:xfrm>
          <a:prstGeom prst="rect">
            <a:avLst/>
          </a:prstGeom>
        </p:spPr>
        <p:txBody>
          <a:bodyPr anchor="t"/>
          <a:lstStyle>
            <a:lvl1pPr marL="0" marR="0" indent="0" algn="l" defTabSz="914400" rtl="0" eaLnBrk="1" fontAlgn="auto" latinLnBrk="0" hangingPunct="1">
              <a:lnSpc>
                <a:spcPct val="100000"/>
              </a:lnSpc>
              <a:spcBef>
                <a:spcPts val="0"/>
              </a:spcBef>
              <a:spcAft>
                <a:spcPts val="900"/>
              </a:spcAft>
              <a:buClrTx/>
              <a:buSzTx/>
              <a:buFont typeface="+mj-lt"/>
              <a:buNone/>
              <a:tabLst/>
              <a:defRPr lang="en-GB" sz="1400" b="0" i="0" kern="1200" dirty="0">
                <a:solidFill>
                  <a:srgbClr val="12171C"/>
                </a:solidFill>
                <a:latin typeface="72" panose="020B0503030000000003" pitchFamily="34" charset="0"/>
                <a:ea typeface="+mn-ea"/>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sp>
        <p:nvSpPr>
          <p:cNvPr id="16" name="Text Placeholder 8">
            <a:extLst>
              <a:ext uri="{FF2B5EF4-FFF2-40B4-BE49-F238E27FC236}">
                <a16:creationId xmlns:a16="http://schemas.microsoft.com/office/drawing/2014/main" id="{E803D9C4-365F-A50D-D91F-6BBF5C1A8D1E}"/>
              </a:ext>
            </a:extLst>
          </p:cNvPr>
          <p:cNvSpPr>
            <a:spLocks noGrp="1"/>
          </p:cNvSpPr>
          <p:nvPr>
            <p:ph type="body" sz="quarter" idx="23" hasCustomPrompt="1"/>
          </p:nvPr>
        </p:nvSpPr>
        <p:spPr>
          <a:xfrm>
            <a:off x="4115915" y="2030493"/>
            <a:ext cx="3578739" cy="1786021"/>
          </a:xfrm>
          <a:prstGeom prst="rect">
            <a:avLst/>
          </a:prstGeom>
        </p:spPr>
        <p:txBody>
          <a:bodyPr anchor="t"/>
          <a:lstStyle>
            <a:lvl1pPr marL="0" marR="0" indent="0" algn="l" defTabSz="914400" rtl="0" eaLnBrk="1" fontAlgn="auto" latinLnBrk="0" hangingPunct="1">
              <a:lnSpc>
                <a:spcPct val="100000"/>
              </a:lnSpc>
              <a:spcBef>
                <a:spcPts val="0"/>
              </a:spcBef>
              <a:spcAft>
                <a:spcPts val="900"/>
              </a:spcAft>
              <a:buClrTx/>
              <a:buSzTx/>
              <a:buFont typeface="+mj-lt"/>
              <a:buNone/>
              <a:tabLst/>
              <a:defRPr lang="en-GB" sz="1400" b="0" i="0" kern="1200" dirty="0">
                <a:solidFill>
                  <a:srgbClr val="12171C"/>
                </a:solidFill>
                <a:latin typeface="72" panose="020B0503030000000003" pitchFamily="34" charset="0"/>
                <a:ea typeface="+mn-ea"/>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sp>
        <p:nvSpPr>
          <p:cNvPr id="17" name="Text Placeholder 8">
            <a:extLst>
              <a:ext uri="{FF2B5EF4-FFF2-40B4-BE49-F238E27FC236}">
                <a16:creationId xmlns:a16="http://schemas.microsoft.com/office/drawing/2014/main" id="{7495E4ED-01B0-F1ED-E548-B7C423D3175D}"/>
              </a:ext>
            </a:extLst>
          </p:cNvPr>
          <p:cNvSpPr>
            <a:spLocks noGrp="1"/>
          </p:cNvSpPr>
          <p:nvPr>
            <p:ph type="body" sz="quarter" idx="24" hasCustomPrompt="1"/>
          </p:nvPr>
        </p:nvSpPr>
        <p:spPr>
          <a:xfrm>
            <a:off x="8007283" y="2030493"/>
            <a:ext cx="3760990" cy="1786021"/>
          </a:xfrm>
          <a:prstGeom prst="rect">
            <a:avLst/>
          </a:prstGeom>
        </p:spPr>
        <p:txBody>
          <a:bodyPr anchor="t"/>
          <a:lstStyle>
            <a:lvl1pPr marL="0" marR="0" indent="0" algn="l" defTabSz="914400" rtl="0" eaLnBrk="1" fontAlgn="auto" latinLnBrk="0" hangingPunct="1">
              <a:lnSpc>
                <a:spcPct val="100000"/>
              </a:lnSpc>
              <a:spcBef>
                <a:spcPts val="0"/>
              </a:spcBef>
              <a:spcAft>
                <a:spcPts val="900"/>
              </a:spcAft>
              <a:buClrTx/>
              <a:buSzTx/>
              <a:buFont typeface="+mj-lt"/>
              <a:buNone/>
              <a:tabLst/>
              <a:defRPr lang="en-GB" sz="1400" b="0" i="0" kern="1200" dirty="0">
                <a:solidFill>
                  <a:srgbClr val="12171C"/>
                </a:solidFill>
                <a:latin typeface="72" panose="020B0503030000000003" pitchFamily="34" charset="0"/>
                <a:ea typeface="+mn-ea"/>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spTree>
    <p:extLst>
      <p:ext uri="{BB962C8B-B14F-4D97-AF65-F5344CB8AC3E}">
        <p14:creationId xmlns:p14="http://schemas.microsoft.com/office/powerpoint/2010/main" val="27300854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C440FBE5-76EF-03D9-2525-86FB86762D0D}"/>
              </a:ext>
            </a:extLst>
          </p:cNvPr>
          <p:cNvSpPr>
            <a:spLocks noGrp="1"/>
          </p:cNvSpPr>
          <p:nvPr>
            <p:ph type="title"/>
          </p:nvPr>
        </p:nvSpPr>
        <p:spPr>
          <a:xfrm>
            <a:off x="297905" y="259860"/>
            <a:ext cx="11470367" cy="407987"/>
          </a:xfrm>
          <a:prstGeom prst="rect">
            <a:avLst/>
          </a:prstGeom>
        </p:spPr>
        <p:txBody>
          <a:bodyPr/>
          <a:lstStyle>
            <a:lvl1pPr marL="0" marR="0" indent="0" algn="l" defTabSz="457200" rtl="0" eaLnBrk="1" fontAlgn="auto" latinLnBrk="0" hangingPunct="1">
              <a:lnSpc>
                <a:spcPts val="3600"/>
              </a:lnSpc>
              <a:spcBef>
                <a:spcPct val="0"/>
              </a:spcBef>
              <a:spcAft>
                <a:spcPts val="0"/>
              </a:spcAft>
              <a:buClrTx/>
              <a:buSzTx/>
              <a:buFontTx/>
              <a:buNone/>
              <a:tabLst/>
              <a:defRPr lang="en-US" sz="2400" b="1" i="0" kern="1200" dirty="0">
                <a:solidFill>
                  <a:srgbClr val="002A86"/>
                </a:solidFill>
                <a:latin typeface="72 Semibold" panose="020B0603030000000003" pitchFamily="34" charset="0"/>
                <a:ea typeface="+mj-ea"/>
                <a:cs typeface="72 Semibold" panose="020B0603030000000003" pitchFamily="34" charset="0"/>
              </a:defRPr>
            </a:lvl1pPr>
          </a:lstStyle>
          <a:p>
            <a:r>
              <a:rPr lang="en-US"/>
              <a:t>Click to edit Master title style</a:t>
            </a:r>
          </a:p>
        </p:txBody>
      </p:sp>
      <p:sp>
        <p:nvSpPr>
          <p:cNvPr id="2" name="Text Placeholder 8">
            <a:extLst>
              <a:ext uri="{FF2B5EF4-FFF2-40B4-BE49-F238E27FC236}">
                <a16:creationId xmlns:a16="http://schemas.microsoft.com/office/drawing/2014/main" id="{9B6A3066-0613-9393-6B4D-09E433A02161}"/>
              </a:ext>
            </a:extLst>
          </p:cNvPr>
          <p:cNvSpPr>
            <a:spLocks noGrp="1"/>
          </p:cNvSpPr>
          <p:nvPr>
            <p:ph type="body" sz="quarter" idx="18" hasCustomPrompt="1"/>
          </p:nvPr>
        </p:nvSpPr>
        <p:spPr>
          <a:xfrm>
            <a:off x="287783" y="1342771"/>
            <a:ext cx="11480489" cy="411360"/>
          </a:xfrm>
          <a:prstGeom prst="rect">
            <a:avLst/>
          </a:prstGeom>
        </p:spPr>
        <p:txBody>
          <a:bodyPr anchor="ctr"/>
          <a:lstStyle>
            <a:lvl1pPr marL="0" indent="0">
              <a:buFont typeface="Arial" panose="020B0604020202020204" pitchFamily="34" charset="0"/>
              <a:buNone/>
              <a:defRPr sz="1600" b="0" i="0">
                <a:latin typeface="72" panose="020B0503030000000003" pitchFamily="34" charset="0"/>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Heading</a:t>
            </a:r>
          </a:p>
        </p:txBody>
      </p:sp>
      <p:sp>
        <p:nvSpPr>
          <p:cNvPr id="3" name="Text Placeholder 8">
            <a:extLst>
              <a:ext uri="{FF2B5EF4-FFF2-40B4-BE49-F238E27FC236}">
                <a16:creationId xmlns:a16="http://schemas.microsoft.com/office/drawing/2014/main" id="{AE842F12-851F-23EA-40A1-8D19FF2C8623}"/>
              </a:ext>
            </a:extLst>
          </p:cNvPr>
          <p:cNvSpPr>
            <a:spLocks noGrp="1"/>
          </p:cNvSpPr>
          <p:nvPr>
            <p:ph type="body" sz="quarter" idx="19" hasCustomPrompt="1"/>
          </p:nvPr>
        </p:nvSpPr>
        <p:spPr>
          <a:xfrm>
            <a:off x="300483" y="1827682"/>
            <a:ext cx="11483530" cy="1786021"/>
          </a:xfrm>
          <a:prstGeom prst="rect">
            <a:avLst/>
          </a:prstGeom>
        </p:spPr>
        <p:txBody>
          <a:bodyPr anchor="t"/>
          <a:lstStyle>
            <a:lvl1pPr marL="0" marR="0" indent="0" algn="l" defTabSz="914400" rtl="0" eaLnBrk="1" fontAlgn="auto" latinLnBrk="0" hangingPunct="1">
              <a:lnSpc>
                <a:spcPct val="100000"/>
              </a:lnSpc>
              <a:spcBef>
                <a:spcPts val="0"/>
              </a:spcBef>
              <a:spcAft>
                <a:spcPts val="900"/>
              </a:spcAft>
              <a:buClrTx/>
              <a:buSzTx/>
              <a:buFont typeface="Arial" panose="020B0604020202020204" pitchFamily="34" charset="0"/>
              <a:buNone/>
              <a:tabLst/>
              <a:defRPr lang="en-GB" sz="1400" b="0" i="0" kern="1200" dirty="0">
                <a:solidFill>
                  <a:schemeClr val="tx1"/>
                </a:solidFill>
                <a:latin typeface="72" panose="020B0503030000000003" pitchFamily="34" charset="0"/>
                <a:ea typeface="+mn-ea"/>
                <a:cs typeface="72" panose="020B0503030000000003" pitchFamily="34" charset="0"/>
              </a:defRPr>
            </a:lvl1pPr>
            <a:lvl2pPr marL="12700" indent="0">
              <a:buFont typeface="Arial" panose="020B0604020202020204" pitchFamily="34" charset="0"/>
              <a:buNone/>
              <a:tabLst/>
              <a:defRPr lang="en-IN" b="0" i="0" smtClean="0">
                <a:effectLst/>
              </a:defRPr>
            </a:lvl2pPr>
            <a:lvl3pPr marL="12700" indent="0">
              <a:buFont typeface="Arial" panose="020B0604020202020204" pitchFamily="34" charset="0"/>
              <a:buNone/>
              <a:tabLst/>
              <a:defRPr sz="1300"/>
            </a:lvl3pPr>
            <a:lvl4pPr marL="12700" indent="0">
              <a:buFont typeface="Arial" panose="020B0604020202020204" pitchFamily="34" charset="0"/>
              <a:buNone/>
              <a:tabLst/>
              <a:defRPr sz="1300"/>
            </a:lvl4pPr>
            <a:lvl5pPr marL="12700" indent="0">
              <a:buFont typeface="Arial" panose="020B0604020202020204" pitchFamily="34" charset="0"/>
              <a:buNone/>
              <a:tabLst/>
              <a:defRPr sz="1300"/>
            </a:lvl5pPr>
          </a:lstStyle>
          <a:p>
            <a:pPr lvl="0"/>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marL="0" marR="0" lvl="0" indent="0" algn="l" defTabSz="914400" rtl="0" eaLnBrk="1" fontAlgn="auto" latinLnBrk="0" hangingPunct="1">
              <a:lnSpc>
                <a:spcPct val="100000"/>
              </a:lnSpc>
              <a:spcBef>
                <a:spcPts val="0"/>
              </a:spcBef>
              <a:spcAft>
                <a:spcPts val="900"/>
              </a:spcAft>
              <a:buClrTx/>
              <a:buSzTx/>
              <a:buFont typeface="Arial" panose="020B0604020202020204" pitchFamily="34" charset="0"/>
              <a:buNone/>
              <a:tabLst/>
              <a:defRPr/>
            </a:pPr>
            <a:r>
              <a:rPr lang="en-GB"/>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p:txBody>
      </p:sp>
      <p:sp>
        <p:nvSpPr>
          <p:cNvPr id="5" name="Text Placeholder 11">
            <a:extLst>
              <a:ext uri="{FF2B5EF4-FFF2-40B4-BE49-F238E27FC236}">
                <a16:creationId xmlns:a16="http://schemas.microsoft.com/office/drawing/2014/main" id="{EC425B52-0586-B1DC-B6E1-CD5B50BEFA18}"/>
              </a:ext>
            </a:extLst>
          </p:cNvPr>
          <p:cNvSpPr>
            <a:spLocks noGrp="1"/>
          </p:cNvSpPr>
          <p:nvPr>
            <p:ph type="body" sz="quarter" idx="13"/>
          </p:nvPr>
        </p:nvSpPr>
        <p:spPr>
          <a:xfrm>
            <a:off x="319202" y="842878"/>
            <a:ext cx="11464811" cy="407987"/>
          </a:xfrm>
          <a:prstGeom prst="rect">
            <a:avLst/>
          </a:prstGeom>
        </p:spPr>
        <p:txBody>
          <a:bodyPr/>
          <a:lstStyle>
            <a:lvl1pPr marL="0" indent="0">
              <a:buNone/>
              <a:defRPr sz="2000" b="0" i="0">
                <a:solidFill>
                  <a:srgbClr val="12171C"/>
                </a:solidFill>
                <a:latin typeface="72" panose="020B0503030000000003" pitchFamily="34" charset="0"/>
                <a:cs typeface="72" panose="020B0503030000000003" pitchFamily="34" charset="0"/>
              </a:defRPr>
            </a:lvl1pPr>
          </a:lstStyle>
          <a:p>
            <a:pPr lvl="0"/>
            <a:r>
              <a:rPr lang="en-US"/>
              <a:t>Click to edit Master text styles</a:t>
            </a:r>
          </a:p>
        </p:txBody>
      </p:sp>
    </p:spTree>
    <p:extLst>
      <p:ext uri="{BB962C8B-B14F-4D97-AF65-F5344CB8AC3E}">
        <p14:creationId xmlns:p14="http://schemas.microsoft.com/office/powerpoint/2010/main" val="9856998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B640DA-4028-810D-7DC0-43DBB0226481}"/>
              </a:ext>
            </a:extLst>
          </p:cNvPr>
          <p:cNvSpPr>
            <a:spLocks noGrp="1"/>
          </p:cNvSpPr>
          <p:nvPr>
            <p:ph type="dt" sz="half" idx="10"/>
          </p:nvPr>
        </p:nvSpPr>
        <p:spPr>
          <a:xfrm>
            <a:off x="838200" y="6356350"/>
            <a:ext cx="2743200" cy="365125"/>
          </a:xfrm>
          <a:prstGeom prst="rect">
            <a:avLst/>
          </a:prstGeom>
        </p:spPr>
        <p:txBody>
          <a:bodyPr/>
          <a:lstStyle>
            <a:lvl1pPr>
              <a:defRPr b="0" i="0">
                <a:latin typeface="72" panose="020B0503030000000003" pitchFamily="34" charset="0"/>
              </a:defRPr>
            </a:lvl1pPr>
          </a:lstStyle>
          <a:p>
            <a:endParaRPr lang="en-US"/>
          </a:p>
        </p:txBody>
      </p:sp>
      <p:sp>
        <p:nvSpPr>
          <p:cNvPr id="3" name="Footer Placeholder 2">
            <a:extLst>
              <a:ext uri="{FF2B5EF4-FFF2-40B4-BE49-F238E27FC236}">
                <a16:creationId xmlns:a16="http://schemas.microsoft.com/office/drawing/2014/main" id="{0788BB64-5435-D468-FEC8-6F6B0D7AEA8B}"/>
              </a:ext>
            </a:extLst>
          </p:cNvPr>
          <p:cNvSpPr>
            <a:spLocks noGrp="1"/>
          </p:cNvSpPr>
          <p:nvPr>
            <p:ph type="ftr" sz="quarter" idx="11"/>
          </p:nvPr>
        </p:nvSpPr>
        <p:spPr>
          <a:xfrm>
            <a:off x="4038600" y="6356350"/>
            <a:ext cx="4114800" cy="365125"/>
          </a:xfrm>
          <a:prstGeom prst="rect">
            <a:avLst/>
          </a:prstGeom>
        </p:spPr>
        <p:txBody>
          <a:bodyPr/>
          <a:lstStyle>
            <a:lvl1pPr>
              <a:defRPr b="0" i="0">
                <a:latin typeface="72" panose="020B0503030000000003" pitchFamily="34" charset="0"/>
              </a:defRPr>
            </a:lvl1pPr>
          </a:lstStyle>
          <a:p>
            <a:endParaRPr lang="en-US"/>
          </a:p>
        </p:txBody>
      </p:sp>
      <p:sp>
        <p:nvSpPr>
          <p:cNvPr id="4" name="Slide Number Placeholder 3">
            <a:extLst>
              <a:ext uri="{FF2B5EF4-FFF2-40B4-BE49-F238E27FC236}">
                <a16:creationId xmlns:a16="http://schemas.microsoft.com/office/drawing/2014/main" id="{FF779242-7FBE-42CC-D3C4-E9DC0C8ABC77}"/>
              </a:ext>
            </a:extLst>
          </p:cNvPr>
          <p:cNvSpPr>
            <a:spLocks noGrp="1"/>
          </p:cNvSpPr>
          <p:nvPr>
            <p:ph type="sldNum" sz="quarter" idx="12"/>
          </p:nvPr>
        </p:nvSpPr>
        <p:spPr>
          <a:xfrm>
            <a:off x="8610600" y="6356350"/>
            <a:ext cx="2743200" cy="365125"/>
          </a:xfrm>
          <a:prstGeom prst="rect">
            <a:avLst/>
          </a:prstGeom>
        </p:spPr>
        <p:txBody>
          <a:bodyPr/>
          <a:lstStyle>
            <a:lvl1pPr>
              <a:defRPr b="0" i="0">
                <a:latin typeface="72" panose="020B0503030000000003" pitchFamily="34" charset="0"/>
              </a:defRPr>
            </a:lvl1pPr>
          </a:lstStyle>
          <a:p>
            <a:fld id="{0C696652-E044-4E89-85A5-0254DEFB126C}" type="slidenum">
              <a:rPr lang="en-US" smtClean="0"/>
              <a:pPr/>
              <a:t>‹#›</a:t>
            </a:fld>
            <a:endParaRPr lang="en-US"/>
          </a:p>
        </p:txBody>
      </p:sp>
    </p:spTree>
    <p:extLst>
      <p:ext uri="{BB962C8B-B14F-4D97-AF65-F5344CB8AC3E}">
        <p14:creationId xmlns:p14="http://schemas.microsoft.com/office/powerpoint/2010/main" val="14693505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64CAE-A40A-E5C6-2080-3AE4862BDE8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07CAC7-2C62-72A9-7657-9D92F5C1BC0B}"/>
              </a:ext>
            </a:extLst>
          </p:cNvPr>
          <p:cNvSpPr>
            <a:spLocks noGrp="1"/>
          </p:cNvSpPr>
          <p:nvPr>
            <p:ph idx="1"/>
          </p:nvPr>
        </p:nvSpPr>
        <p:spPr>
          <a:xfrm>
            <a:off x="5183188" y="987425"/>
            <a:ext cx="6172200" cy="4873625"/>
          </a:xfrm>
          <a:prstGeom prst="rect">
            <a:avLst/>
          </a:prstGeom>
        </p:spPr>
        <p:txBody>
          <a:bodyPr/>
          <a:lstStyle>
            <a:lvl1pPr>
              <a:defRPr sz="3200" b="0" i="0">
                <a:latin typeface="72" panose="020B0503030000000003" pitchFamily="34" charset="0"/>
              </a:defRPr>
            </a:lvl1pPr>
            <a:lvl2pPr>
              <a:defRPr sz="2800" b="0" i="0">
                <a:latin typeface="72" panose="020B0503030000000003" pitchFamily="34" charset="0"/>
              </a:defRPr>
            </a:lvl2pPr>
            <a:lvl3pPr>
              <a:defRPr sz="2400" b="0" i="0">
                <a:latin typeface="72" panose="020B0503030000000003" pitchFamily="34" charset="0"/>
              </a:defRPr>
            </a:lvl3pPr>
            <a:lvl4pPr>
              <a:defRPr sz="2000" b="0" i="0">
                <a:latin typeface="72" panose="020B0503030000000003" pitchFamily="34" charset="0"/>
              </a:defRPr>
            </a:lvl4pPr>
            <a:lvl5pPr>
              <a:defRPr sz="2000" b="0" i="0">
                <a:latin typeface="72" panose="020B05030300000000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6033C5-6628-AB2A-B24F-0CD441543D6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b="0" i="0">
                <a:latin typeface="72" panose="020B05030300000000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E87F1-6AA1-3E91-1EB6-5613149C71B6}"/>
              </a:ext>
            </a:extLst>
          </p:cNvPr>
          <p:cNvSpPr>
            <a:spLocks noGrp="1"/>
          </p:cNvSpPr>
          <p:nvPr>
            <p:ph type="dt" sz="half" idx="10"/>
          </p:nvPr>
        </p:nvSpPr>
        <p:spPr>
          <a:xfrm>
            <a:off x="838200" y="6356350"/>
            <a:ext cx="2743200" cy="365125"/>
          </a:xfrm>
          <a:prstGeom prst="rect">
            <a:avLst/>
          </a:prstGeom>
        </p:spPr>
        <p:txBody>
          <a:bodyPr/>
          <a:lstStyle>
            <a:lvl1pPr>
              <a:defRPr b="0" i="0">
                <a:latin typeface="72" panose="020B0503030000000003" pitchFamily="34" charset="0"/>
              </a:defRPr>
            </a:lvl1pPr>
          </a:lstStyle>
          <a:p>
            <a:endParaRPr lang="en-US"/>
          </a:p>
        </p:txBody>
      </p:sp>
      <p:sp>
        <p:nvSpPr>
          <p:cNvPr id="6" name="Footer Placeholder 5">
            <a:extLst>
              <a:ext uri="{FF2B5EF4-FFF2-40B4-BE49-F238E27FC236}">
                <a16:creationId xmlns:a16="http://schemas.microsoft.com/office/drawing/2014/main" id="{3657D42D-2055-0D3C-A3D2-6B7C3D4790C9}"/>
              </a:ext>
            </a:extLst>
          </p:cNvPr>
          <p:cNvSpPr>
            <a:spLocks noGrp="1"/>
          </p:cNvSpPr>
          <p:nvPr>
            <p:ph type="ftr" sz="quarter" idx="11"/>
          </p:nvPr>
        </p:nvSpPr>
        <p:spPr>
          <a:xfrm>
            <a:off x="4038600" y="6356350"/>
            <a:ext cx="4114800" cy="365125"/>
          </a:xfrm>
          <a:prstGeom prst="rect">
            <a:avLst/>
          </a:prstGeom>
        </p:spPr>
        <p:txBody>
          <a:bodyPr/>
          <a:lstStyle>
            <a:lvl1pPr>
              <a:defRPr b="0" i="0">
                <a:latin typeface="72" panose="020B0503030000000003" pitchFamily="34" charset="0"/>
              </a:defRPr>
            </a:lvl1pPr>
          </a:lstStyle>
          <a:p>
            <a:endParaRPr lang="en-US"/>
          </a:p>
        </p:txBody>
      </p:sp>
      <p:sp>
        <p:nvSpPr>
          <p:cNvPr id="7" name="Slide Number Placeholder 6">
            <a:extLst>
              <a:ext uri="{FF2B5EF4-FFF2-40B4-BE49-F238E27FC236}">
                <a16:creationId xmlns:a16="http://schemas.microsoft.com/office/drawing/2014/main" id="{C1370797-A6AF-0625-01E6-44D6CF7A9989}"/>
              </a:ext>
            </a:extLst>
          </p:cNvPr>
          <p:cNvSpPr>
            <a:spLocks noGrp="1"/>
          </p:cNvSpPr>
          <p:nvPr>
            <p:ph type="sldNum" sz="quarter" idx="12"/>
          </p:nvPr>
        </p:nvSpPr>
        <p:spPr>
          <a:xfrm>
            <a:off x="8610600" y="6356350"/>
            <a:ext cx="2743200" cy="365125"/>
          </a:xfrm>
          <a:prstGeom prst="rect">
            <a:avLst/>
          </a:prstGeom>
        </p:spPr>
        <p:txBody>
          <a:bodyPr/>
          <a:lstStyle>
            <a:lvl1pPr>
              <a:defRPr b="0" i="0">
                <a:latin typeface="72" panose="020B0503030000000003" pitchFamily="34" charset="0"/>
              </a:defRPr>
            </a:lvl1pPr>
          </a:lstStyle>
          <a:p>
            <a:fld id="{0C696652-E044-4E89-85A5-0254DEFB126C}" type="slidenum">
              <a:rPr lang="en-US" smtClean="0"/>
              <a:pPr/>
              <a:t>‹#›</a:t>
            </a:fld>
            <a:endParaRPr lang="en-US"/>
          </a:p>
        </p:txBody>
      </p:sp>
    </p:spTree>
    <p:extLst>
      <p:ext uri="{BB962C8B-B14F-4D97-AF65-F5344CB8AC3E}">
        <p14:creationId xmlns:p14="http://schemas.microsoft.com/office/powerpoint/2010/main" val="28298556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FABE-08BA-FB54-A948-CABBDF07B6E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487B0F-64B7-9A9D-081B-6B3D615843AE}"/>
              </a:ext>
            </a:extLst>
          </p:cNvPr>
          <p:cNvSpPr>
            <a:spLocks noGrp="1"/>
          </p:cNvSpPr>
          <p:nvPr>
            <p:ph type="pic" idx="1"/>
          </p:nvPr>
        </p:nvSpPr>
        <p:spPr>
          <a:xfrm>
            <a:off x="5183188" y="987425"/>
            <a:ext cx="6172200" cy="4873625"/>
          </a:xfrm>
          <a:prstGeom prst="rect">
            <a:avLst/>
          </a:prstGeom>
        </p:spPr>
        <p:txBody>
          <a:bodyPr/>
          <a:lstStyle>
            <a:lvl1pPr marL="0" indent="0">
              <a:buNone/>
              <a:defRPr sz="3200" b="0" i="0">
                <a:latin typeface="72" panose="020B0503030000000003"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5E50535C-1F34-61A5-85F1-D90E526A6B1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b="0" i="0">
                <a:latin typeface="72" panose="020B05030300000000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F91D63-60FC-FDEE-FB15-6742A0BE75B4}"/>
              </a:ext>
            </a:extLst>
          </p:cNvPr>
          <p:cNvSpPr>
            <a:spLocks noGrp="1"/>
          </p:cNvSpPr>
          <p:nvPr>
            <p:ph type="dt" sz="half" idx="10"/>
          </p:nvPr>
        </p:nvSpPr>
        <p:spPr>
          <a:xfrm>
            <a:off x="838200" y="6356350"/>
            <a:ext cx="2743200" cy="365125"/>
          </a:xfrm>
          <a:prstGeom prst="rect">
            <a:avLst/>
          </a:prstGeom>
        </p:spPr>
        <p:txBody>
          <a:bodyPr/>
          <a:lstStyle>
            <a:lvl1pPr>
              <a:defRPr b="0" i="0">
                <a:latin typeface="72" panose="020B0503030000000003" pitchFamily="34" charset="0"/>
              </a:defRPr>
            </a:lvl1pPr>
          </a:lstStyle>
          <a:p>
            <a:endParaRPr lang="en-US"/>
          </a:p>
        </p:txBody>
      </p:sp>
      <p:sp>
        <p:nvSpPr>
          <p:cNvPr id="6" name="Footer Placeholder 5">
            <a:extLst>
              <a:ext uri="{FF2B5EF4-FFF2-40B4-BE49-F238E27FC236}">
                <a16:creationId xmlns:a16="http://schemas.microsoft.com/office/drawing/2014/main" id="{34C56CAC-0425-BE09-0689-88F32020C685}"/>
              </a:ext>
            </a:extLst>
          </p:cNvPr>
          <p:cNvSpPr>
            <a:spLocks noGrp="1"/>
          </p:cNvSpPr>
          <p:nvPr>
            <p:ph type="ftr" sz="quarter" idx="11"/>
          </p:nvPr>
        </p:nvSpPr>
        <p:spPr>
          <a:xfrm>
            <a:off x="4038600" y="6356350"/>
            <a:ext cx="4114800" cy="365125"/>
          </a:xfrm>
          <a:prstGeom prst="rect">
            <a:avLst/>
          </a:prstGeom>
        </p:spPr>
        <p:txBody>
          <a:bodyPr/>
          <a:lstStyle>
            <a:lvl1pPr>
              <a:defRPr b="0" i="0">
                <a:latin typeface="72" panose="020B0503030000000003" pitchFamily="34" charset="0"/>
              </a:defRPr>
            </a:lvl1pPr>
          </a:lstStyle>
          <a:p>
            <a:endParaRPr lang="en-US"/>
          </a:p>
        </p:txBody>
      </p:sp>
      <p:sp>
        <p:nvSpPr>
          <p:cNvPr id="7" name="Slide Number Placeholder 6">
            <a:extLst>
              <a:ext uri="{FF2B5EF4-FFF2-40B4-BE49-F238E27FC236}">
                <a16:creationId xmlns:a16="http://schemas.microsoft.com/office/drawing/2014/main" id="{EF860740-D9B5-90D1-DD39-D17D4954CBD0}"/>
              </a:ext>
            </a:extLst>
          </p:cNvPr>
          <p:cNvSpPr>
            <a:spLocks noGrp="1"/>
          </p:cNvSpPr>
          <p:nvPr>
            <p:ph type="sldNum" sz="quarter" idx="12"/>
          </p:nvPr>
        </p:nvSpPr>
        <p:spPr>
          <a:xfrm>
            <a:off x="8610600" y="6356350"/>
            <a:ext cx="2743200" cy="365125"/>
          </a:xfrm>
          <a:prstGeom prst="rect">
            <a:avLst/>
          </a:prstGeom>
        </p:spPr>
        <p:txBody>
          <a:bodyPr/>
          <a:lstStyle>
            <a:lvl1pPr>
              <a:defRPr b="0" i="0">
                <a:latin typeface="72" panose="020B0503030000000003" pitchFamily="34" charset="0"/>
              </a:defRPr>
            </a:lvl1pPr>
          </a:lstStyle>
          <a:p>
            <a:fld id="{0C696652-E044-4E89-85A5-0254DEFB126C}" type="slidenum">
              <a:rPr lang="en-US" smtClean="0"/>
              <a:pPr/>
              <a:t>‹#›</a:t>
            </a:fld>
            <a:endParaRPr lang="en-US"/>
          </a:p>
        </p:txBody>
      </p:sp>
    </p:spTree>
    <p:extLst>
      <p:ext uri="{BB962C8B-B14F-4D97-AF65-F5344CB8AC3E}">
        <p14:creationId xmlns:p14="http://schemas.microsoft.com/office/powerpoint/2010/main" val="10410428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E518-3142-5F0A-9C2D-544EF3D927E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B6831-7344-8181-66F1-0989C089D1C7}"/>
              </a:ext>
            </a:extLst>
          </p:cNvPr>
          <p:cNvSpPr>
            <a:spLocks noGrp="1"/>
          </p:cNvSpPr>
          <p:nvPr>
            <p:ph type="body" orient="vert" idx="1"/>
          </p:nvPr>
        </p:nvSpPr>
        <p:spPr>
          <a:xfrm>
            <a:off x="838200" y="1825625"/>
            <a:ext cx="10515600" cy="4351338"/>
          </a:xfrm>
          <a:prstGeom prst="rect">
            <a:avLst/>
          </a:prstGeom>
        </p:spPr>
        <p:txBody>
          <a:bodyPr vert="eaVert"/>
          <a:lstStyle>
            <a:lvl1pPr>
              <a:defRPr b="0" i="0">
                <a:latin typeface="72" panose="020B0503030000000003" pitchFamily="34" charset="0"/>
              </a:defRPr>
            </a:lvl1pPr>
            <a:lvl2pPr>
              <a:defRPr b="0" i="0">
                <a:latin typeface="72" panose="020B0503030000000003" pitchFamily="34" charset="0"/>
              </a:defRPr>
            </a:lvl2pPr>
            <a:lvl3pPr>
              <a:defRPr b="0" i="0">
                <a:latin typeface="72" panose="020B0503030000000003" pitchFamily="34" charset="0"/>
              </a:defRPr>
            </a:lvl3pPr>
            <a:lvl4pPr>
              <a:defRPr b="0" i="0">
                <a:latin typeface="72" panose="020B0503030000000003" pitchFamily="34" charset="0"/>
              </a:defRPr>
            </a:lvl4pPr>
            <a:lvl5pPr>
              <a:defRPr b="0" i="0">
                <a:latin typeface="72" panose="020B05030300000000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68C120-9BA9-AA06-410A-60592808A81B}"/>
              </a:ext>
            </a:extLst>
          </p:cNvPr>
          <p:cNvSpPr>
            <a:spLocks noGrp="1"/>
          </p:cNvSpPr>
          <p:nvPr>
            <p:ph type="dt" sz="half" idx="10"/>
          </p:nvPr>
        </p:nvSpPr>
        <p:spPr>
          <a:xfrm>
            <a:off x="838200" y="6356350"/>
            <a:ext cx="2743200" cy="365125"/>
          </a:xfrm>
          <a:prstGeom prst="rect">
            <a:avLst/>
          </a:prstGeom>
        </p:spPr>
        <p:txBody>
          <a:bodyPr/>
          <a:lstStyle>
            <a:lvl1pPr>
              <a:defRPr b="0" i="0">
                <a:latin typeface="72" panose="020B0503030000000003" pitchFamily="34" charset="0"/>
              </a:defRPr>
            </a:lvl1pPr>
          </a:lstStyle>
          <a:p>
            <a:endParaRPr lang="en-US"/>
          </a:p>
        </p:txBody>
      </p:sp>
      <p:sp>
        <p:nvSpPr>
          <p:cNvPr id="5" name="Footer Placeholder 4">
            <a:extLst>
              <a:ext uri="{FF2B5EF4-FFF2-40B4-BE49-F238E27FC236}">
                <a16:creationId xmlns:a16="http://schemas.microsoft.com/office/drawing/2014/main" id="{9714D64C-3A3F-451B-3374-DA31C07CE6C1}"/>
              </a:ext>
            </a:extLst>
          </p:cNvPr>
          <p:cNvSpPr>
            <a:spLocks noGrp="1"/>
          </p:cNvSpPr>
          <p:nvPr>
            <p:ph type="ftr" sz="quarter" idx="11"/>
          </p:nvPr>
        </p:nvSpPr>
        <p:spPr>
          <a:xfrm>
            <a:off x="4038600" y="6356350"/>
            <a:ext cx="4114800" cy="365125"/>
          </a:xfrm>
          <a:prstGeom prst="rect">
            <a:avLst/>
          </a:prstGeom>
        </p:spPr>
        <p:txBody>
          <a:bodyPr/>
          <a:lstStyle>
            <a:lvl1pPr>
              <a:defRPr b="0" i="0">
                <a:latin typeface="72" panose="020B0503030000000003" pitchFamily="34" charset="0"/>
              </a:defRPr>
            </a:lvl1pPr>
          </a:lstStyle>
          <a:p>
            <a:endParaRPr lang="en-US"/>
          </a:p>
        </p:txBody>
      </p:sp>
      <p:sp>
        <p:nvSpPr>
          <p:cNvPr id="6" name="Slide Number Placeholder 5">
            <a:extLst>
              <a:ext uri="{FF2B5EF4-FFF2-40B4-BE49-F238E27FC236}">
                <a16:creationId xmlns:a16="http://schemas.microsoft.com/office/drawing/2014/main" id="{5EAC78B2-89C4-3799-036D-68C2F02AA113}"/>
              </a:ext>
            </a:extLst>
          </p:cNvPr>
          <p:cNvSpPr>
            <a:spLocks noGrp="1"/>
          </p:cNvSpPr>
          <p:nvPr>
            <p:ph type="sldNum" sz="quarter" idx="12"/>
          </p:nvPr>
        </p:nvSpPr>
        <p:spPr>
          <a:xfrm>
            <a:off x="8610600" y="6356350"/>
            <a:ext cx="2743200" cy="365125"/>
          </a:xfrm>
          <a:prstGeom prst="rect">
            <a:avLst/>
          </a:prstGeom>
        </p:spPr>
        <p:txBody>
          <a:bodyPr/>
          <a:lstStyle>
            <a:lvl1pPr>
              <a:defRPr b="0" i="0">
                <a:latin typeface="72" panose="020B0503030000000003" pitchFamily="34" charset="0"/>
              </a:defRPr>
            </a:lvl1pPr>
          </a:lstStyle>
          <a:p>
            <a:fld id="{0C696652-E044-4E89-85A5-0254DEFB126C}" type="slidenum">
              <a:rPr lang="en-US" smtClean="0"/>
              <a:pPr/>
              <a:t>‹#›</a:t>
            </a:fld>
            <a:endParaRPr lang="en-US"/>
          </a:p>
        </p:txBody>
      </p:sp>
    </p:spTree>
    <p:extLst>
      <p:ext uri="{BB962C8B-B14F-4D97-AF65-F5344CB8AC3E}">
        <p14:creationId xmlns:p14="http://schemas.microsoft.com/office/powerpoint/2010/main" val="40507465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E337B2-9A15-3F54-A9D4-3C03591AA8FE}"/>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E46A87-4DDE-BDC2-00DD-2D97854930AA}"/>
              </a:ext>
            </a:extLst>
          </p:cNvPr>
          <p:cNvSpPr>
            <a:spLocks noGrp="1"/>
          </p:cNvSpPr>
          <p:nvPr>
            <p:ph type="body" orient="vert" idx="1"/>
          </p:nvPr>
        </p:nvSpPr>
        <p:spPr>
          <a:xfrm>
            <a:off x="838200" y="365125"/>
            <a:ext cx="7734300" cy="5811838"/>
          </a:xfrm>
          <a:prstGeom prst="rect">
            <a:avLst/>
          </a:prstGeom>
        </p:spPr>
        <p:txBody>
          <a:bodyPr vert="eaVert"/>
          <a:lstStyle>
            <a:lvl1pPr>
              <a:defRPr b="0" i="0">
                <a:latin typeface="72" panose="020B0503030000000003" pitchFamily="34" charset="0"/>
              </a:defRPr>
            </a:lvl1pPr>
            <a:lvl2pPr>
              <a:defRPr b="0" i="0">
                <a:latin typeface="72" panose="020B0503030000000003" pitchFamily="34" charset="0"/>
              </a:defRPr>
            </a:lvl2pPr>
            <a:lvl3pPr>
              <a:defRPr b="0" i="0">
                <a:latin typeface="72" panose="020B0503030000000003" pitchFamily="34" charset="0"/>
              </a:defRPr>
            </a:lvl3pPr>
            <a:lvl4pPr>
              <a:defRPr b="0" i="0">
                <a:latin typeface="72" panose="020B0503030000000003" pitchFamily="34" charset="0"/>
              </a:defRPr>
            </a:lvl4pPr>
            <a:lvl5pPr>
              <a:defRPr b="0" i="0">
                <a:latin typeface="72" panose="020B05030300000000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741250-9291-D639-6A71-5B74909EDDD8}"/>
              </a:ext>
            </a:extLst>
          </p:cNvPr>
          <p:cNvSpPr>
            <a:spLocks noGrp="1"/>
          </p:cNvSpPr>
          <p:nvPr>
            <p:ph type="dt" sz="half" idx="10"/>
          </p:nvPr>
        </p:nvSpPr>
        <p:spPr>
          <a:xfrm>
            <a:off x="838200" y="6356350"/>
            <a:ext cx="2743200" cy="365125"/>
          </a:xfrm>
          <a:prstGeom prst="rect">
            <a:avLst/>
          </a:prstGeom>
        </p:spPr>
        <p:txBody>
          <a:bodyPr/>
          <a:lstStyle>
            <a:lvl1pPr>
              <a:defRPr b="0" i="0">
                <a:latin typeface="72" panose="020B0503030000000003" pitchFamily="34" charset="0"/>
              </a:defRPr>
            </a:lvl1pPr>
          </a:lstStyle>
          <a:p>
            <a:endParaRPr lang="en-US"/>
          </a:p>
        </p:txBody>
      </p:sp>
      <p:sp>
        <p:nvSpPr>
          <p:cNvPr id="5" name="Footer Placeholder 4">
            <a:extLst>
              <a:ext uri="{FF2B5EF4-FFF2-40B4-BE49-F238E27FC236}">
                <a16:creationId xmlns:a16="http://schemas.microsoft.com/office/drawing/2014/main" id="{A26B6BDE-0CD9-D468-EEAE-286DAD0D8DAC}"/>
              </a:ext>
            </a:extLst>
          </p:cNvPr>
          <p:cNvSpPr>
            <a:spLocks noGrp="1"/>
          </p:cNvSpPr>
          <p:nvPr>
            <p:ph type="ftr" sz="quarter" idx="11"/>
          </p:nvPr>
        </p:nvSpPr>
        <p:spPr>
          <a:xfrm>
            <a:off x="4038600" y="6356350"/>
            <a:ext cx="4114800" cy="365125"/>
          </a:xfrm>
          <a:prstGeom prst="rect">
            <a:avLst/>
          </a:prstGeom>
        </p:spPr>
        <p:txBody>
          <a:bodyPr/>
          <a:lstStyle>
            <a:lvl1pPr>
              <a:defRPr b="0" i="0">
                <a:latin typeface="72" panose="020B0503030000000003" pitchFamily="34" charset="0"/>
              </a:defRPr>
            </a:lvl1pPr>
          </a:lstStyle>
          <a:p>
            <a:endParaRPr lang="en-US"/>
          </a:p>
        </p:txBody>
      </p:sp>
      <p:sp>
        <p:nvSpPr>
          <p:cNvPr id="6" name="Slide Number Placeholder 5">
            <a:extLst>
              <a:ext uri="{FF2B5EF4-FFF2-40B4-BE49-F238E27FC236}">
                <a16:creationId xmlns:a16="http://schemas.microsoft.com/office/drawing/2014/main" id="{4D6D94BB-1710-F723-9987-190E2485BB73}"/>
              </a:ext>
            </a:extLst>
          </p:cNvPr>
          <p:cNvSpPr>
            <a:spLocks noGrp="1"/>
          </p:cNvSpPr>
          <p:nvPr>
            <p:ph type="sldNum" sz="quarter" idx="12"/>
          </p:nvPr>
        </p:nvSpPr>
        <p:spPr>
          <a:xfrm>
            <a:off x="8610600" y="6356350"/>
            <a:ext cx="2743200" cy="365125"/>
          </a:xfrm>
          <a:prstGeom prst="rect">
            <a:avLst/>
          </a:prstGeom>
        </p:spPr>
        <p:txBody>
          <a:bodyPr/>
          <a:lstStyle>
            <a:lvl1pPr>
              <a:defRPr b="0" i="0">
                <a:latin typeface="72" panose="020B0503030000000003" pitchFamily="34" charset="0"/>
              </a:defRPr>
            </a:lvl1pPr>
          </a:lstStyle>
          <a:p>
            <a:fld id="{0C696652-E044-4E89-85A5-0254DEFB126C}" type="slidenum">
              <a:rPr lang="en-US" smtClean="0"/>
              <a:pPr/>
              <a:t>‹#›</a:t>
            </a:fld>
            <a:endParaRPr lang="en-US"/>
          </a:p>
        </p:txBody>
      </p:sp>
    </p:spTree>
    <p:extLst>
      <p:ext uri="{BB962C8B-B14F-4D97-AF65-F5344CB8AC3E}">
        <p14:creationId xmlns:p14="http://schemas.microsoft.com/office/powerpoint/2010/main" val="7824335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0" name="Picture 9" descr="A group of people sitting in a stadium&#10;&#10;Description automatically generated">
            <a:extLst>
              <a:ext uri="{FF2B5EF4-FFF2-40B4-BE49-F238E27FC236}">
                <a16:creationId xmlns:a16="http://schemas.microsoft.com/office/drawing/2014/main" id="{08CD1594-8D88-96C5-EEF7-931243227C98}"/>
              </a:ext>
            </a:extLst>
          </p:cNvPr>
          <p:cNvPicPr>
            <a:picLocks noChangeAspect="1"/>
          </p:cNvPicPr>
          <p:nvPr userDrawn="1"/>
        </p:nvPicPr>
        <p:blipFill>
          <a:blip r:embed="rId2"/>
          <a:srcRect l="729"/>
          <a:stretch/>
        </p:blipFill>
        <p:spPr>
          <a:xfrm>
            <a:off x="0" y="-2"/>
            <a:ext cx="12192000" cy="6858001"/>
          </a:xfrm>
          <a:prstGeom prst="rect">
            <a:avLst/>
          </a:prstGeom>
        </p:spPr>
      </p:pic>
      <p:grpSp>
        <p:nvGrpSpPr>
          <p:cNvPr id="6" name="Group 5">
            <a:extLst>
              <a:ext uri="{FF2B5EF4-FFF2-40B4-BE49-F238E27FC236}">
                <a16:creationId xmlns:a16="http://schemas.microsoft.com/office/drawing/2014/main" id="{F94B9B86-9AE9-86A7-A173-716B5243D729}"/>
              </a:ext>
            </a:extLst>
          </p:cNvPr>
          <p:cNvGrpSpPr/>
          <p:nvPr userDrawn="1"/>
        </p:nvGrpSpPr>
        <p:grpSpPr>
          <a:xfrm>
            <a:off x="660401" y="450722"/>
            <a:ext cx="3454399" cy="509636"/>
            <a:chOff x="660400" y="311576"/>
            <a:chExt cx="5532231" cy="816184"/>
          </a:xfrm>
        </p:grpSpPr>
        <p:pic>
          <p:nvPicPr>
            <p:cNvPr id="3" name="Picture 2" descr="A blue and white logo&#10;&#10;Description automatically generated">
              <a:extLst>
                <a:ext uri="{FF2B5EF4-FFF2-40B4-BE49-F238E27FC236}">
                  <a16:creationId xmlns:a16="http://schemas.microsoft.com/office/drawing/2014/main" id="{7C51FF92-3E8D-4558-79CD-C6B6F5D543A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60400" y="353377"/>
              <a:ext cx="1565893" cy="774383"/>
            </a:xfrm>
            <a:prstGeom prst="rect">
              <a:avLst/>
            </a:prstGeom>
          </p:spPr>
        </p:pic>
        <p:cxnSp>
          <p:nvCxnSpPr>
            <p:cNvPr id="4" name="Straight Connector 3">
              <a:extLst>
                <a:ext uri="{FF2B5EF4-FFF2-40B4-BE49-F238E27FC236}">
                  <a16:creationId xmlns:a16="http://schemas.microsoft.com/office/drawing/2014/main" id="{2B92910A-C5A4-00EB-1C28-1A63B4B4E6A6}"/>
                </a:ext>
              </a:extLst>
            </p:cNvPr>
            <p:cNvCxnSpPr/>
            <p:nvPr userDrawn="1"/>
          </p:nvCxnSpPr>
          <p:spPr>
            <a:xfrm>
              <a:off x="2623765" y="353377"/>
              <a:ext cx="0" cy="77438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40725CEE-E97B-6E8C-6DCB-D44A45E9C4A7}"/>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3021236" y="311576"/>
              <a:ext cx="3171395" cy="816184"/>
            </a:xfrm>
            <a:prstGeom prst="rect">
              <a:avLst/>
            </a:prstGeom>
          </p:spPr>
        </p:pic>
      </p:grpSp>
      <p:pic>
        <p:nvPicPr>
          <p:cNvPr id="9" name="Picture 8" descr="A person in a blue shirt&#10;&#10;Description automatically generated">
            <a:extLst>
              <a:ext uri="{FF2B5EF4-FFF2-40B4-BE49-F238E27FC236}">
                <a16:creationId xmlns:a16="http://schemas.microsoft.com/office/drawing/2014/main" id="{BFE632B8-D4C4-CC17-E6B5-E4216B8EF7EA}"/>
              </a:ext>
            </a:extLst>
          </p:cNvPr>
          <p:cNvPicPr>
            <a:picLocks noChangeAspect="1"/>
          </p:cNvPicPr>
          <p:nvPr userDrawn="1"/>
        </p:nvPicPr>
        <p:blipFill rotWithShape="1">
          <a:blip r:embed="rId5"/>
          <a:srcRect t="12531" r="8390"/>
          <a:stretch/>
        </p:blipFill>
        <p:spPr>
          <a:xfrm>
            <a:off x="1390871" y="-1"/>
            <a:ext cx="10801130" cy="6875253"/>
          </a:xfrm>
          <a:prstGeom prst="rect">
            <a:avLst/>
          </a:prstGeom>
        </p:spPr>
      </p:pic>
      <p:sp>
        <p:nvSpPr>
          <p:cNvPr id="2" name="Rectangle 1">
            <a:extLst>
              <a:ext uri="{FF2B5EF4-FFF2-40B4-BE49-F238E27FC236}">
                <a16:creationId xmlns:a16="http://schemas.microsoft.com/office/drawing/2014/main" id="{F7602BC6-E9D1-484C-C618-8F4B45213660}"/>
              </a:ext>
            </a:extLst>
          </p:cNvPr>
          <p:cNvSpPr/>
          <p:nvPr userDrawn="1"/>
        </p:nvSpPr>
        <p:spPr>
          <a:xfrm>
            <a:off x="660400" y="1767156"/>
            <a:ext cx="7242014" cy="3904179"/>
          </a:xfrm>
          <a:custGeom>
            <a:avLst/>
            <a:gdLst>
              <a:gd name="connsiteX0" fmla="*/ 0 w 7242014"/>
              <a:gd name="connsiteY0" fmla="*/ 0 h 3904179"/>
              <a:gd name="connsiteX1" fmla="*/ 7242014 w 7242014"/>
              <a:gd name="connsiteY1" fmla="*/ 0 h 3904179"/>
              <a:gd name="connsiteX2" fmla="*/ 7242014 w 7242014"/>
              <a:gd name="connsiteY2" fmla="*/ 3904179 h 3904179"/>
              <a:gd name="connsiteX3" fmla="*/ 0 w 7242014"/>
              <a:gd name="connsiteY3" fmla="*/ 3904179 h 3904179"/>
              <a:gd name="connsiteX4" fmla="*/ 0 w 7242014"/>
              <a:gd name="connsiteY4" fmla="*/ 0 h 3904179"/>
              <a:gd name="connsiteX0" fmla="*/ 0 w 7242014"/>
              <a:gd name="connsiteY0" fmla="*/ 0 h 3904179"/>
              <a:gd name="connsiteX1" fmla="*/ 7242014 w 7242014"/>
              <a:gd name="connsiteY1" fmla="*/ 0 h 3904179"/>
              <a:gd name="connsiteX2" fmla="*/ 3399479 w 7242014"/>
              <a:gd name="connsiteY2" fmla="*/ 3904179 h 3904179"/>
              <a:gd name="connsiteX3" fmla="*/ 0 w 7242014"/>
              <a:gd name="connsiteY3" fmla="*/ 3904179 h 3904179"/>
              <a:gd name="connsiteX4" fmla="*/ 0 w 7242014"/>
              <a:gd name="connsiteY4" fmla="*/ 0 h 3904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2014" h="3904179">
                <a:moveTo>
                  <a:pt x="0" y="0"/>
                </a:moveTo>
                <a:lnTo>
                  <a:pt x="7242014" y="0"/>
                </a:lnTo>
                <a:lnTo>
                  <a:pt x="3399479" y="3904179"/>
                </a:lnTo>
                <a:lnTo>
                  <a:pt x="0" y="3904179"/>
                </a:lnTo>
                <a:lnTo>
                  <a:pt x="0" y="0"/>
                </a:lnTo>
                <a:close/>
              </a:path>
            </a:pathLst>
          </a:custGeom>
          <a:solidFill>
            <a:srgbClr val="0070F2">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4421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11" name="Picture 10" descr="A group of people sitting in a stadium&#10;&#10;Description automatically generated">
            <a:extLst>
              <a:ext uri="{FF2B5EF4-FFF2-40B4-BE49-F238E27FC236}">
                <a16:creationId xmlns:a16="http://schemas.microsoft.com/office/drawing/2014/main" id="{98316CAC-3E56-52B5-C449-98E1BA271730}"/>
              </a:ext>
            </a:extLst>
          </p:cNvPr>
          <p:cNvPicPr>
            <a:picLocks noChangeAspect="1"/>
          </p:cNvPicPr>
          <p:nvPr userDrawn="1"/>
        </p:nvPicPr>
        <p:blipFill>
          <a:blip r:embed="rId2"/>
          <a:srcRect l="729"/>
          <a:stretch/>
        </p:blipFill>
        <p:spPr>
          <a:xfrm>
            <a:off x="0" y="-2"/>
            <a:ext cx="12192000" cy="6858001"/>
          </a:xfrm>
          <a:prstGeom prst="rect">
            <a:avLst/>
          </a:prstGeom>
        </p:spPr>
      </p:pic>
      <p:pic>
        <p:nvPicPr>
          <p:cNvPr id="9" name="Picture 8" descr="A person in a blue shirt&#10;&#10;Description automatically generated">
            <a:extLst>
              <a:ext uri="{FF2B5EF4-FFF2-40B4-BE49-F238E27FC236}">
                <a16:creationId xmlns:a16="http://schemas.microsoft.com/office/drawing/2014/main" id="{BFE632B8-D4C4-CC17-E6B5-E4216B8EF7EA}"/>
              </a:ext>
            </a:extLst>
          </p:cNvPr>
          <p:cNvPicPr>
            <a:picLocks noChangeAspect="1"/>
          </p:cNvPicPr>
          <p:nvPr userDrawn="1"/>
        </p:nvPicPr>
        <p:blipFill rotWithShape="1">
          <a:blip r:embed="rId3"/>
          <a:srcRect t="12531" r="8390"/>
          <a:stretch/>
        </p:blipFill>
        <p:spPr>
          <a:xfrm>
            <a:off x="1390871" y="-1"/>
            <a:ext cx="10801130" cy="6875253"/>
          </a:xfrm>
          <a:prstGeom prst="rect">
            <a:avLst/>
          </a:prstGeom>
        </p:spPr>
      </p:pic>
      <p:grpSp>
        <p:nvGrpSpPr>
          <p:cNvPr id="2" name="Group 1">
            <a:extLst>
              <a:ext uri="{FF2B5EF4-FFF2-40B4-BE49-F238E27FC236}">
                <a16:creationId xmlns:a16="http://schemas.microsoft.com/office/drawing/2014/main" id="{A5747167-C49A-A23A-BC1E-F566550A472E}"/>
              </a:ext>
            </a:extLst>
          </p:cNvPr>
          <p:cNvGrpSpPr/>
          <p:nvPr userDrawn="1"/>
        </p:nvGrpSpPr>
        <p:grpSpPr>
          <a:xfrm>
            <a:off x="660401" y="450722"/>
            <a:ext cx="3454399" cy="509636"/>
            <a:chOff x="660400" y="311576"/>
            <a:chExt cx="5532231" cy="816184"/>
          </a:xfrm>
        </p:grpSpPr>
        <p:pic>
          <p:nvPicPr>
            <p:cNvPr id="6" name="Picture 5" descr="A blue and white logo&#10;&#10;Description automatically generated">
              <a:extLst>
                <a:ext uri="{FF2B5EF4-FFF2-40B4-BE49-F238E27FC236}">
                  <a16:creationId xmlns:a16="http://schemas.microsoft.com/office/drawing/2014/main" id="{E83F2FE9-4AB9-033C-D4B7-F376E2FC8AD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60400" y="353377"/>
              <a:ext cx="1565893" cy="774383"/>
            </a:xfrm>
            <a:prstGeom prst="rect">
              <a:avLst/>
            </a:prstGeom>
          </p:spPr>
        </p:pic>
        <p:cxnSp>
          <p:nvCxnSpPr>
            <p:cNvPr id="7" name="Straight Connector 6">
              <a:extLst>
                <a:ext uri="{FF2B5EF4-FFF2-40B4-BE49-F238E27FC236}">
                  <a16:creationId xmlns:a16="http://schemas.microsoft.com/office/drawing/2014/main" id="{6EFD9C69-05AB-DDAF-9234-AA4F249F4A6E}"/>
                </a:ext>
              </a:extLst>
            </p:cNvPr>
            <p:cNvCxnSpPr/>
            <p:nvPr userDrawn="1"/>
          </p:nvCxnSpPr>
          <p:spPr>
            <a:xfrm>
              <a:off x="2623765" y="353377"/>
              <a:ext cx="0" cy="77438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125F7AB5-6E00-CC5F-3569-368CD9998491}"/>
                </a:ext>
              </a:extLst>
            </p:cNvPr>
            <p:cNvPicPr>
              <a:picLocks noChangeAspect="1"/>
            </p:cNvPicPr>
            <p:nvPr userDrawn="1"/>
          </p:nvPicPr>
          <p:blipFill>
            <a:blip r:embed="rId5" cstate="print">
              <a:extLst>
                <a:ext uri="{28A0092B-C50C-407E-A947-70E740481C1C}">
                  <a14:useLocalDpi xmlns:a14="http://schemas.microsoft.com/office/drawing/2010/main"/>
                </a:ext>
              </a:extLst>
            </a:blip>
            <a:srcRect/>
            <a:stretch/>
          </p:blipFill>
          <p:spPr>
            <a:xfrm>
              <a:off x="3021236" y="311576"/>
              <a:ext cx="3171395" cy="816184"/>
            </a:xfrm>
            <a:prstGeom prst="rect">
              <a:avLst/>
            </a:prstGeom>
          </p:spPr>
        </p:pic>
      </p:grpSp>
    </p:spTree>
    <p:extLst>
      <p:ext uri="{BB962C8B-B14F-4D97-AF65-F5344CB8AC3E}">
        <p14:creationId xmlns:p14="http://schemas.microsoft.com/office/powerpoint/2010/main" val="13516533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1" name="Picture 10" descr="A group of people sitting in a stadium&#10;&#10;Description automatically generated">
            <a:extLst>
              <a:ext uri="{FF2B5EF4-FFF2-40B4-BE49-F238E27FC236}">
                <a16:creationId xmlns:a16="http://schemas.microsoft.com/office/drawing/2014/main" id="{00D764BA-57A7-4857-7985-62B43FA41582}"/>
              </a:ext>
            </a:extLst>
          </p:cNvPr>
          <p:cNvPicPr>
            <a:picLocks noChangeAspect="1"/>
          </p:cNvPicPr>
          <p:nvPr userDrawn="1"/>
        </p:nvPicPr>
        <p:blipFill>
          <a:blip r:embed="rId2"/>
          <a:srcRect l="729"/>
          <a:stretch/>
        </p:blipFill>
        <p:spPr>
          <a:xfrm>
            <a:off x="0" y="-2"/>
            <a:ext cx="12192000" cy="6858001"/>
          </a:xfrm>
          <a:prstGeom prst="rect">
            <a:avLst/>
          </a:prstGeom>
        </p:spPr>
      </p:pic>
      <p:sp>
        <p:nvSpPr>
          <p:cNvPr id="2" name="Rectangle 1">
            <a:extLst>
              <a:ext uri="{FF2B5EF4-FFF2-40B4-BE49-F238E27FC236}">
                <a16:creationId xmlns:a16="http://schemas.microsoft.com/office/drawing/2014/main" id="{F7602BC6-E9D1-484C-C618-8F4B45213660}"/>
              </a:ext>
            </a:extLst>
          </p:cNvPr>
          <p:cNvSpPr/>
          <p:nvPr userDrawn="1"/>
        </p:nvSpPr>
        <p:spPr>
          <a:xfrm>
            <a:off x="660400" y="1767156"/>
            <a:ext cx="7242014" cy="3904179"/>
          </a:xfrm>
          <a:custGeom>
            <a:avLst/>
            <a:gdLst>
              <a:gd name="connsiteX0" fmla="*/ 0 w 7242014"/>
              <a:gd name="connsiteY0" fmla="*/ 0 h 3904179"/>
              <a:gd name="connsiteX1" fmla="*/ 7242014 w 7242014"/>
              <a:gd name="connsiteY1" fmla="*/ 0 h 3904179"/>
              <a:gd name="connsiteX2" fmla="*/ 7242014 w 7242014"/>
              <a:gd name="connsiteY2" fmla="*/ 3904179 h 3904179"/>
              <a:gd name="connsiteX3" fmla="*/ 0 w 7242014"/>
              <a:gd name="connsiteY3" fmla="*/ 3904179 h 3904179"/>
              <a:gd name="connsiteX4" fmla="*/ 0 w 7242014"/>
              <a:gd name="connsiteY4" fmla="*/ 0 h 3904179"/>
              <a:gd name="connsiteX0" fmla="*/ 0 w 7242014"/>
              <a:gd name="connsiteY0" fmla="*/ 0 h 3904179"/>
              <a:gd name="connsiteX1" fmla="*/ 7242014 w 7242014"/>
              <a:gd name="connsiteY1" fmla="*/ 0 h 3904179"/>
              <a:gd name="connsiteX2" fmla="*/ 3399479 w 7242014"/>
              <a:gd name="connsiteY2" fmla="*/ 3904179 h 3904179"/>
              <a:gd name="connsiteX3" fmla="*/ 0 w 7242014"/>
              <a:gd name="connsiteY3" fmla="*/ 3904179 h 3904179"/>
              <a:gd name="connsiteX4" fmla="*/ 0 w 7242014"/>
              <a:gd name="connsiteY4" fmla="*/ 0 h 3904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42014" h="3904179">
                <a:moveTo>
                  <a:pt x="0" y="0"/>
                </a:moveTo>
                <a:lnTo>
                  <a:pt x="7242014" y="0"/>
                </a:lnTo>
                <a:lnTo>
                  <a:pt x="3399479" y="3904179"/>
                </a:lnTo>
                <a:lnTo>
                  <a:pt x="0" y="3904179"/>
                </a:lnTo>
                <a:lnTo>
                  <a:pt x="0" y="0"/>
                </a:lnTo>
                <a:close/>
              </a:path>
            </a:pathLst>
          </a:custGeom>
          <a:solidFill>
            <a:srgbClr val="0070F2">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22921FE7-D3C8-8E77-96BF-B71B5A4D218F}"/>
              </a:ext>
            </a:extLst>
          </p:cNvPr>
          <p:cNvGrpSpPr/>
          <p:nvPr userDrawn="1"/>
        </p:nvGrpSpPr>
        <p:grpSpPr>
          <a:xfrm>
            <a:off x="660401" y="450722"/>
            <a:ext cx="3454399" cy="509636"/>
            <a:chOff x="660400" y="311576"/>
            <a:chExt cx="5532231" cy="816184"/>
          </a:xfrm>
        </p:grpSpPr>
        <p:pic>
          <p:nvPicPr>
            <p:cNvPr id="7" name="Picture 6" descr="A blue and white logo&#10;&#10;Description automatically generated">
              <a:extLst>
                <a:ext uri="{FF2B5EF4-FFF2-40B4-BE49-F238E27FC236}">
                  <a16:creationId xmlns:a16="http://schemas.microsoft.com/office/drawing/2014/main" id="{452F3B62-DE08-F72F-89D1-18007BBB95D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60400" y="353377"/>
              <a:ext cx="1565893" cy="774383"/>
            </a:xfrm>
            <a:prstGeom prst="rect">
              <a:avLst/>
            </a:prstGeom>
          </p:spPr>
        </p:pic>
        <p:cxnSp>
          <p:nvCxnSpPr>
            <p:cNvPr id="8" name="Straight Connector 7">
              <a:extLst>
                <a:ext uri="{FF2B5EF4-FFF2-40B4-BE49-F238E27FC236}">
                  <a16:creationId xmlns:a16="http://schemas.microsoft.com/office/drawing/2014/main" id="{17F3F0B9-31CB-AA3B-17B2-D1902FEC2897}"/>
                </a:ext>
              </a:extLst>
            </p:cNvPr>
            <p:cNvCxnSpPr/>
            <p:nvPr userDrawn="1"/>
          </p:nvCxnSpPr>
          <p:spPr>
            <a:xfrm>
              <a:off x="2623765" y="353377"/>
              <a:ext cx="0" cy="77438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285C936F-DAE3-F69E-96AF-A7C9BB8DDADF}"/>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3021236" y="311576"/>
              <a:ext cx="3171395" cy="816184"/>
            </a:xfrm>
            <a:prstGeom prst="rect">
              <a:avLst/>
            </a:prstGeom>
          </p:spPr>
        </p:pic>
      </p:grpSp>
    </p:spTree>
    <p:extLst>
      <p:ext uri="{BB962C8B-B14F-4D97-AF65-F5344CB8AC3E}">
        <p14:creationId xmlns:p14="http://schemas.microsoft.com/office/powerpoint/2010/main" val="3415869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10" name="Picture 9" descr="A group of people sitting in a stadium&#10;&#10;Description automatically generated">
            <a:extLst>
              <a:ext uri="{FF2B5EF4-FFF2-40B4-BE49-F238E27FC236}">
                <a16:creationId xmlns:a16="http://schemas.microsoft.com/office/drawing/2014/main" id="{FA1EFC44-B17D-AE5F-AD8D-FA4D19199859}"/>
              </a:ext>
            </a:extLst>
          </p:cNvPr>
          <p:cNvPicPr>
            <a:picLocks noChangeAspect="1"/>
          </p:cNvPicPr>
          <p:nvPr userDrawn="1"/>
        </p:nvPicPr>
        <p:blipFill>
          <a:blip r:embed="rId2"/>
          <a:srcRect l="729"/>
          <a:stretch/>
        </p:blipFill>
        <p:spPr>
          <a:xfrm>
            <a:off x="0" y="-2"/>
            <a:ext cx="12192000" cy="6858001"/>
          </a:xfrm>
          <a:prstGeom prst="rect">
            <a:avLst/>
          </a:prstGeom>
        </p:spPr>
      </p:pic>
      <p:grpSp>
        <p:nvGrpSpPr>
          <p:cNvPr id="2" name="Group 1">
            <a:extLst>
              <a:ext uri="{FF2B5EF4-FFF2-40B4-BE49-F238E27FC236}">
                <a16:creationId xmlns:a16="http://schemas.microsoft.com/office/drawing/2014/main" id="{D85C82F9-321A-44D1-CA49-2654DC429C6B}"/>
              </a:ext>
            </a:extLst>
          </p:cNvPr>
          <p:cNvGrpSpPr/>
          <p:nvPr userDrawn="1"/>
        </p:nvGrpSpPr>
        <p:grpSpPr>
          <a:xfrm>
            <a:off x="660401" y="450722"/>
            <a:ext cx="3454399" cy="509636"/>
            <a:chOff x="660400" y="311576"/>
            <a:chExt cx="5532231" cy="816184"/>
          </a:xfrm>
        </p:grpSpPr>
        <p:pic>
          <p:nvPicPr>
            <p:cNvPr id="6" name="Picture 5" descr="A blue and white logo&#10;&#10;Description automatically generated">
              <a:extLst>
                <a:ext uri="{FF2B5EF4-FFF2-40B4-BE49-F238E27FC236}">
                  <a16:creationId xmlns:a16="http://schemas.microsoft.com/office/drawing/2014/main" id="{79A981F3-E0B4-16B8-CDE6-124C4626213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60400" y="353377"/>
              <a:ext cx="1565893" cy="774383"/>
            </a:xfrm>
            <a:prstGeom prst="rect">
              <a:avLst/>
            </a:prstGeom>
          </p:spPr>
        </p:pic>
        <p:cxnSp>
          <p:nvCxnSpPr>
            <p:cNvPr id="7" name="Straight Connector 6">
              <a:extLst>
                <a:ext uri="{FF2B5EF4-FFF2-40B4-BE49-F238E27FC236}">
                  <a16:creationId xmlns:a16="http://schemas.microsoft.com/office/drawing/2014/main" id="{5E96C213-8B6E-8FF9-BFA2-4D8536DE7967}"/>
                </a:ext>
              </a:extLst>
            </p:cNvPr>
            <p:cNvCxnSpPr/>
            <p:nvPr userDrawn="1"/>
          </p:nvCxnSpPr>
          <p:spPr>
            <a:xfrm>
              <a:off x="2623765" y="353377"/>
              <a:ext cx="0" cy="77438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2F745165-026A-BC81-ECB1-64A2DB822C39}"/>
                </a:ext>
              </a:extLst>
            </p:cNvPr>
            <p:cNvPicPr>
              <a:picLocks noChangeAspect="1"/>
            </p:cNvPicPr>
            <p:nvPr userDrawn="1"/>
          </p:nvPicPr>
          <p:blipFill>
            <a:blip r:embed="rId4" cstate="print">
              <a:extLst>
                <a:ext uri="{28A0092B-C50C-407E-A947-70E740481C1C}">
                  <a14:useLocalDpi xmlns:a14="http://schemas.microsoft.com/office/drawing/2010/main"/>
                </a:ext>
              </a:extLst>
            </a:blip>
            <a:srcRect/>
            <a:stretch/>
          </p:blipFill>
          <p:spPr>
            <a:xfrm>
              <a:off x="3021236" y="311576"/>
              <a:ext cx="3171395" cy="816184"/>
            </a:xfrm>
            <a:prstGeom prst="rect">
              <a:avLst/>
            </a:prstGeom>
          </p:spPr>
        </p:pic>
      </p:grpSp>
    </p:spTree>
    <p:extLst>
      <p:ext uri="{BB962C8B-B14F-4D97-AF65-F5344CB8AC3E}">
        <p14:creationId xmlns:p14="http://schemas.microsoft.com/office/powerpoint/2010/main" val="16622103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8.xml"/><Relationship Id="rId7" Type="http://schemas.openxmlformats.org/officeDocument/2006/relationships/image" Target="../media/image15.png"/><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image" Target="../media/image14.png"/><Relationship Id="rId5" Type="http://schemas.openxmlformats.org/officeDocument/2006/relationships/theme" Target="../theme/theme2.xml"/><Relationship Id="rId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lassification-Dynamic" descr="{&quot;templafy&quot;:{&quot;id&quot;:&quot;7d0313a9-572b-4b1a-be2e-2387ea1b4290&quot;}}">
            <a:extLst>
              <a:ext uri="{FF2B5EF4-FFF2-40B4-BE49-F238E27FC236}">
                <a16:creationId xmlns:a16="http://schemas.microsoft.com/office/drawing/2014/main" id="{D369E6A5-CA1E-9F32-FC22-3CBCFF5EE107}"/>
              </a:ext>
            </a:extLst>
          </p:cNvPr>
          <p:cNvSpPr txBox="1"/>
          <p:nvPr userDrawn="1"/>
        </p:nvSpPr>
        <p:spPr>
          <a:xfrm>
            <a:off x="407987" y="6427171"/>
            <a:ext cx="2910565" cy="317952"/>
          </a:xfrm>
          <a:prstGeom prst="rect">
            <a:avLst/>
          </a:prstGeom>
          <a:noFill/>
        </p:spPr>
        <p:txBody>
          <a:bodyPr wrap="square" lIns="0" tIns="0" rIns="0" bIns="0" rtlCol="0" anchor="ctr">
            <a:normAutofit/>
          </a:bodyPr>
          <a:lstStyle/>
          <a:p>
            <a:pPr fontAlgn="base">
              <a:spcBef>
                <a:spcPct val="50000"/>
              </a:spcBef>
              <a:spcAft>
                <a:spcPct val="0"/>
              </a:spcAft>
              <a:buClr>
                <a:srgbClr val="F0AB00"/>
              </a:buClr>
              <a:buSzPct val="80000"/>
            </a:pPr>
            <a:r>
              <a:rPr lang="en-US" sz="1000" b="0" i="0" kern="0">
                <a:solidFill>
                  <a:srgbClr val="00144A"/>
                </a:solidFill>
                <a:latin typeface="72 Brand" panose="020B0504030603020204" pitchFamily="34" charset="0"/>
                <a:ea typeface="72 Brand" pitchFamily="34" charset="-128"/>
                <a:cs typeface="72 Brand" pitchFamily="34" charset="-128"/>
              </a:rPr>
              <a:t>INTERNAL – SAP and Partners Only</a:t>
            </a:r>
          </a:p>
        </p:txBody>
      </p:sp>
      <p:sp>
        <p:nvSpPr>
          <p:cNvPr id="5" name="Oval 4">
            <a:extLst>
              <a:ext uri="{FF2B5EF4-FFF2-40B4-BE49-F238E27FC236}">
                <a16:creationId xmlns:a16="http://schemas.microsoft.com/office/drawing/2014/main" id="{5D6B3B5D-04BD-5074-8461-89AB631A4310}"/>
              </a:ext>
            </a:extLst>
          </p:cNvPr>
          <p:cNvSpPr/>
          <p:nvPr userDrawn="1"/>
        </p:nvSpPr>
        <p:spPr>
          <a:xfrm>
            <a:off x="11512784" y="6323192"/>
            <a:ext cx="437909" cy="4379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72" panose="020B0503030000000003" pitchFamily="34" charset="0"/>
            </a:endParaRPr>
          </a:p>
        </p:txBody>
      </p:sp>
      <p:sp>
        <p:nvSpPr>
          <p:cNvPr id="6" name="TextBox 5">
            <a:extLst>
              <a:ext uri="{FF2B5EF4-FFF2-40B4-BE49-F238E27FC236}">
                <a16:creationId xmlns:a16="http://schemas.microsoft.com/office/drawing/2014/main" id="{CDF9CE06-2EE3-2729-C206-F840DA8E1D2A}"/>
              </a:ext>
            </a:extLst>
          </p:cNvPr>
          <p:cNvSpPr txBox="1"/>
          <p:nvPr userDrawn="1"/>
        </p:nvSpPr>
        <p:spPr>
          <a:xfrm>
            <a:off x="11478183" y="6417652"/>
            <a:ext cx="507111" cy="248988"/>
          </a:xfrm>
          <a:prstGeom prst="rect">
            <a:avLst/>
          </a:prstGeom>
          <a:noFill/>
        </p:spPr>
        <p:txBody>
          <a:bodyPr wrap="square" lIns="0" tIns="0" rIns="0" bIns="0" rtlCol="0" anchor="ctr">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1000" b="0" i="0" kern="0" smtClean="0">
                <a:solidFill>
                  <a:srgbClr val="00144A"/>
                </a:solidFill>
                <a:latin typeface="72 Brand" panose="020B0504030603020204" pitchFamily="34" charset="0"/>
                <a:ea typeface="72 Brand" pitchFamily="34" charset="-128"/>
              </a:rPr>
              <a:pPr marL="0" marR="0" lvl="0" indent="0" algn="ctr" defTabSz="228600" rtl="0" eaLnBrk="1" fontAlgn="auto" latinLnBrk="0" hangingPunct="1">
                <a:lnSpc>
                  <a:spcPct val="100000"/>
                </a:lnSpc>
                <a:spcBef>
                  <a:spcPts val="0"/>
                </a:spcBef>
                <a:spcAft>
                  <a:spcPts val="1200"/>
                </a:spcAft>
                <a:buClrTx/>
                <a:buSzTx/>
                <a:buFontTx/>
                <a:buNone/>
                <a:tabLst/>
                <a:defRPr/>
              </a:pPr>
              <a:t>‹#›</a:t>
            </a:fld>
            <a:endParaRPr lang="en-GB" sz="1000" b="0" i="0" kern="0" noProof="0">
              <a:solidFill>
                <a:srgbClr val="00144A"/>
              </a:solidFill>
              <a:latin typeface="72 Brand" panose="020B0504030603020204" pitchFamily="34" charset="0"/>
              <a:ea typeface="72 Brand" pitchFamily="34" charset="-128"/>
            </a:endParaRPr>
          </a:p>
        </p:txBody>
      </p:sp>
    </p:spTree>
    <p:extLst>
      <p:ext uri="{BB962C8B-B14F-4D97-AF65-F5344CB8AC3E}">
        <p14:creationId xmlns:p14="http://schemas.microsoft.com/office/powerpoint/2010/main" val="1627726818"/>
      </p:ext>
    </p:extLst>
  </p:cSld>
  <p:clrMap bg1="lt1" tx1="dk1" bg2="lt2" tx2="dk2" accent1="accent1" accent2="accent2" accent3="accent3" accent4="accent4" accent5="accent5" accent6="accent6" hlink="hlink" folHlink="folHlink"/>
  <p:sldLayoutIdLst>
    <p:sldLayoutId id="2147483661" r:id="rId1"/>
    <p:sldLayoutId id="2147483745" r:id="rId2"/>
    <p:sldLayoutId id="2147483666" r:id="rId3"/>
    <p:sldLayoutId id="2147483744" r:id="rId4"/>
    <p:sldLayoutId id="2147483841" r:id="rId5"/>
    <p:sldLayoutId id="2147483840" r:id="rId6"/>
    <p:sldLayoutId id="2147483842" r:id="rId7"/>
    <p:sldLayoutId id="2147483833" r:id="rId8"/>
    <p:sldLayoutId id="2147483831" r:id="rId9"/>
    <p:sldLayoutId id="2147483843" r:id="rId10"/>
    <p:sldLayoutId id="2147483844" r:id="rId11"/>
    <p:sldLayoutId id="2147483845" r:id="rId12"/>
    <p:sldLayoutId id="2147483846" r:id="rId13"/>
    <p:sldLayoutId id="2147483847" r:id="rId14"/>
    <p:sldLayoutId id="2147483848" r:id="rId15"/>
    <p:sldLayoutId id="2147483747" r:id="rId16"/>
    <p:sldLayoutId id="2147483749" r:id="rId17"/>
    <p:sldLayoutId id="2147483750" r:id="rId18"/>
    <p:sldLayoutId id="2147483751" r:id="rId19"/>
    <p:sldLayoutId id="2147483832" r:id="rId20"/>
    <p:sldLayoutId id="2147483834" r:id="rId21"/>
    <p:sldLayoutId id="2147483835" r:id="rId22"/>
    <p:sldLayoutId id="2147483836" r:id="rId23"/>
    <p:sldLayoutId id="2147483837" r:id="rId24"/>
    <p:sldLayoutId id="2147483838" r:id="rId25"/>
    <p:sldLayoutId id="2147483839" r:id="rId26"/>
    <p:sldLayoutId id="2147483748" r:id="rId27"/>
    <p:sldLayoutId id="2147483662" r:id="rId28"/>
    <p:sldLayoutId id="2147483663" r:id="rId29"/>
    <p:sldLayoutId id="2147483753" r:id="rId30"/>
    <p:sldLayoutId id="2147483667" r:id="rId31"/>
    <p:sldLayoutId id="2147483668" r:id="rId32"/>
    <p:sldLayoutId id="2147483669" r:id="rId33"/>
    <p:sldLayoutId id="2147483670" r:id="rId34"/>
    <p:sldLayoutId id="2147483671" r:id="rId3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2" pos="257" userDrawn="1">
          <p15:clr>
            <a:srgbClr val="F26B43"/>
          </p15:clr>
        </p15:guide>
        <p15:guide id="3" orient="horz" pos="4065" userDrawn="1">
          <p15:clr>
            <a:srgbClr val="F26B43"/>
          </p15:clr>
        </p15:guide>
        <p15:guide id="4" pos="7423" userDrawn="1">
          <p15:clr>
            <a:srgbClr val="F26B43"/>
          </p15:clr>
        </p15:guide>
        <p15:guide id="5" pos="393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descr="A blue and white logo&#10;&#10;Description automatically generated">
            <a:extLst>
              <a:ext uri="{FF2B5EF4-FFF2-40B4-BE49-F238E27FC236}">
                <a16:creationId xmlns:a16="http://schemas.microsoft.com/office/drawing/2014/main" id="{1FE24AAE-070B-F05C-29ED-CC744451A54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660400" y="353377"/>
            <a:ext cx="1565893" cy="774383"/>
          </a:xfrm>
          <a:prstGeom prst="rect">
            <a:avLst/>
          </a:prstGeom>
        </p:spPr>
      </p:pic>
      <p:cxnSp>
        <p:nvCxnSpPr>
          <p:cNvPr id="5" name="Straight Connector 4">
            <a:extLst>
              <a:ext uri="{FF2B5EF4-FFF2-40B4-BE49-F238E27FC236}">
                <a16:creationId xmlns:a16="http://schemas.microsoft.com/office/drawing/2014/main" id="{994446FF-52F6-7E92-3BE9-D4A11BD80103}"/>
              </a:ext>
            </a:extLst>
          </p:cNvPr>
          <p:cNvCxnSpPr/>
          <p:nvPr userDrawn="1"/>
        </p:nvCxnSpPr>
        <p:spPr>
          <a:xfrm>
            <a:off x="2623765" y="353377"/>
            <a:ext cx="0" cy="774383"/>
          </a:xfrm>
          <a:prstGeom prst="line">
            <a:avLst/>
          </a:prstGeom>
          <a:ln w="6350">
            <a:solidFill>
              <a:schemeClr val="bg1"/>
            </a:solidFill>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2F79E571-6E2D-FB16-7A83-F7EA61373BBE}"/>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3021236" y="311576"/>
            <a:ext cx="3171395" cy="816184"/>
          </a:xfrm>
          <a:prstGeom prst="rect">
            <a:avLst/>
          </a:prstGeom>
        </p:spPr>
      </p:pic>
    </p:spTree>
    <p:extLst>
      <p:ext uri="{BB962C8B-B14F-4D97-AF65-F5344CB8AC3E}">
        <p14:creationId xmlns:p14="http://schemas.microsoft.com/office/powerpoint/2010/main" val="2187858350"/>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41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F847FA7-B119-8A5F-D5C1-CDEFBD97ABBA}"/>
              </a:ext>
            </a:extLst>
          </p:cNvPr>
          <p:cNvSpPr txBox="1"/>
          <p:nvPr/>
        </p:nvSpPr>
        <p:spPr>
          <a:xfrm>
            <a:off x="1125532" y="2199190"/>
            <a:ext cx="6481823"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a:ln>
                  <a:noFill/>
                </a:ln>
                <a:solidFill>
                  <a:prstClr val="white"/>
                </a:solidFill>
                <a:effectLst/>
                <a:uLnTx/>
                <a:uFillTx/>
                <a:latin typeface="72 Black" panose="020B0A04030603020204" pitchFamily="34" charset="0"/>
                <a:ea typeface="+mn-ea"/>
                <a:cs typeface="72 Black" panose="020B0A04030603020204" pitchFamily="34" charset="0"/>
              </a:rPr>
              <a:t>Main Title goes here in font 72 Black size 40</a:t>
            </a:r>
          </a:p>
        </p:txBody>
      </p:sp>
      <p:sp>
        <p:nvSpPr>
          <p:cNvPr id="8" name="TextBox 7">
            <a:extLst>
              <a:ext uri="{FF2B5EF4-FFF2-40B4-BE49-F238E27FC236}">
                <a16:creationId xmlns:a16="http://schemas.microsoft.com/office/drawing/2014/main" id="{F6D44A89-B009-898D-1201-07DED9B79623}"/>
              </a:ext>
            </a:extLst>
          </p:cNvPr>
          <p:cNvSpPr txBox="1"/>
          <p:nvPr/>
        </p:nvSpPr>
        <p:spPr>
          <a:xfrm>
            <a:off x="1125533" y="3866875"/>
            <a:ext cx="4016415"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Sub - title goes here in font 72 semibold  28</a:t>
            </a:r>
          </a:p>
        </p:txBody>
      </p:sp>
      <p:sp>
        <p:nvSpPr>
          <p:cNvPr id="2" name="Spaker name - Dynamic" descr="{&quot;templafy&quot;:{&quot;id&quot;:&quot;afab39ff-cd68-4834-b56b-3ffee6c99f37&quot;}}">
            <a:extLst>
              <a:ext uri="{FF2B5EF4-FFF2-40B4-BE49-F238E27FC236}">
                <a16:creationId xmlns:a16="http://schemas.microsoft.com/office/drawing/2014/main" id="{9242DE09-C9A3-743B-91DD-A45ABEB09CF3}"/>
              </a:ext>
            </a:extLst>
          </p:cNvPr>
          <p:cNvSpPr txBox="1">
            <a:spLocks/>
          </p:cNvSpPr>
          <p:nvPr/>
        </p:nvSpPr>
        <p:spPr>
          <a:xfrm>
            <a:off x="693764" y="5799962"/>
            <a:ext cx="5402236" cy="223148"/>
          </a:xfrm>
          <a:prstGeom prst="rect">
            <a:avLst/>
          </a:prstGeom>
          <a:noFill/>
        </p:spPr>
        <p:txBody>
          <a:bodyPr wrap="square" lIns="0" tIns="0" rIns="0" bIns="0"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72 Brand" panose="020B0504030603020204" pitchFamily="34" charset="0"/>
                <a:ea typeface="+mn-ea"/>
                <a:cs typeface="72" panose="020B0503030000000003" pitchFamily="34" charset="0"/>
              </a:rPr>
              <a:t>Name, SAP</a:t>
            </a:r>
          </a:p>
        </p:txBody>
      </p:sp>
      <p:sp>
        <p:nvSpPr>
          <p:cNvPr id="3" name="Date - Dynamic" descr="{&quot;templafy&quot;:{&quot;id&quot;:&quot;264d0438-469e-4b42-9e17-872a419fae44&quot;}}">
            <a:extLst>
              <a:ext uri="{FF2B5EF4-FFF2-40B4-BE49-F238E27FC236}">
                <a16:creationId xmlns:a16="http://schemas.microsoft.com/office/drawing/2014/main" id="{DCD775FF-CAEF-FBEB-8E44-119DC5C5514A}"/>
              </a:ext>
            </a:extLst>
          </p:cNvPr>
          <p:cNvSpPr txBox="1">
            <a:spLocks/>
          </p:cNvSpPr>
          <p:nvPr/>
        </p:nvSpPr>
        <p:spPr>
          <a:xfrm>
            <a:off x="693764" y="6003313"/>
            <a:ext cx="5402236" cy="223148"/>
          </a:xfrm>
          <a:prstGeom prst="rect">
            <a:avLst/>
          </a:prstGeom>
          <a:noFill/>
        </p:spPr>
        <p:txBody>
          <a:bodyPr wrap="square" lIns="0" tIns="0" rIns="0" bIns="0" rtlCol="0" anchor="b"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72 Brand" panose="020B0504030603020204" pitchFamily="34" charset="0"/>
                <a:ea typeface="+mn-ea"/>
                <a:cs typeface="72" panose="020B0503030000000003" pitchFamily="34" charset="0"/>
              </a:rPr>
              <a:t>Month 00, 2024</a:t>
            </a:r>
          </a:p>
        </p:txBody>
      </p:sp>
      <p:sp>
        <p:nvSpPr>
          <p:cNvPr id="4" name="Classification-Dynamic" descr="{&quot;templafy&quot;:{&quot;id&quot;:&quot;c46f0580-691a-4125-9f84-7dd37cac5f86&quot;}}">
            <a:extLst>
              <a:ext uri="{FF2B5EF4-FFF2-40B4-BE49-F238E27FC236}">
                <a16:creationId xmlns:a16="http://schemas.microsoft.com/office/drawing/2014/main" id="{C7853983-C295-5E1C-744B-BFFA22A7D140}"/>
              </a:ext>
            </a:extLst>
          </p:cNvPr>
          <p:cNvSpPr txBox="1"/>
          <p:nvPr/>
        </p:nvSpPr>
        <p:spPr>
          <a:xfrm>
            <a:off x="693764" y="6429812"/>
            <a:ext cx="4986112" cy="252000"/>
          </a:xfrm>
          <a:prstGeom prst="rect">
            <a:avLst/>
          </a:prstGeom>
          <a:noFill/>
        </p:spPr>
        <p:txBody>
          <a:bodyPr wrap="square" lIns="0" tIns="0" rIns="0" bIns="0" rtlCol="0">
            <a:normAutofit/>
          </a:bodyPr>
          <a:lstStyle/>
          <a:p>
            <a:pPr marL="0" marR="0" lvl="0" indent="0" algn="l" defTabSz="914400" rtl="0" eaLnBrk="1" fontAlgn="base" latinLnBrk="0" hangingPunct="1">
              <a:lnSpc>
                <a:spcPct val="100000"/>
              </a:lnSpc>
              <a:spcBef>
                <a:spcPct val="50000"/>
              </a:spcBef>
              <a:spcAft>
                <a:spcPct val="0"/>
              </a:spcAft>
              <a:buClr>
                <a:srgbClr val="F0AB00"/>
              </a:buClr>
              <a:buSzPct val="80000"/>
              <a:buFontTx/>
              <a:buNone/>
              <a:tabLst/>
              <a:defRPr/>
            </a:pPr>
            <a:r>
              <a:rPr kumimoji="0" lang="en-US" sz="1000" b="0" i="0" u="none" strike="noStrike" kern="0" cap="none" spc="0" normalizeH="0" baseline="0" noProof="0">
                <a:ln>
                  <a:noFill/>
                </a:ln>
                <a:solidFill>
                  <a:prstClr val="white"/>
                </a:solidFill>
                <a:effectLst/>
                <a:uLnTx/>
                <a:uFillTx/>
                <a:latin typeface="72 Brand" panose="020B0504030603020204" pitchFamily="34" charset="0"/>
                <a:ea typeface="72 Brand" pitchFamily="34" charset="-128"/>
                <a:cs typeface="72 Brand" pitchFamily="34" charset="-128"/>
              </a:rPr>
              <a:t>INTERNAL – SAP and Partners Only</a:t>
            </a:r>
          </a:p>
        </p:txBody>
      </p:sp>
    </p:spTree>
    <p:extLst>
      <p:ext uri="{BB962C8B-B14F-4D97-AF65-F5344CB8AC3E}">
        <p14:creationId xmlns:p14="http://schemas.microsoft.com/office/powerpoint/2010/main" val="1596926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itle 145">
            <a:extLst>
              <a:ext uri="{FF2B5EF4-FFF2-40B4-BE49-F238E27FC236}">
                <a16:creationId xmlns:a16="http://schemas.microsoft.com/office/drawing/2014/main" id="{0C690E16-B89C-4FB3-6F66-6195E196B425}"/>
              </a:ext>
            </a:extLst>
          </p:cNvPr>
          <p:cNvSpPr>
            <a:spLocks noGrp="1"/>
          </p:cNvSpPr>
          <p:nvPr>
            <p:ph type="title"/>
          </p:nvPr>
        </p:nvSpPr>
        <p:spPr/>
        <p:txBody>
          <a:bodyPr/>
          <a:lstStyle/>
          <a:p>
            <a:endParaRPr lang="en-US"/>
          </a:p>
        </p:txBody>
      </p:sp>
      <p:sp>
        <p:nvSpPr>
          <p:cNvPr id="147" name="Text Placeholder 146">
            <a:extLst>
              <a:ext uri="{FF2B5EF4-FFF2-40B4-BE49-F238E27FC236}">
                <a16:creationId xmlns:a16="http://schemas.microsoft.com/office/drawing/2014/main" id="{01D1A08B-7BC1-5562-717E-107EEE4D1F87}"/>
              </a:ext>
            </a:extLst>
          </p:cNvPr>
          <p:cNvSpPr>
            <a:spLocks noGrp="1"/>
          </p:cNvSpPr>
          <p:nvPr>
            <p:ph type="body" sz="quarter" idx="17"/>
          </p:nvPr>
        </p:nvSpPr>
        <p:spPr/>
        <p:txBody>
          <a:bodyPr/>
          <a:lstStyle/>
          <a:p>
            <a:endParaRPr lang="en-US"/>
          </a:p>
        </p:txBody>
      </p:sp>
      <p:sp>
        <p:nvSpPr>
          <p:cNvPr id="148" name="Text Placeholder 147">
            <a:extLst>
              <a:ext uri="{FF2B5EF4-FFF2-40B4-BE49-F238E27FC236}">
                <a16:creationId xmlns:a16="http://schemas.microsoft.com/office/drawing/2014/main" id="{D9E899A5-CF32-DCF9-8227-00D1DA440AFD}"/>
              </a:ext>
            </a:extLst>
          </p:cNvPr>
          <p:cNvSpPr>
            <a:spLocks noGrp="1"/>
          </p:cNvSpPr>
          <p:nvPr>
            <p:ph type="body" sz="quarter" idx="18"/>
          </p:nvPr>
        </p:nvSpPr>
        <p:spPr/>
        <p:txBody>
          <a:bodyPr/>
          <a:lstStyle/>
          <a:p>
            <a:endParaRPr lang="en-US"/>
          </a:p>
        </p:txBody>
      </p:sp>
      <p:sp>
        <p:nvSpPr>
          <p:cNvPr id="149" name="Text Placeholder 148">
            <a:extLst>
              <a:ext uri="{FF2B5EF4-FFF2-40B4-BE49-F238E27FC236}">
                <a16:creationId xmlns:a16="http://schemas.microsoft.com/office/drawing/2014/main" id="{AA5D981E-81CB-57EA-CC07-AAFC5A2247B4}"/>
              </a:ext>
            </a:extLst>
          </p:cNvPr>
          <p:cNvSpPr>
            <a:spLocks noGrp="1"/>
          </p:cNvSpPr>
          <p:nvPr>
            <p:ph type="body" sz="quarter" idx="19"/>
          </p:nvPr>
        </p:nvSpPr>
        <p:spPr/>
        <p:txBody>
          <a:bodyPr/>
          <a:lstStyle/>
          <a:p>
            <a:endParaRPr lang="en-US"/>
          </a:p>
        </p:txBody>
      </p:sp>
      <p:sp>
        <p:nvSpPr>
          <p:cNvPr id="150" name="Text Placeholder 149">
            <a:extLst>
              <a:ext uri="{FF2B5EF4-FFF2-40B4-BE49-F238E27FC236}">
                <a16:creationId xmlns:a16="http://schemas.microsoft.com/office/drawing/2014/main" id="{454B4807-F034-1191-7A32-0740B3747F15}"/>
              </a:ext>
            </a:extLst>
          </p:cNvPr>
          <p:cNvSpPr>
            <a:spLocks noGrp="1"/>
          </p:cNvSpPr>
          <p:nvPr>
            <p:ph type="body" sz="quarter" idx="20"/>
          </p:nvPr>
        </p:nvSpPr>
        <p:spPr/>
        <p:txBody>
          <a:bodyPr/>
          <a:lstStyle/>
          <a:p>
            <a:endParaRPr lang="en-US"/>
          </a:p>
        </p:txBody>
      </p:sp>
      <p:sp>
        <p:nvSpPr>
          <p:cNvPr id="151" name="Text Placeholder 150">
            <a:extLst>
              <a:ext uri="{FF2B5EF4-FFF2-40B4-BE49-F238E27FC236}">
                <a16:creationId xmlns:a16="http://schemas.microsoft.com/office/drawing/2014/main" id="{D68B887A-0659-723C-6035-3690E41CC5ED}"/>
              </a:ext>
            </a:extLst>
          </p:cNvPr>
          <p:cNvSpPr>
            <a:spLocks noGrp="1"/>
          </p:cNvSpPr>
          <p:nvPr>
            <p:ph type="body" sz="quarter" idx="21"/>
          </p:nvPr>
        </p:nvSpPr>
        <p:spPr/>
        <p:txBody>
          <a:bodyPr/>
          <a:lstStyle/>
          <a:p>
            <a:endParaRPr lang="en-US"/>
          </a:p>
        </p:txBody>
      </p:sp>
      <p:sp>
        <p:nvSpPr>
          <p:cNvPr id="152" name="Text Placeholder 151">
            <a:extLst>
              <a:ext uri="{FF2B5EF4-FFF2-40B4-BE49-F238E27FC236}">
                <a16:creationId xmlns:a16="http://schemas.microsoft.com/office/drawing/2014/main" id="{4EA4DFE1-A743-F02E-E01F-6558A0D731E3}"/>
              </a:ext>
            </a:extLst>
          </p:cNvPr>
          <p:cNvSpPr>
            <a:spLocks noGrp="1"/>
          </p:cNvSpPr>
          <p:nvPr>
            <p:ph type="body" sz="quarter" idx="22"/>
          </p:nvPr>
        </p:nvSpPr>
        <p:spPr/>
        <p:txBody>
          <a:bodyPr/>
          <a:lstStyle/>
          <a:p>
            <a:endParaRPr lang="en-US"/>
          </a:p>
        </p:txBody>
      </p:sp>
      <p:sp>
        <p:nvSpPr>
          <p:cNvPr id="153" name="Text Placeholder 152">
            <a:extLst>
              <a:ext uri="{FF2B5EF4-FFF2-40B4-BE49-F238E27FC236}">
                <a16:creationId xmlns:a16="http://schemas.microsoft.com/office/drawing/2014/main" id="{7036D528-D76B-063B-851D-188B5345D8AD}"/>
              </a:ext>
            </a:extLst>
          </p:cNvPr>
          <p:cNvSpPr>
            <a:spLocks noGrp="1"/>
          </p:cNvSpPr>
          <p:nvPr>
            <p:ph type="body" sz="quarter" idx="23"/>
          </p:nvPr>
        </p:nvSpPr>
        <p:spPr/>
        <p:txBody>
          <a:bodyPr/>
          <a:lstStyle/>
          <a:p>
            <a:endParaRPr lang="en-US"/>
          </a:p>
        </p:txBody>
      </p:sp>
      <p:sp>
        <p:nvSpPr>
          <p:cNvPr id="154" name="Text Placeholder 153">
            <a:extLst>
              <a:ext uri="{FF2B5EF4-FFF2-40B4-BE49-F238E27FC236}">
                <a16:creationId xmlns:a16="http://schemas.microsoft.com/office/drawing/2014/main" id="{8421C8F1-5386-639C-EA85-3C86CCF5997E}"/>
              </a:ext>
            </a:extLst>
          </p:cNvPr>
          <p:cNvSpPr>
            <a:spLocks noGrp="1"/>
          </p:cNvSpPr>
          <p:nvPr>
            <p:ph type="body" sz="quarter" idx="24"/>
          </p:nvPr>
        </p:nvSpPr>
        <p:spPr/>
        <p:txBody>
          <a:bodyPr/>
          <a:lstStyle/>
          <a:p>
            <a:endParaRPr lang="en-US"/>
          </a:p>
        </p:txBody>
      </p:sp>
      <p:sp>
        <p:nvSpPr>
          <p:cNvPr id="155" name="Text Placeholder 154">
            <a:extLst>
              <a:ext uri="{FF2B5EF4-FFF2-40B4-BE49-F238E27FC236}">
                <a16:creationId xmlns:a16="http://schemas.microsoft.com/office/drawing/2014/main" id="{E87BA3C4-BA55-0109-6149-F0731F243CC4}"/>
              </a:ext>
            </a:extLst>
          </p:cNvPr>
          <p:cNvSpPr>
            <a:spLocks noGrp="1"/>
          </p:cNvSpPr>
          <p:nvPr>
            <p:ph type="body" sz="quarter" idx="25"/>
          </p:nvPr>
        </p:nvSpPr>
        <p:spPr/>
        <p:txBody>
          <a:bodyPr/>
          <a:lstStyle/>
          <a:p>
            <a:endParaRPr lang="en-US"/>
          </a:p>
        </p:txBody>
      </p:sp>
      <p:sp>
        <p:nvSpPr>
          <p:cNvPr id="156" name="Text Placeholder 155">
            <a:extLst>
              <a:ext uri="{FF2B5EF4-FFF2-40B4-BE49-F238E27FC236}">
                <a16:creationId xmlns:a16="http://schemas.microsoft.com/office/drawing/2014/main" id="{0F4218E6-1C51-8E51-C594-AA4773FE5B99}"/>
              </a:ext>
            </a:extLst>
          </p:cNvPr>
          <p:cNvSpPr>
            <a:spLocks noGrp="1"/>
          </p:cNvSpPr>
          <p:nvPr>
            <p:ph type="body" sz="quarter" idx="26"/>
          </p:nvPr>
        </p:nvSpPr>
        <p:spPr/>
        <p:txBody>
          <a:bodyPr/>
          <a:lstStyle/>
          <a:p>
            <a:endParaRPr lang="en-US"/>
          </a:p>
        </p:txBody>
      </p:sp>
      <p:sp>
        <p:nvSpPr>
          <p:cNvPr id="157" name="Text Placeholder 156">
            <a:extLst>
              <a:ext uri="{FF2B5EF4-FFF2-40B4-BE49-F238E27FC236}">
                <a16:creationId xmlns:a16="http://schemas.microsoft.com/office/drawing/2014/main" id="{8F9B227A-D970-E792-A8E8-F005048E3D15}"/>
              </a:ext>
            </a:extLst>
          </p:cNvPr>
          <p:cNvSpPr>
            <a:spLocks noGrp="1"/>
          </p:cNvSpPr>
          <p:nvPr>
            <p:ph type="body" sz="quarter" idx="27"/>
          </p:nvPr>
        </p:nvSpPr>
        <p:spPr/>
        <p:txBody>
          <a:bodyPr/>
          <a:lstStyle/>
          <a:p>
            <a:endParaRPr lang="en-US"/>
          </a:p>
        </p:txBody>
      </p:sp>
      <p:sp>
        <p:nvSpPr>
          <p:cNvPr id="158" name="Text Placeholder 157">
            <a:extLst>
              <a:ext uri="{FF2B5EF4-FFF2-40B4-BE49-F238E27FC236}">
                <a16:creationId xmlns:a16="http://schemas.microsoft.com/office/drawing/2014/main" id="{0AB3642B-25A9-9935-0740-17EAF3AF7679}"/>
              </a:ext>
            </a:extLst>
          </p:cNvPr>
          <p:cNvSpPr>
            <a:spLocks noGrp="1"/>
          </p:cNvSpPr>
          <p:nvPr>
            <p:ph type="body" sz="quarter" idx="28"/>
          </p:nvPr>
        </p:nvSpPr>
        <p:spPr/>
        <p:txBody>
          <a:bodyPr/>
          <a:lstStyle/>
          <a:p>
            <a:endParaRPr lang="en-US"/>
          </a:p>
        </p:txBody>
      </p:sp>
    </p:spTree>
    <p:extLst>
      <p:ext uri="{BB962C8B-B14F-4D97-AF65-F5344CB8AC3E}">
        <p14:creationId xmlns:p14="http://schemas.microsoft.com/office/powerpoint/2010/main" val="4050234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C059A502-A9F9-7157-AE42-68753B6E0CAE}"/>
              </a:ext>
            </a:extLst>
          </p:cNvPr>
          <p:cNvSpPr>
            <a:spLocks noGrp="1"/>
          </p:cNvSpPr>
          <p:nvPr>
            <p:ph type="title"/>
          </p:nvPr>
        </p:nvSpPr>
        <p:spPr/>
        <p:txBody>
          <a:bodyPr/>
          <a:lstStyle/>
          <a:p>
            <a:endParaRPr lang="en-US"/>
          </a:p>
        </p:txBody>
      </p:sp>
      <p:sp>
        <p:nvSpPr>
          <p:cNvPr id="27" name="Text Placeholder 26">
            <a:extLst>
              <a:ext uri="{FF2B5EF4-FFF2-40B4-BE49-F238E27FC236}">
                <a16:creationId xmlns:a16="http://schemas.microsoft.com/office/drawing/2014/main" id="{151AA342-F840-484A-3AF3-245651136DB2}"/>
              </a:ext>
            </a:extLst>
          </p:cNvPr>
          <p:cNvSpPr>
            <a:spLocks noGrp="1"/>
          </p:cNvSpPr>
          <p:nvPr>
            <p:ph type="body" sz="quarter" idx="10"/>
          </p:nvPr>
        </p:nvSpPr>
        <p:spPr/>
        <p:txBody>
          <a:bodyPr/>
          <a:lstStyle/>
          <a:p>
            <a:endParaRPr lang="en-US"/>
          </a:p>
        </p:txBody>
      </p:sp>
      <p:sp>
        <p:nvSpPr>
          <p:cNvPr id="28" name="Text Placeholder 27">
            <a:extLst>
              <a:ext uri="{FF2B5EF4-FFF2-40B4-BE49-F238E27FC236}">
                <a16:creationId xmlns:a16="http://schemas.microsoft.com/office/drawing/2014/main" id="{7C646B66-B8CB-51E5-0C89-2B2C6CC5A6F7}"/>
              </a:ext>
            </a:extLst>
          </p:cNvPr>
          <p:cNvSpPr>
            <a:spLocks noGrp="1"/>
          </p:cNvSpPr>
          <p:nvPr>
            <p:ph type="body" sz="quarter" idx="11"/>
          </p:nvPr>
        </p:nvSpPr>
        <p:spPr/>
        <p:txBody>
          <a:bodyPr/>
          <a:lstStyle/>
          <a:p>
            <a:endParaRPr lang="en-US"/>
          </a:p>
        </p:txBody>
      </p:sp>
      <p:sp>
        <p:nvSpPr>
          <p:cNvPr id="29" name="Text Placeholder 28">
            <a:extLst>
              <a:ext uri="{FF2B5EF4-FFF2-40B4-BE49-F238E27FC236}">
                <a16:creationId xmlns:a16="http://schemas.microsoft.com/office/drawing/2014/main" id="{E75FF005-B5FB-A717-B4E8-444C12944097}"/>
              </a:ext>
            </a:extLst>
          </p:cNvPr>
          <p:cNvSpPr>
            <a:spLocks noGrp="1"/>
          </p:cNvSpPr>
          <p:nvPr>
            <p:ph type="body" sz="quarter" idx="12"/>
          </p:nvPr>
        </p:nvSpPr>
        <p:spPr/>
        <p:txBody>
          <a:bodyPr/>
          <a:lstStyle/>
          <a:p>
            <a:endParaRPr lang="en-US"/>
          </a:p>
        </p:txBody>
      </p:sp>
      <p:sp>
        <p:nvSpPr>
          <p:cNvPr id="30" name="Text Placeholder 29">
            <a:extLst>
              <a:ext uri="{FF2B5EF4-FFF2-40B4-BE49-F238E27FC236}">
                <a16:creationId xmlns:a16="http://schemas.microsoft.com/office/drawing/2014/main" id="{9212471B-49A5-72BF-7D5A-85146BD4A43B}"/>
              </a:ext>
            </a:extLst>
          </p:cNvPr>
          <p:cNvSpPr>
            <a:spLocks noGrp="1"/>
          </p:cNvSpPr>
          <p:nvPr>
            <p:ph type="body" sz="quarter" idx="13"/>
          </p:nvPr>
        </p:nvSpPr>
        <p:spPr/>
        <p:txBody>
          <a:bodyPr/>
          <a:lstStyle/>
          <a:p>
            <a:endParaRPr lang="en-US"/>
          </a:p>
        </p:txBody>
      </p:sp>
      <p:sp>
        <p:nvSpPr>
          <p:cNvPr id="31" name="Text Placeholder 30">
            <a:extLst>
              <a:ext uri="{FF2B5EF4-FFF2-40B4-BE49-F238E27FC236}">
                <a16:creationId xmlns:a16="http://schemas.microsoft.com/office/drawing/2014/main" id="{B99785CD-D7A6-ECA0-1B33-CA817A907C6F}"/>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2888470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DF731CB-B797-1E29-287A-2123017F1F0E}"/>
              </a:ext>
            </a:extLst>
          </p:cNvPr>
          <p:cNvSpPr>
            <a:spLocks noGrp="1"/>
          </p:cNvSpPr>
          <p:nvPr>
            <p:ph type="title"/>
          </p:nvPr>
        </p:nvSpPr>
        <p:spPr>
          <a:xfrm>
            <a:off x="299848" y="306855"/>
            <a:ext cx="11471182" cy="407699"/>
          </a:xfrm>
          <a:prstGeom prst="rect">
            <a:avLst/>
          </a:prstGeom>
        </p:spPr>
        <p:txBody>
          <a:bodyPr/>
          <a:lstStyle/>
          <a:p>
            <a:endParaRPr lang="en-US"/>
          </a:p>
        </p:txBody>
      </p:sp>
      <p:sp>
        <p:nvSpPr>
          <p:cNvPr id="12" name="Text Placeholder 11">
            <a:extLst>
              <a:ext uri="{FF2B5EF4-FFF2-40B4-BE49-F238E27FC236}">
                <a16:creationId xmlns:a16="http://schemas.microsoft.com/office/drawing/2014/main" id="{6CD4A4A3-1B89-AE1E-0F58-3C707FC1E22D}"/>
              </a:ext>
            </a:extLst>
          </p:cNvPr>
          <p:cNvSpPr>
            <a:spLocks noGrp="1"/>
          </p:cNvSpPr>
          <p:nvPr>
            <p:ph type="body" sz="quarter" idx="10"/>
          </p:nvPr>
        </p:nvSpPr>
        <p:spPr/>
        <p:txBody>
          <a:bodyPr/>
          <a:lstStyle/>
          <a:p>
            <a:endParaRPr lang="en-US"/>
          </a:p>
        </p:txBody>
      </p:sp>
      <p:sp>
        <p:nvSpPr>
          <p:cNvPr id="13" name="Text Placeholder 12">
            <a:extLst>
              <a:ext uri="{FF2B5EF4-FFF2-40B4-BE49-F238E27FC236}">
                <a16:creationId xmlns:a16="http://schemas.microsoft.com/office/drawing/2014/main" id="{6AC3F18E-EC83-2FD8-1E1F-BF771D6766B9}"/>
              </a:ext>
            </a:extLst>
          </p:cNvPr>
          <p:cNvSpPr>
            <a:spLocks noGrp="1"/>
          </p:cNvSpPr>
          <p:nvPr>
            <p:ph type="body" sz="quarter" idx="11"/>
          </p:nvPr>
        </p:nvSpPr>
        <p:spPr/>
        <p:txBody>
          <a:bodyPr/>
          <a:lstStyle/>
          <a:p>
            <a:endParaRPr lang="en-US"/>
          </a:p>
        </p:txBody>
      </p:sp>
      <p:sp>
        <p:nvSpPr>
          <p:cNvPr id="14" name="Text Placeholder 13">
            <a:extLst>
              <a:ext uri="{FF2B5EF4-FFF2-40B4-BE49-F238E27FC236}">
                <a16:creationId xmlns:a16="http://schemas.microsoft.com/office/drawing/2014/main" id="{2D7EF0D9-C4D2-AAF0-E5EF-7B60FB6D3008}"/>
              </a:ext>
            </a:extLst>
          </p:cNvPr>
          <p:cNvSpPr>
            <a:spLocks noGrp="1"/>
          </p:cNvSpPr>
          <p:nvPr>
            <p:ph type="body" sz="quarter" idx="13"/>
          </p:nvPr>
        </p:nvSpPr>
        <p:spPr/>
        <p:txBody>
          <a:bodyPr/>
          <a:lstStyle/>
          <a:p>
            <a:endParaRPr lang="en-US"/>
          </a:p>
        </p:txBody>
      </p:sp>
      <p:sp>
        <p:nvSpPr>
          <p:cNvPr id="15" name="Text Placeholder 14">
            <a:extLst>
              <a:ext uri="{FF2B5EF4-FFF2-40B4-BE49-F238E27FC236}">
                <a16:creationId xmlns:a16="http://schemas.microsoft.com/office/drawing/2014/main" id="{5470A4C9-C182-6821-D5AB-A14AF8A62FB9}"/>
              </a:ext>
            </a:extLst>
          </p:cNvPr>
          <p:cNvSpPr>
            <a:spLocks noGrp="1"/>
          </p:cNvSpPr>
          <p:nvPr>
            <p:ph type="body" sz="quarter" idx="14"/>
          </p:nvPr>
        </p:nvSpPr>
        <p:spPr/>
        <p:txBody>
          <a:bodyPr/>
          <a:lstStyle/>
          <a:p>
            <a:endParaRPr lang="en-US"/>
          </a:p>
        </p:txBody>
      </p:sp>
      <p:sp>
        <p:nvSpPr>
          <p:cNvPr id="16" name="Text Placeholder 15">
            <a:extLst>
              <a:ext uri="{FF2B5EF4-FFF2-40B4-BE49-F238E27FC236}">
                <a16:creationId xmlns:a16="http://schemas.microsoft.com/office/drawing/2014/main" id="{C6BF7592-1DC3-D061-7BD6-CB67EF31D913}"/>
              </a:ext>
            </a:extLst>
          </p:cNvPr>
          <p:cNvSpPr>
            <a:spLocks noGrp="1"/>
          </p:cNvSpPr>
          <p:nvPr>
            <p:ph type="body" sz="quarter" idx="15"/>
          </p:nvPr>
        </p:nvSpPr>
        <p:spPr/>
        <p:txBody>
          <a:bodyPr/>
          <a:lstStyle/>
          <a:p>
            <a:endParaRPr lang="en-US"/>
          </a:p>
        </p:txBody>
      </p:sp>
      <p:sp>
        <p:nvSpPr>
          <p:cNvPr id="17" name="Text Placeholder 16">
            <a:extLst>
              <a:ext uri="{FF2B5EF4-FFF2-40B4-BE49-F238E27FC236}">
                <a16:creationId xmlns:a16="http://schemas.microsoft.com/office/drawing/2014/main" id="{012DCDA0-36A1-9052-8CB2-0858BC6AFD98}"/>
              </a:ext>
            </a:extLst>
          </p:cNvPr>
          <p:cNvSpPr>
            <a:spLocks noGrp="1"/>
          </p:cNvSpPr>
          <p:nvPr>
            <p:ph type="body" sz="quarter" idx="16"/>
          </p:nvPr>
        </p:nvSpPr>
        <p:spPr/>
        <p:txBody>
          <a:bodyPr/>
          <a:lstStyle/>
          <a:p>
            <a:endParaRPr lang="en-US"/>
          </a:p>
        </p:txBody>
      </p:sp>
      <p:sp>
        <p:nvSpPr>
          <p:cNvPr id="18" name="Text Placeholder 17">
            <a:extLst>
              <a:ext uri="{FF2B5EF4-FFF2-40B4-BE49-F238E27FC236}">
                <a16:creationId xmlns:a16="http://schemas.microsoft.com/office/drawing/2014/main" id="{6FF395ED-3C7B-872F-73DA-080BF433AE56}"/>
              </a:ext>
            </a:extLst>
          </p:cNvPr>
          <p:cNvSpPr>
            <a:spLocks noGrp="1"/>
          </p:cNvSpPr>
          <p:nvPr>
            <p:ph type="body" sz="quarter" idx="17"/>
          </p:nvPr>
        </p:nvSpPr>
        <p:spPr/>
        <p:txBody>
          <a:bodyPr/>
          <a:lstStyle/>
          <a:p>
            <a:endParaRPr lang="en-US"/>
          </a:p>
        </p:txBody>
      </p:sp>
    </p:spTree>
    <p:extLst>
      <p:ext uri="{BB962C8B-B14F-4D97-AF65-F5344CB8AC3E}">
        <p14:creationId xmlns:p14="http://schemas.microsoft.com/office/powerpoint/2010/main" val="86945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928BC9E4-CA4A-2CF9-94A1-BDF8DEBF30BE}"/>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a:stretch/>
        </p:blipFill>
        <p:spPr>
          <a:xfrm>
            <a:off x="407989" y="2465834"/>
            <a:ext cx="5568742" cy="2692656"/>
          </a:xfrm>
          <a:prstGeom prst="rect">
            <a:avLst/>
          </a:prstGeom>
        </p:spPr>
      </p:pic>
      <p:sp>
        <p:nvSpPr>
          <p:cNvPr id="33" name="Freeform 32">
            <a:extLst>
              <a:ext uri="{FF2B5EF4-FFF2-40B4-BE49-F238E27FC236}">
                <a16:creationId xmlns:a16="http://schemas.microsoft.com/office/drawing/2014/main" id="{929F1B76-8E6C-4FB2-754B-3A757A6F60DF}"/>
              </a:ext>
            </a:extLst>
          </p:cNvPr>
          <p:cNvSpPr/>
          <p:nvPr/>
        </p:nvSpPr>
        <p:spPr>
          <a:xfrm>
            <a:off x="0" y="1213402"/>
            <a:ext cx="5976730" cy="4969565"/>
          </a:xfrm>
          <a:custGeom>
            <a:avLst/>
            <a:gdLst>
              <a:gd name="connsiteX0" fmla="*/ 407988 w 5976730"/>
              <a:gd name="connsiteY0" fmla="*/ 1247321 h 4969565"/>
              <a:gd name="connsiteX1" fmla="*/ 407988 w 5976730"/>
              <a:gd name="connsiteY1" fmla="*/ 3869905 h 4969565"/>
              <a:gd name="connsiteX2" fmla="*/ 3133373 w 5976730"/>
              <a:gd name="connsiteY2" fmla="*/ 3874198 h 4969565"/>
              <a:gd name="connsiteX3" fmla="*/ 5749465 w 5976730"/>
              <a:gd name="connsiteY3" fmla="*/ 1247321 h 4969565"/>
              <a:gd name="connsiteX4" fmla="*/ 0 w 5976730"/>
              <a:gd name="connsiteY4" fmla="*/ 0 h 4969565"/>
              <a:gd name="connsiteX5" fmla="*/ 5976730 w 5976730"/>
              <a:gd name="connsiteY5" fmla="*/ 0 h 4969565"/>
              <a:gd name="connsiteX6" fmla="*/ 5976730 w 5976730"/>
              <a:gd name="connsiteY6" fmla="*/ 4969565 h 4969565"/>
              <a:gd name="connsiteX7" fmla="*/ 0 w 5976730"/>
              <a:gd name="connsiteY7" fmla="*/ 4969565 h 4969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76730" h="4969565">
                <a:moveTo>
                  <a:pt x="407988" y="1247321"/>
                </a:moveTo>
                <a:lnTo>
                  <a:pt x="407988" y="3869905"/>
                </a:lnTo>
                <a:lnTo>
                  <a:pt x="3133373" y="3874198"/>
                </a:lnTo>
                <a:lnTo>
                  <a:pt x="5749465" y="1247321"/>
                </a:lnTo>
                <a:close/>
                <a:moveTo>
                  <a:pt x="0" y="0"/>
                </a:moveTo>
                <a:lnTo>
                  <a:pt x="5976730" y="0"/>
                </a:lnTo>
                <a:lnTo>
                  <a:pt x="5976730" y="4969565"/>
                </a:lnTo>
                <a:lnTo>
                  <a:pt x="0" y="496956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4" name="Straight Connector 33">
            <a:extLst>
              <a:ext uri="{FF2B5EF4-FFF2-40B4-BE49-F238E27FC236}">
                <a16:creationId xmlns:a16="http://schemas.microsoft.com/office/drawing/2014/main" id="{03FE17D7-371E-99CF-1B72-8AFE4123F11A}"/>
              </a:ext>
            </a:extLst>
          </p:cNvPr>
          <p:cNvCxnSpPr>
            <a:cxnSpLocks/>
          </p:cNvCxnSpPr>
          <p:nvPr/>
        </p:nvCxnSpPr>
        <p:spPr>
          <a:xfrm>
            <a:off x="0" y="5547599"/>
            <a:ext cx="2488019"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6102F198-E2D1-7112-143E-67B51384A4E5}"/>
              </a:ext>
            </a:extLst>
          </p:cNvPr>
          <p:cNvSpPr/>
          <p:nvPr/>
        </p:nvSpPr>
        <p:spPr>
          <a:xfrm>
            <a:off x="2433150" y="5492730"/>
            <a:ext cx="109738" cy="10973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cxnSp>
        <p:nvCxnSpPr>
          <p:cNvPr id="36" name="Straight Connector 35">
            <a:extLst>
              <a:ext uri="{FF2B5EF4-FFF2-40B4-BE49-F238E27FC236}">
                <a16:creationId xmlns:a16="http://schemas.microsoft.com/office/drawing/2014/main" id="{3BB00541-12B1-322B-5E54-BC3F85EFCA5E}"/>
              </a:ext>
            </a:extLst>
          </p:cNvPr>
          <p:cNvCxnSpPr>
            <a:cxnSpLocks/>
          </p:cNvCxnSpPr>
          <p:nvPr/>
        </p:nvCxnSpPr>
        <p:spPr>
          <a:xfrm>
            <a:off x="0" y="5738988"/>
            <a:ext cx="1871330" cy="0"/>
          </a:xfrm>
          <a:prstGeom prst="line">
            <a:avLst/>
          </a:prstGeom>
          <a:ln w="12700">
            <a:solidFill>
              <a:srgbClr val="002A86"/>
            </a:solidFill>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D3E1CC19-E15F-2D47-DF35-149A17EA6F35}"/>
              </a:ext>
            </a:extLst>
          </p:cNvPr>
          <p:cNvSpPr/>
          <p:nvPr/>
        </p:nvSpPr>
        <p:spPr>
          <a:xfrm>
            <a:off x="1816461" y="5684119"/>
            <a:ext cx="109738" cy="109738"/>
          </a:xfrm>
          <a:prstGeom prst="ellipse">
            <a:avLst/>
          </a:prstGeom>
          <a:solidFill>
            <a:srgbClr val="002A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nvGrpSpPr>
          <p:cNvPr id="38" name="Group 37">
            <a:extLst>
              <a:ext uri="{FF2B5EF4-FFF2-40B4-BE49-F238E27FC236}">
                <a16:creationId xmlns:a16="http://schemas.microsoft.com/office/drawing/2014/main" id="{91C08C62-9BE2-F9A2-C250-C9A754A5C859}"/>
              </a:ext>
            </a:extLst>
          </p:cNvPr>
          <p:cNvGrpSpPr/>
          <p:nvPr/>
        </p:nvGrpSpPr>
        <p:grpSpPr>
          <a:xfrm>
            <a:off x="0" y="1895884"/>
            <a:ext cx="990534" cy="109738"/>
            <a:chOff x="0" y="1916904"/>
            <a:chExt cx="990534" cy="109738"/>
          </a:xfrm>
        </p:grpSpPr>
        <p:cxnSp>
          <p:nvCxnSpPr>
            <p:cNvPr id="39" name="Straight Connector 38">
              <a:extLst>
                <a:ext uri="{FF2B5EF4-FFF2-40B4-BE49-F238E27FC236}">
                  <a16:creationId xmlns:a16="http://schemas.microsoft.com/office/drawing/2014/main" id="{A337C084-FCED-1102-12F5-FD5C1498804B}"/>
                </a:ext>
              </a:extLst>
            </p:cNvPr>
            <p:cNvCxnSpPr>
              <a:cxnSpLocks/>
            </p:cNvCxnSpPr>
            <p:nvPr/>
          </p:nvCxnSpPr>
          <p:spPr>
            <a:xfrm>
              <a:off x="0" y="1971773"/>
              <a:ext cx="935665" cy="0"/>
            </a:xfrm>
            <a:prstGeom prst="line">
              <a:avLst/>
            </a:prstGeom>
            <a:ln w="12700">
              <a:solidFill>
                <a:srgbClr val="0070C0"/>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4E7DBD1-085C-8E09-827E-2E1A9CDB08DB}"/>
                </a:ext>
              </a:extLst>
            </p:cNvPr>
            <p:cNvSpPr/>
            <p:nvPr/>
          </p:nvSpPr>
          <p:spPr>
            <a:xfrm>
              <a:off x="880796" y="1916904"/>
              <a:ext cx="109738" cy="109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sp>
        <p:nvSpPr>
          <p:cNvPr id="9" name="Text Placeholder 8">
            <a:extLst>
              <a:ext uri="{FF2B5EF4-FFF2-40B4-BE49-F238E27FC236}">
                <a16:creationId xmlns:a16="http://schemas.microsoft.com/office/drawing/2014/main" id="{EB5895E3-43B6-52C5-0646-554F881C64CC}"/>
              </a:ext>
            </a:extLst>
          </p:cNvPr>
          <p:cNvSpPr>
            <a:spLocks noGrp="1"/>
          </p:cNvSpPr>
          <p:nvPr>
            <p:ph type="body" sz="quarter" idx="10"/>
          </p:nvPr>
        </p:nvSpPr>
        <p:spPr/>
        <p:txBody>
          <a:bodyPr/>
          <a:lstStyle/>
          <a:p>
            <a:endParaRPr lang="en-US"/>
          </a:p>
        </p:txBody>
      </p:sp>
      <p:sp>
        <p:nvSpPr>
          <p:cNvPr id="10" name="Text Placeholder 9">
            <a:extLst>
              <a:ext uri="{FF2B5EF4-FFF2-40B4-BE49-F238E27FC236}">
                <a16:creationId xmlns:a16="http://schemas.microsoft.com/office/drawing/2014/main" id="{916831E7-8195-E28F-7FFB-084BC1061439}"/>
              </a:ext>
            </a:extLst>
          </p:cNvPr>
          <p:cNvSpPr>
            <a:spLocks noGrp="1"/>
          </p:cNvSpPr>
          <p:nvPr>
            <p:ph type="body" sz="quarter" idx="11"/>
          </p:nvPr>
        </p:nvSpPr>
        <p:spPr/>
        <p:txBody>
          <a:bodyPr/>
          <a:lstStyle/>
          <a:p>
            <a:endParaRPr lang="en-US"/>
          </a:p>
        </p:txBody>
      </p:sp>
      <p:sp>
        <p:nvSpPr>
          <p:cNvPr id="11" name="Text Placeholder 10">
            <a:extLst>
              <a:ext uri="{FF2B5EF4-FFF2-40B4-BE49-F238E27FC236}">
                <a16:creationId xmlns:a16="http://schemas.microsoft.com/office/drawing/2014/main" id="{B2CDD176-557B-1CA3-592D-296BCEB33C98}"/>
              </a:ext>
            </a:extLst>
          </p:cNvPr>
          <p:cNvSpPr>
            <a:spLocks noGrp="1"/>
          </p:cNvSpPr>
          <p:nvPr>
            <p:ph type="body" sz="quarter" idx="12"/>
          </p:nvPr>
        </p:nvSpPr>
        <p:spPr/>
        <p:txBody>
          <a:bodyPr/>
          <a:lstStyle/>
          <a:p>
            <a:endParaRPr lang="en-US"/>
          </a:p>
        </p:txBody>
      </p:sp>
      <p:sp>
        <p:nvSpPr>
          <p:cNvPr id="12" name="Text Placeholder 11">
            <a:extLst>
              <a:ext uri="{FF2B5EF4-FFF2-40B4-BE49-F238E27FC236}">
                <a16:creationId xmlns:a16="http://schemas.microsoft.com/office/drawing/2014/main" id="{0FB15C09-1BA5-FF6B-CE4E-3A86D6A5512F}"/>
              </a:ext>
            </a:extLst>
          </p:cNvPr>
          <p:cNvSpPr>
            <a:spLocks noGrp="1"/>
          </p:cNvSpPr>
          <p:nvPr>
            <p:ph type="body" sz="quarter" idx="13"/>
          </p:nvPr>
        </p:nvSpPr>
        <p:spPr/>
        <p:txBody>
          <a:bodyPr/>
          <a:lstStyle/>
          <a:p>
            <a:endParaRPr lang="en-US"/>
          </a:p>
        </p:txBody>
      </p:sp>
      <p:sp>
        <p:nvSpPr>
          <p:cNvPr id="13" name="Text Placeholder 12">
            <a:extLst>
              <a:ext uri="{FF2B5EF4-FFF2-40B4-BE49-F238E27FC236}">
                <a16:creationId xmlns:a16="http://schemas.microsoft.com/office/drawing/2014/main" id="{84453D29-726B-1B0A-7D35-B48140DB0BA8}"/>
              </a:ext>
            </a:extLst>
          </p:cNvPr>
          <p:cNvSpPr>
            <a:spLocks noGrp="1"/>
          </p:cNvSpPr>
          <p:nvPr>
            <p:ph type="body" sz="quarter" idx="14"/>
          </p:nvPr>
        </p:nvSpPr>
        <p:spPr/>
        <p:txBody>
          <a:bodyPr/>
          <a:lstStyle/>
          <a:p>
            <a:endParaRPr lang="en-US"/>
          </a:p>
        </p:txBody>
      </p:sp>
      <p:sp>
        <p:nvSpPr>
          <p:cNvPr id="14" name="Title 7">
            <a:extLst>
              <a:ext uri="{FF2B5EF4-FFF2-40B4-BE49-F238E27FC236}">
                <a16:creationId xmlns:a16="http://schemas.microsoft.com/office/drawing/2014/main" id="{55C24EE1-1FC4-2F6E-AAF6-1DBDED592EFC}"/>
              </a:ext>
            </a:extLst>
          </p:cNvPr>
          <p:cNvSpPr>
            <a:spLocks noGrp="1"/>
          </p:cNvSpPr>
          <p:nvPr>
            <p:ph type="title"/>
          </p:nvPr>
        </p:nvSpPr>
        <p:spPr>
          <a:xfrm>
            <a:off x="299848" y="306855"/>
            <a:ext cx="11471182" cy="407699"/>
          </a:xfrm>
          <a:prstGeom prst="rect">
            <a:avLst/>
          </a:prstGeom>
        </p:spPr>
        <p:txBody>
          <a:bodyPr/>
          <a:lstStyle/>
          <a:p>
            <a:endParaRPr lang="en-US"/>
          </a:p>
        </p:txBody>
      </p:sp>
    </p:spTree>
    <p:extLst>
      <p:ext uri="{BB962C8B-B14F-4D97-AF65-F5344CB8AC3E}">
        <p14:creationId xmlns:p14="http://schemas.microsoft.com/office/powerpoint/2010/main" val="3141588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1E10B1C-7147-6051-4F7F-678E0EF3F803}"/>
              </a:ext>
            </a:extLst>
          </p:cNvPr>
          <p:cNvSpPr>
            <a:spLocks noGrp="1"/>
          </p:cNvSpPr>
          <p:nvPr>
            <p:ph type="title"/>
          </p:nvPr>
        </p:nvSpPr>
        <p:spPr>
          <a:xfrm>
            <a:off x="324031" y="220671"/>
            <a:ext cx="11470367" cy="647113"/>
          </a:xfrm>
        </p:spPr>
        <p:txBody>
          <a:bodyPr lIns="91440" tIns="45720" rIns="91440" bIns="45720" anchor="t"/>
          <a:lstStyle/>
          <a:p>
            <a:r>
              <a:rPr lang="en-US">
                <a:latin typeface="72 Semibold"/>
              </a:rPr>
              <a:t> </a:t>
            </a:r>
            <a:endParaRPr lang="en-US"/>
          </a:p>
        </p:txBody>
      </p:sp>
      <p:sp>
        <p:nvSpPr>
          <p:cNvPr id="13" name="Text Placeholder 2">
            <a:extLst>
              <a:ext uri="{FF2B5EF4-FFF2-40B4-BE49-F238E27FC236}">
                <a16:creationId xmlns:a16="http://schemas.microsoft.com/office/drawing/2014/main" id="{EA8934B7-01CF-0DD7-1889-91D70F539544}"/>
              </a:ext>
            </a:extLst>
          </p:cNvPr>
          <p:cNvSpPr>
            <a:spLocks noGrp="1"/>
          </p:cNvSpPr>
          <p:nvPr>
            <p:ph type="body" sz="quarter" idx="19"/>
          </p:nvPr>
        </p:nvSpPr>
        <p:spPr>
          <a:xfrm>
            <a:off x="345350" y="3262267"/>
            <a:ext cx="11470366" cy="1786021"/>
          </a:xfrm>
        </p:spPr>
        <p:txBody>
          <a:bodyPr lIns="91440" tIns="45720" rIns="91440" bIns="45720" anchor="t"/>
          <a:lstStyle/>
          <a:p>
            <a:br>
              <a:rPr lang="en-GB"/>
            </a:br>
            <a:br>
              <a:rPr lang="en-GB"/>
            </a:br>
            <a:br>
              <a:rPr lang="en-GB"/>
            </a:br>
            <a:r>
              <a:rPr lang="en-GB"/>
              <a:t> </a:t>
            </a:r>
            <a:endParaRPr lang="en-US"/>
          </a:p>
        </p:txBody>
      </p:sp>
      <p:sp>
        <p:nvSpPr>
          <p:cNvPr id="5" name="Text Placeholder 4">
            <a:extLst>
              <a:ext uri="{FF2B5EF4-FFF2-40B4-BE49-F238E27FC236}">
                <a16:creationId xmlns:a16="http://schemas.microsoft.com/office/drawing/2014/main" id="{D0B076EA-455F-10C3-B07A-666D2D9D8378}"/>
              </a:ext>
            </a:extLst>
          </p:cNvPr>
          <p:cNvSpPr>
            <a:spLocks noGrp="1"/>
          </p:cNvSpPr>
          <p:nvPr>
            <p:ph type="body" sz="quarter" idx="18"/>
          </p:nvPr>
        </p:nvSpPr>
        <p:spPr>
          <a:xfrm>
            <a:off x="345349" y="2773570"/>
            <a:ext cx="11470367" cy="411360"/>
          </a:xfrm>
        </p:spPr>
        <p:txBody>
          <a:bodyPr lIns="91440" tIns="45720" rIns="91440" bIns="45720" anchor="ctr">
            <a:normAutofit/>
          </a:bodyPr>
          <a:lstStyle/>
          <a:p>
            <a:endParaRPr lang="en-US"/>
          </a:p>
        </p:txBody>
      </p:sp>
      <p:sp>
        <p:nvSpPr>
          <p:cNvPr id="17" name="Text Placeholder 6">
            <a:extLst>
              <a:ext uri="{FF2B5EF4-FFF2-40B4-BE49-F238E27FC236}">
                <a16:creationId xmlns:a16="http://schemas.microsoft.com/office/drawing/2014/main" id="{564F6B5C-2617-47D3-2F38-515ECE29FE72}"/>
              </a:ext>
            </a:extLst>
          </p:cNvPr>
          <p:cNvSpPr>
            <a:spLocks noGrp="1"/>
          </p:cNvSpPr>
          <p:nvPr>
            <p:ph type="body" sz="quarter" idx="23"/>
          </p:nvPr>
        </p:nvSpPr>
        <p:spPr>
          <a:xfrm>
            <a:off x="1876122" y="1920206"/>
            <a:ext cx="2156108" cy="229430"/>
          </a:xfrm>
        </p:spPr>
        <p:txBody>
          <a:bodyPr lIns="91440" tIns="45720" rIns="91440" bIns="45720" anchor="t"/>
          <a:lstStyle/>
          <a:p>
            <a:endParaRPr lang="en-US">
              <a:latin typeface="72"/>
            </a:endParaRPr>
          </a:p>
        </p:txBody>
      </p:sp>
      <p:sp>
        <p:nvSpPr>
          <p:cNvPr id="10" name="Text Placeholder 9">
            <a:extLst>
              <a:ext uri="{FF2B5EF4-FFF2-40B4-BE49-F238E27FC236}">
                <a16:creationId xmlns:a16="http://schemas.microsoft.com/office/drawing/2014/main" id="{ABBCB61D-116E-6FD4-ECCC-A5B42AC63F06}"/>
              </a:ext>
            </a:extLst>
          </p:cNvPr>
          <p:cNvSpPr>
            <a:spLocks noGrp="1"/>
          </p:cNvSpPr>
          <p:nvPr>
            <p:ph type="body" sz="quarter" idx="22"/>
          </p:nvPr>
        </p:nvSpPr>
        <p:spPr/>
        <p:txBody>
          <a:bodyPr/>
          <a:lstStyle/>
          <a:p>
            <a:endParaRPr lang="en-US"/>
          </a:p>
        </p:txBody>
      </p:sp>
    </p:spTree>
    <p:extLst>
      <p:ext uri="{BB962C8B-B14F-4D97-AF65-F5344CB8AC3E}">
        <p14:creationId xmlns:p14="http://schemas.microsoft.com/office/powerpoint/2010/main" val="891311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021054-008E-D8DC-28AE-3306C453AF8D}"/>
              </a:ext>
            </a:extLst>
          </p:cNvPr>
          <p:cNvSpPr txBox="1"/>
          <p:nvPr/>
        </p:nvSpPr>
        <p:spPr>
          <a:xfrm>
            <a:off x="6138204" y="3537744"/>
            <a:ext cx="536916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18" name="Group 17">
            <a:extLst>
              <a:ext uri="{FF2B5EF4-FFF2-40B4-BE49-F238E27FC236}">
                <a16:creationId xmlns:a16="http://schemas.microsoft.com/office/drawing/2014/main" id="{2B7CA546-6773-5BB9-6695-728F334F0367}"/>
              </a:ext>
            </a:extLst>
          </p:cNvPr>
          <p:cNvGrpSpPr/>
          <p:nvPr/>
        </p:nvGrpSpPr>
        <p:grpSpPr>
          <a:xfrm flipH="1">
            <a:off x="9649112" y="5698583"/>
            <a:ext cx="2542888" cy="307477"/>
            <a:chOff x="0" y="5492730"/>
            <a:chExt cx="2542888" cy="307477"/>
          </a:xfrm>
          <a:solidFill>
            <a:schemeClr val="bg1"/>
          </a:solidFill>
        </p:grpSpPr>
        <p:grpSp>
          <p:nvGrpSpPr>
            <p:cNvPr id="19" name="Group 18">
              <a:extLst>
                <a:ext uri="{FF2B5EF4-FFF2-40B4-BE49-F238E27FC236}">
                  <a16:creationId xmlns:a16="http://schemas.microsoft.com/office/drawing/2014/main" id="{1B215143-6F2C-A4EF-063E-E3519CC9FDFE}"/>
                </a:ext>
              </a:extLst>
            </p:cNvPr>
            <p:cNvGrpSpPr/>
            <p:nvPr/>
          </p:nvGrpSpPr>
          <p:grpSpPr>
            <a:xfrm>
              <a:off x="0" y="5492730"/>
              <a:ext cx="2542888" cy="109738"/>
              <a:chOff x="0" y="5492730"/>
              <a:chExt cx="2542888" cy="109738"/>
            </a:xfrm>
            <a:grpFill/>
          </p:grpSpPr>
          <p:cxnSp>
            <p:nvCxnSpPr>
              <p:cNvPr id="23" name="Straight Connector 22">
                <a:extLst>
                  <a:ext uri="{FF2B5EF4-FFF2-40B4-BE49-F238E27FC236}">
                    <a16:creationId xmlns:a16="http://schemas.microsoft.com/office/drawing/2014/main" id="{148250DE-0216-4945-1A66-14A44648A9A1}"/>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FE6C877A-5D0C-03EF-3778-F042ECF4D9C2}"/>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0" name="Group 19">
              <a:extLst>
                <a:ext uri="{FF2B5EF4-FFF2-40B4-BE49-F238E27FC236}">
                  <a16:creationId xmlns:a16="http://schemas.microsoft.com/office/drawing/2014/main" id="{DE0E014C-98C2-CD39-B1C8-C959C66C93CC}"/>
                </a:ext>
              </a:extLst>
            </p:cNvPr>
            <p:cNvGrpSpPr/>
            <p:nvPr/>
          </p:nvGrpSpPr>
          <p:grpSpPr>
            <a:xfrm>
              <a:off x="0" y="5690469"/>
              <a:ext cx="1926199" cy="109738"/>
              <a:chOff x="0" y="5684119"/>
              <a:chExt cx="1926199" cy="109738"/>
            </a:xfrm>
            <a:grpFill/>
          </p:grpSpPr>
          <p:cxnSp>
            <p:nvCxnSpPr>
              <p:cNvPr id="21" name="Straight Connector 20">
                <a:extLst>
                  <a:ext uri="{FF2B5EF4-FFF2-40B4-BE49-F238E27FC236}">
                    <a16:creationId xmlns:a16="http://schemas.microsoft.com/office/drawing/2014/main" id="{4E243E98-EF13-0179-9AE7-C12B323C8393}"/>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8B0D90F-1BEE-CAD6-80C6-7C0136B37715}"/>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25" name="Group 24">
            <a:extLst>
              <a:ext uri="{FF2B5EF4-FFF2-40B4-BE49-F238E27FC236}">
                <a16:creationId xmlns:a16="http://schemas.microsoft.com/office/drawing/2014/main" id="{B7D3F715-BB57-0177-2AA3-078E8BCBD029}"/>
              </a:ext>
            </a:extLst>
          </p:cNvPr>
          <p:cNvGrpSpPr/>
          <p:nvPr/>
        </p:nvGrpSpPr>
        <p:grpSpPr>
          <a:xfrm flipH="1">
            <a:off x="10265801" y="2264641"/>
            <a:ext cx="1926199" cy="312594"/>
            <a:chOff x="0" y="1693028"/>
            <a:chExt cx="1926199" cy="312594"/>
          </a:xfrm>
          <a:solidFill>
            <a:schemeClr val="bg1"/>
          </a:solidFill>
        </p:grpSpPr>
        <p:grpSp>
          <p:nvGrpSpPr>
            <p:cNvPr id="26" name="Group 25">
              <a:extLst>
                <a:ext uri="{FF2B5EF4-FFF2-40B4-BE49-F238E27FC236}">
                  <a16:creationId xmlns:a16="http://schemas.microsoft.com/office/drawing/2014/main" id="{6EEBC1AE-E0F3-7C52-FF7C-B11CC6228C91}"/>
                </a:ext>
              </a:extLst>
            </p:cNvPr>
            <p:cNvGrpSpPr/>
            <p:nvPr/>
          </p:nvGrpSpPr>
          <p:grpSpPr>
            <a:xfrm>
              <a:off x="0" y="1895884"/>
              <a:ext cx="990534" cy="109738"/>
              <a:chOff x="0" y="1916904"/>
              <a:chExt cx="990534" cy="109738"/>
            </a:xfrm>
            <a:grpFill/>
          </p:grpSpPr>
          <p:cxnSp>
            <p:nvCxnSpPr>
              <p:cNvPr id="30" name="Straight Connector 29">
                <a:extLst>
                  <a:ext uri="{FF2B5EF4-FFF2-40B4-BE49-F238E27FC236}">
                    <a16:creationId xmlns:a16="http://schemas.microsoft.com/office/drawing/2014/main" id="{CA6AAA2D-70C8-08E5-0F51-C83CB7408DF5}"/>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9631485-720E-6B33-67FD-1ED87FA07533}"/>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7" name="Group 26">
              <a:extLst>
                <a:ext uri="{FF2B5EF4-FFF2-40B4-BE49-F238E27FC236}">
                  <a16:creationId xmlns:a16="http://schemas.microsoft.com/office/drawing/2014/main" id="{297947A4-0AF5-F8DE-BFCD-0B9468A2055B}"/>
                </a:ext>
              </a:extLst>
            </p:cNvPr>
            <p:cNvGrpSpPr/>
            <p:nvPr/>
          </p:nvGrpSpPr>
          <p:grpSpPr>
            <a:xfrm>
              <a:off x="0" y="1693028"/>
              <a:ext cx="1926199" cy="109738"/>
              <a:chOff x="0" y="5684119"/>
              <a:chExt cx="1926199" cy="109738"/>
            </a:xfrm>
            <a:grpFill/>
          </p:grpSpPr>
          <p:cxnSp>
            <p:nvCxnSpPr>
              <p:cNvPr id="28" name="Straight Connector 27">
                <a:extLst>
                  <a:ext uri="{FF2B5EF4-FFF2-40B4-BE49-F238E27FC236}">
                    <a16:creationId xmlns:a16="http://schemas.microsoft.com/office/drawing/2014/main" id="{C008A7FC-0163-DC5A-97C5-032A15BFDCA0}"/>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F9403B3-E283-F761-5368-2AB71E60E49B}"/>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
        <p:nvSpPr>
          <p:cNvPr id="5" name="Rectangle 4">
            <a:extLst>
              <a:ext uri="{FF2B5EF4-FFF2-40B4-BE49-F238E27FC236}">
                <a16:creationId xmlns:a16="http://schemas.microsoft.com/office/drawing/2014/main" id="{80ACE5EC-D8AD-0B98-7BDD-49291B540A5B}"/>
              </a:ext>
            </a:extLst>
          </p:cNvPr>
          <p:cNvSpPr/>
          <p:nvPr/>
        </p:nvSpPr>
        <p:spPr>
          <a:xfrm>
            <a:off x="7540190" y="262705"/>
            <a:ext cx="1793358" cy="1121671"/>
          </a:xfrm>
          <a:prstGeom prst="rect">
            <a:avLst/>
          </a:prstGeom>
          <a:solidFill>
            <a:srgbClr val="0014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2561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021054-008E-D8DC-28AE-3306C453AF8D}"/>
              </a:ext>
            </a:extLst>
          </p:cNvPr>
          <p:cNvSpPr txBox="1"/>
          <p:nvPr/>
        </p:nvSpPr>
        <p:spPr>
          <a:xfrm>
            <a:off x="6138204" y="3537744"/>
            <a:ext cx="536916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18" name="Group 17">
            <a:extLst>
              <a:ext uri="{FF2B5EF4-FFF2-40B4-BE49-F238E27FC236}">
                <a16:creationId xmlns:a16="http://schemas.microsoft.com/office/drawing/2014/main" id="{2B7CA546-6773-5BB9-6695-728F334F0367}"/>
              </a:ext>
            </a:extLst>
          </p:cNvPr>
          <p:cNvGrpSpPr/>
          <p:nvPr/>
        </p:nvGrpSpPr>
        <p:grpSpPr>
          <a:xfrm flipH="1">
            <a:off x="9649112" y="5698583"/>
            <a:ext cx="2542888" cy="307477"/>
            <a:chOff x="0" y="5492730"/>
            <a:chExt cx="2542888" cy="307477"/>
          </a:xfrm>
          <a:solidFill>
            <a:schemeClr val="bg1"/>
          </a:solidFill>
        </p:grpSpPr>
        <p:grpSp>
          <p:nvGrpSpPr>
            <p:cNvPr id="19" name="Group 18">
              <a:extLst>
                <a:ext uri="{FF2B5EF4-FFF2-40B4-BE49-F238E27FC236}">
                  <a16:creationId xmlns:a16="http://schemas.microsoft.com/office/drawing/2014/main" id="{1B215143-6F2C-A4EF-063E-E3519CC9FDFE}"/>
                </a:ext>
              </a:extLst>
            </p:cNvPr>
            <p:cNvGrpSpPr/>
            <p:nvPr/>
          </p:nvGrpSpPr>
          <p:grpSpPr>
            <a:xfrm>
              <a:off x="0" y="5492730"/>
              <a:ext cx="2542888" cy="109738"/>
              <a:chOff x="0" y="5492730"/>
              <a:chExt cx="2542888" cy="109738"/>
            </a:xfrm>
            <a:grpFill/>
          </p:grpSpPr>
          <p:cxnSp>
            <p:nvCxnSpPr>
              <p:cNvPr id="23" name="Straight Connector 22">
                <a:extLst>
                  <a:ext uri="{FF2B5EF4-FFF2-40B4-BE49-F238E27FC236}">
                    <a16:creationId xmlns:a16="http://schemas.microsoft.com/office/drawing/2014/main" id="{148250DE-0216-4945-1A66-14A44648A9A1}"/>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FE6C877A-5D0C-03EF-3778-F042ECF4D9C2}"/>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0" name="Group 19">
              <a:extLst>
                <a:ext uri="{FF2B5EF4-FFF2-40B4-BE49-F238E27FC236}">
                  <a16:creationId xmlns:a16="http://schemas.microsoft.com/office/drawing/2014/main" id="{DE0E014C-98C2-CD39-B1C8-C959C66C93CC}"/>
                </a:ext>
              </a:extLst>
            </p:cNvPr>
            <p:cNvGrpSpPr/>
            <p:nvPr/>
          </p:nvGrpSpPr>
          <p:grpSpPr>
            <a:xfrm>
              <a:off x="0" y="5690469"/>
              <a:ext cx="1926199" cy="109738"/>
              <a:chOff x="0" y="5684119"/>
              <a:chExt cx="1926199" cy="109738"/>
            </a:xfrm>
            <a:grpFill/>
          </p:grpSpPr>
          <p:cxnSp>
            <p:nvCxnSpPr>
              <p:cNvPr id="21" name="Straight Connector 20">
                <a:extLst>
                  <a:ext uri="{FF2B5EF4-FFF2-40B4-BE49-F238E27FC236}">
                    <a16:creationId xmlns:a16="http://schemas.microsoft.com/office/drawing/2014/main" id="{4E243E98-EF13-0179-9AE7-C12B323C8393}"/>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8B0D90F-1BEE-CAD6-80C6-7C0136B37715}"/>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25" name="Group 24">
            <a:extLst>
              <a:ext uri="{FF2B5EF4-FFF2-40B4-BE49-F238E27FC236}">
                <a16:creationId xmlns:a16="http://schemas.microsoft.com/office/drawing/2014/main" id="{B7D3F715-BB57-0177-2AA3-078E8BCBD029}"/>
              </a:ext>
            </a:extLst>
          </p:cNvPr>
          <p:cNvGrpSpPr/>
          <p:nvPr/>
        </p:nvGrpSpPr>
        <p:grpSpPr>
          <a:xfrm flipH="1">
            <a:off x="10265801" y="2264641"/>
            <a:ext cx="1926199" cy="312594"/>
            <a:chOff x="0" y="1693028"/>
            <a:chExt cx="1926199" cy="312594"/>
          </a:xfrm>
          <a:solidFill>
            <a:schemeClr val="bg1"/>
          </a:solidFill>
        </p:grpSpPr>
        <p:grpSp>
          <p:nvGrpSpPr>
            <p:cNvPr id="26" name="Group 25">
              <a:extLst>
                <a:ext uri="{FF2B5EF4-FFF2-40B4-BE49-F238E27FC236}">
                  <a16:creationId xmlns:a16="http://schemas.microsoft.com/office/drawing/2014/main" id="{6EEBC1AE-E0F3-7C52-FF7C-B11CC6228C91}"/>
                </a:ext>
              </a:extLst>
            </p:cNvPr>
            <p:cNvGrpSpPr/>
            <p:nvPr/>
          </p:nvGrpSpPr>
          <p:grpSpPr>
            <a:xfrm>
              <a:off x="0" y="1895884"/>
              <a:ext cx="990534" cy="109738"/>
              <a:chOff x="0" y="1916904"/>
              <a:chExt cx="990534" cy="109738"/>
            </a:xfrm>
            <a:grpFill/>
          </p:grpSpPr>
          <p:cxnSp>
            <p:nvCxnSpPr>
              <p:cNvPr id="30" name="Straight Connector 29">
                <a:extLst>
                  <a:ext uri="{FF2B5EF4-FFF2-40B4-BE49-F238E27FC236}">
                    <a16:creationId xmlns:a16="http://schemas.microsoft.com/office/drawing/2014/main" id="{CA6AAA2D-70C8-08E5-0F51-C83CB7408DF5}"/>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9631485-720E-6B33-67FD-1ED87FA07533}"/>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7" name="Group 26">
              <a:extLst>
                <a:ext uri="{FF2B5EF4-FFF2-40B4-BE49-F238E27FC236}">
                  <a16:creationId xmlns:a16="http://schemas.microsoft.com/office/drawing/2014/main" id="{297947A4-0AF5-F8DE-BFCD-0B9468A2055B}"/>
                </a:ext>
              </a:extLst>
            </p:cNvPr>
            <p:cNvGrpSpPr/>
            <p:nvPr/>
          </p:nvGrpSpPr>
          <p:grpSpPr>
            <a:xfrm>
              <a:off x="0" y="1693028"/>
              <a:ext cx="1926199" cy="109738"/>
              <a:chOff x="0" y="5684119"/>
              <a:chExt cx="1926199" cy="109738"/>
            </a:xfrm>
            <a:grpFill/>
          </p:grpSpPr>
          <p:cxnSp>
            <p:nvCxnSpPr>
              <p:cNvPr id="28" name="Straight Connector 27">
                <a:extLst>
                  <a:ext uri="{FF2B5EF4-FFF2-40B4-BE49-F238E27FC236}">
                    <a16:creationId xmlns:a16="http://schemas.microsoft.com/office/drawing/2014/main" id="{C008A7FC-0163-DC5A-97C5-032A15BFDCA0}"/>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F9403B3-E283-F761-5368-2AB71E60E49B}"/>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1498691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021054-008E-D8DC-28AE-3306C453AF8D}"/>
              </a:ext>
            </a:extLst>
          </p:cNvPr>
          <p:cNvSpPr txBox="1"/>
          <p:nvPr/>
        </p:nvSpPr>
        <p:spPr>
          <a:xfrm>
            <a:off x="6138204" y="3537744"/>
            <a:ext cx="536916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18" name="Group 17">
            <a:extLst>
              <a:ext uri="{FF2B5EF4-FFF2-40B4-BE49-F238E27FC236}">
                <a16:creationId xmlns:a16="http://schemas.microsoft.com/office/drawing/2014/main" id="{2B7CA546-6773-5BB9-6695-728F334F0367}"/>
              </a:ext>
            </a:extLst>
          </p:cNvPr>
          <p:cNvGrpSpPr/>
          <p:nvPr/>
        </p:nvGrpSpPr>
        <p:grpSpPr>
          <a:xfrm flipH="1">
            <a:off x="9649112" y="5698583"/>
            <a:ext cx="2542888" cy="307477"/>
            <a:chOff x="0" y="5492730"/>
            <a:chExt cx="2542888" cy="307477"/>
          </a:xfrm>
          <a:solidFill>
            <a:schemeClr val="bg1"/>
          </a:solidFill>
        </p:grpSpPr>
        <p:grpSp>
          <p:nvGrpSpPr>
            <p:cNvPr id="19" name="Group 18">
              <a:extLst>
                <a:ext uri="{FF2B5EF4-FFF2-40B4-BE49-F238E27FC236}">
                  <a16:creationId xmlns:a16="http://schemas.microsoft.com/office/drawing/2014/main" id="{1B215143-6F2C-A4EF-063E-E3519CC9FDFE}"/>
                </a:ext>
              </a:extLst>
            </p:cNvPr>
            <p:cNvGrpSpPr/>
            <p:nvPr/>
          </p:nvGrpSpPr>
          <p:grpSpPr>
            <a:xfrm>
              <a:off x="0" y="5492730"/>
              <a:ext cx="2542888" cy="109738"/>
              <a:chOff x="0" y="5492730"/>
              <a:chExt cx="2542888" cy="109738"/>
            </a:xfrm>
            <a:grpFill/>
          </p:grpSpPr>
          <p:cxnSp>
            <p:nvCxnSpPr>
              <p:cNvPr id="23" name="Straight Connector 22">
                <a:extLst>
                  <a:ext uri="{FF2B5EF4-FFF2-40B4-BE49-F238E27FC236}">
                    <a16:creationId xmlns:a16="http://schemas.microsoft.com/office/drawing/2014/main" id="{148250DE-0216-4945-1A66-14A44648A9A1}"/>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FE6C877A-5D0C-03EF-3778-F042ECF4D9C2}"/>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0" name="Group 19">
              <a:extLst>
                <a:ext uri="{FF2B5EF4-FFF2-40B4-BE49-F238E27FC236}">
                  <a16:creationId xmlns:a16="http://schemas.microsoft.com/office/drawing/2014/main" id="{DE0E014C-98C2-CD39-B1C8-C959C66C93CC}"/>
                </a:ext>
              </a:extLst>
            </p:cNvPr>
            <p:cNvGrpSpPr/>
            <p:nvPr/>
          </p:nvGrpSpPr>
          <p:grpSpPr>
            <a:xfrm>
              <a:off x="0" y="5690469"/>
              <a:ext cx="1926199" cy="109738"/>
              <a:chOff x="0" y="5684119"/>
              <a:chExt cx="1926199" cy="109738"/>
            </a:xfrm>
            <a:grpFill/>
          </p:grpSpPr>
          <p:cxnSp>
            <p:nvCxnSpPr>
              <p:cNvPr id="21" name="Straight Connector 20">
                <a:extLst>
                  <a:ext uri="{FF2B5EF4-FFF2-40B4-BE49-F238E27FC236}">
                    <a16:creationId xmlns:a16="http://schemas.microsoft.com/office/drawing/2014/main" id="{4E243E98-EF13-0179-9AE7-C12B323C8393}"/>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8B0D90F-1BEE-CAD6-80C6-7C0136B37715}"/>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25" name="Group 24">
            <a:extLst>
              <a:ext uri="{FF2B5EF4-FFF2-40B4-BE49-F238E27FC236}">
                <a16:creationId xmlns:a16="http://schemas.microsoft.com/office/drawing/2014/main" id="{B7D3F715-BB57-0177-2AA3-078E8BCBD029}"/>
              </a:ext>
            </a:extLst>
          </p:cNvPr>
          <p:cNvGrpSpPr/>
          <p:nvPr/>
        </p:nvGrpSpPr>
        <p:grpSpPr>
          <a:xfrm flipH="1">
            <a:off x="10265801" y="2264641"/>
            <a:ext cx="1926199" cy="312594"/>
            <a:chOff x="0" y="1693028"/>
            <a:chExt cx="1926199" cy="312594"/>
          </a:xfrm>
          <a:solidFill>
            <a:schemeClr val="bg1"/>
          </a:solidFill>
        </p:grpSpPr>
        <p:grpSp>
          <p:nvGrpSpPr>
            <p:cNvPr id="26" name="Group 25">
              <a:extLst>
                <a:ext uri="{FF2B5EF4-FFF2-40B4-BE49-F238E27FC236}">
                  <a16:creationId xmlns:a16="http://schemas.microsoft.com/office/drawing/2014/main" id="{6EEBC1AE-E0F3-7C52-FF7C-B11CC6228C91}"/>
                </a:ext>
              </a:extLst>
            </p:cNvPr>
            <p:cNvGrpSpPr/>
            <p:nvPr/>
          </p:nvGrpSpPr>
          <p:grpSpPr>
            <a:xfrm>
              <a:off x="0" y="1895884"/>
              <a:ext cx="990534" cy="109738"/>
              <a:chOff x="0" y="1916904"/>
              <a:chExt cx="990534" cy="109738"/>
            </a:xfrm>
            <a:grpFill/>
          </p:grpSpPr>
          <p:cxnSp>
            <p:nvCxnSpPr>
              <p:cNvPr id="30" name="Straight Connector 29">
                <a:extLst>
                  <a:ext uri="{FF2B5EF4-FFF2-40B4-BE49-F238E27FC236}">
                    <a16:creationId xmlns:a16="http://schemas.microsoft.com/office/drawing/2014/main" id="{CA6AAA2D-70C8-08E5-0F51-C83CB7408DF5}"/>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9631485-720E-6B33-67FD-1ED87FA07533}"/>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7" name="Group 26">
              <a:extLst>
                <a:ext uri="{FF2B5EF4-FFF2-40B4-BE49-F238E27FC236}">
                  <a16:creationId xmlns:a16="http://schemas.microsoft.com/office/drawing/2014/main" id="{297947A4-0AF5-F8DE-BFCD-0B9468A2055B}"/>
                </a:ext>
              </a:extLst>
            </p:cNvPr>
            <p:cNvGrpSpPr/>
            <p:nvPr/>
          </p:nvGrpSpPr>
          <p:grpSpPr>
            <a:xfrm>
              <a:off x="0" y="1693028"/>
              <a:ext cx="1926199" cy="109738"/>
              <a:chOff x="0" y="5684119"/>
              <a:chExt cx="1926199" cy="109738"/>
            </a:xfrm>
            <a:grpFill/>
          </p:grpSpPr>
          <p:cxnSp>
            <p:nvCxnSpPr>
              <p:cNvPr id="28" name="Straight Connector 27">
                <a:extLst>
                  <a:ext uri="{FF2B5EF4-FFF2-40B4-BE49-F238E27FC236}">
                    <a16:creationId xmlns:a16="http://schemas.microsoft.com/office/drawing/2014/main" id="{C008A7FC-0163-DC5A-97C5-032A15BFDCA0}"/>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F9403B3-E283-F761-5368-2AB71E60E49B}"/>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3995184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5021054-008E-D8DC-28AE-3306C453AF8D}"/>
              </a:ext>
            </a:extLst>
          </p:cNvPr>
          <p:cNvSpPr txBox="1"/>
          <p:nvPr/>
        </p:nvSpPr>
        <p:spPr>
          <a:xfrm>
            <a:off x="6138204" y="3537744"/>
            <a:ext cx="5369168"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Divider Title goes here in font 72 Black size 36</a:t>
            </a:r>
          </a:p>
        </p:txBody>
      </p:sp>
      <p:grpSp>
        <p:nvGrpSpPr>
          <p:cNvPr id="18" name="Group 17">
            <a:extLst>
              <a:ext uri="{FF2B5EF4-FFF2-40B4-BE49-F238E27FC236}">
                <a16:creationId xmlns:a16="http://schemas.microsoft.com/office/drawing/2014/main" id="{2B7CA546-6773-5BB9-6695-728F334F0367}"/>
              </a:ext>
            </a:extLst>
          </p:cNvPr>
          <p:cNvGrpSpPr/>
          <p:nvPr/>
        </p:nvGrpSpPr>
        <p:grpSpPr>
          <a:xfrm flipH="1">
            <a:off x="9649112" y="5698583"/>
            <a:ext cx="2542888" cy="307477"/>
            <a:chOff x="0" y="5492730"/>
            <a:chExt cx="2542888" cy="307477"/>
          </a:xfrm>
          <a:solidFill>
            <a:schemeClr val="bg1"/>
          </a:solidFill>
        </p:grpSpPr>
        <p:grpSp>
          <p:nvGrpSpPr>
            <p:cNvPr id="19" name="Group 18">
              <a:extLst>
                <a:ext uri="{FF2B5EF4-FFF2-40B4-BE49-F238E27FC236}">
                  <a16:creationId xmlns:a16="http://schemas.microsoft.com/office/drawing/2014/main" id="{1B215143-6F2C-A4EF-063E-E3519CC9FDFE}"/>
                </a:ext>
              </a:extLst>
            </p:cNvPr>
            <p:cNvGrpSpPr/>
            <p:nvPr/>
          </p:nvGrpSpPr>
          <p:grpSpPr>
            <a:xfrm>
              <a:off x="0" y="5492730"/>
              <a:ext cx="2542888" cy="109738"/>
              <a:chOff x="0" y="5492730"/>
              <a:chExt cx="2542888" cy="109738"/>
            </a:xfrm>
            <a:grpFill/>
          </p:grpSpPr>
          <p:cxnSp>
            <p:nvCxnSpPr>
              <p:cNvPr id="23" name="Straight Connector 22">
                <a:extLst>
                  <a:ext uri="{FF2B5EF4-FFF2-40B4-BE49-F238E27FC236}">
                    <a16:creationId xmlns:a16="http://schemas.microsoft.com/office/drawing/2014/main" id="{148250DE-0216-4945-1A66-14A44648A9A1}"/>
                  </a:ext>
                </a:extLst>
              </p:cNvPr>
              <p:cNvCxnSpPr>
                <a:cxnSpLocks/>
              </p:cNvCxnSpPr>
              <p:nvPr/>
            </p:nvCxnSpPr>
            <p:spPr>
              <a:xfrm>
                <a:off x="0" y="5547599"/>
                <a:ext cx="2488019"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FE6C877A-5D0C-03EF-3778-F042ECF4D9C2}"/>
                  </a:ext>
                </a:extLst>
              </p:cNvPr>
              <p:cNvSpPr/>
              <p:nvPr/>
            </p:nvSpPr>
            <p:spPr>
              <a:xfrm>
                <a:off x="2433150" y="5492730"/>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0" name="Group 19">
              <a:extLst>
                <a:ext uri="{FF2B5EF4-FFF2-40B4-BE49-F238E27FC236}">
                  <a16:creationId xmlns:a16="http://schemas.microsoft.com/office/drawing/2014/main" id="{DE0E014C-98C2-CD39-B1C8-C959C66C93CC}"/>
                </a:ext>
              </a:extLst>
            </p:cNvPr>
            <p:cNvGrpSpPr/>
            <p:nvPr/>
          </p:nvGrpSpPr>
          <p:grpSpPr>
            <a:xfrm>
              <a:off x="0" y="5690469"/>
              <a:ext cx="1926199" cy="109738"/>
              <a:chOff x="0" y="5684119"/>
              <a:chExt cx="1926199" cy="109738"/>
            </a:xfrm>
            <a:grpFill/>
          </p:grpSpPr>
          <p:cxnSp>
            <p:nvCxnSpPr>
              <p:cNvPr id="21" name="Straight Connector 20">
                <a:extLst>
                  <a:ext uri="{FF2B5EF4-FFF2-40B4-BE49-F238E27FC236}">
                    <a16:creationId xmlns:a16="http://schemas.microsoft.com/office/drawing/2014/main" id="{4E243E98-EF13-0179-9AE7-C12B323C8393}"/>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C8B0D90F-1BEE-CAD6-80C6-7C0136B37715}"/>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grpSp>
        <p:nvGrpSpPr>
          <p:cNvPr id="25" name="Group 24">
            <a:extLst>
              <a:ext uri="{FF2B5EF4-FFF2-40B4-BE49-F238E27FC236}">
                <a16:creationId xmlns:a16="http://schemas.microsoft.com/office/drawing/2014/main" id="{B7D3F715-BB57-0177-2AA3-078E8BCBD029}"/>
              </a:ext>
            </a:extLst>
          </p:cNvPr>
          <p:cNvGrpSpPr/>
          <p:nvPr/>
        </p:nvGrpSpPr>
        <p:grpSpPr>
          <a:xfrm flipH="1">
            <a:off x="10265801" y="2264641"/>
            <a:ext cx="1926199" cy="312594"/>
            <a:chOff x="0" y="1693028"/>
            <a:chExt cx="1926199" cy="312594"/>
          </a:xfrm>
          <a:solidFill>
            <a:schemeClr val="bg1"/>
          </a:solidFill>
        </p:grpSpPr>
        <p:grpSp>
          <p:nvGrpSpPr>
            <p:cNvPr id="26" name="Group 25">
              <a:extLst>
                <a:ext uri="{FF2B5EF4-FFF2-40B4-BE49-F238E27FC236}">
                  <a16:creationId xmlns:a16="http://schemas.microsoft.com/office/drawing/2014/main" id="{6EEBC1AE-E0F3-7C52-FF7C-B11CC6228C91}"/>
                </a:ext>
              </a:extLst>
            </p:cNvPr>
            <p:cNvGrpSpPr/>
            <p:nvPr/>
          </p:nvGrpSpPr>
          <p:grpSpPr>
            <a:xfrm>
              <a:off x="0" y="1895884"/>
              <a:ext cx="990534" cy="109738"/>
              <a:chOff x="0" y="1916904"/>
              <a:chExt cx="990534" cy="109738"/>
            </a:xfrm>
            <a:grpFill/>
          </p:grpSpPr>
          <p:cxnSp>
            <p:nvCxnSpPr>
              <p:cNvPr id="30" name="Straight Connector 29">
                <a:extLst>
                  <a:ext uri="{FF2B5EF4-FFF2-40B4-BE49-F238E27FC236}">
                    <a16:creationId xmlns:a16="http://schemas.microsoft.com/office/drawing/2014/main" id="{CA6AAA2D-70C8-08E5-0F51-C83CB7408DF5}"/>
                  </a:ext>
                </a:extLst>
              </p:cNvPr>
              <p:cNvCxnSpPr>
                <a:cxnSpLocks/>
              </p:cNvCxnSpPr>
              <p:nvPr/>
            </p:nvCxnSpPr>
            <p:spPr>
              <a:xfrm>
                <a:off x="0" y="1971773"/>
                <a:ext cx="935665"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09631485-720E-6B33-67FD-1ED87FA07533}"/>
                  </a:ext>
                </a:extLst>
              </p:cNvPr>
              <p:cNvSpPr/>
              <p:nvPr/>
            </p:nvSpPr>
            <p:spPr>
              <a:xfrm>
                <a:off x="880796" y="1916904"/>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nvGrpSpPr>
            <p:cNvPr id="27" name="Group 26">
              <a:extLst>
                <a:ext uri="{FF2B5EF4-FFF2-40B4-BE49-F238E27FC236}">
                  <a16:creationId xmlns:a16="http://schemas.microsoft.com/office/drawing/2014/main" id="{297947A4-0AF5-F8DE-BFCD-0B9468A2055B}"/>
                </a:ext>
              </a:extLst>
            </p:cNvPr>
            <p:cNvGrpSpPr/>
            <p:nvPr/>
          </p:nvGrpSpPr>
          <p:grpSpPr>
            <a:xfrm>
              <a:off x="0" y="1693028"/>
              <a:ext cx="1926199" cy="109738"/>
              <a:chOff x="0" y="5684119"/>
              <a:chExt cx="1926199" cy="109738"/>
            </a:xfrm>
            <a:grpFill/>
          </p:grpSpPr>
          <p:cxnSp>
            <p:nvCxnSpPr>
              <p:cNvPr id="28" name="Straight Connector 27">
                <a:extLst>
                  <a:ext uri="{FF2B5EF4-FFF2-40B4-BE49-F238E27FC236}">
                    <a16:creationId xmlns:a16="http://schemas.microsoft.com/office/drawing/2014/main" id="{C008A7FC-0163-DC5A-97C5-032A15BFDCA0}"/>
                  </a:ext>
                </a:extLst>
              </p:cNvPr>
              <p:cNvCxnSpPr>
                <a:cxnSpLocks/>
              </p:cNvCxnSpPr>
              <p:nvPr/>
            </p:nvCxnSpPr>
            <p:spPr>
              <a:xfrm>
                <a:off x="0" y="5738988"/>
                <a:ext cx="1871330" cy="0"/>
              </a:xfrm>
              <a:prstGeom prst="line">
                <a:avLst/>
              </a:prstGeom>
              <a:grpFill/>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F9403B3-E283-F761-5368-2AB71E60E49B}"/>
                  </a:ext>
                </a:extLst>
              </p:cNvPr>
              <p:cNvSpPr/>
              <p:nvPr/>
            </p:nvSpPr>
            <p:spPr>
              <a:xfrm>
                <a:off x="1816461" y="5684119"/>
                <a:ext cx="109738" cy="109738"/>
              </a:xfrm>
              <a:prstGeom prst="ellips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grpSp>
      </p:grpSp>
    </p:spTree>
    <p:extLst>
      <p:ext uri="{BB962C8B-B14F-4D97-AF65-F5344CB8AC3E}">
        <p14:creationId xmlns:p14="http://schemas.microsoft.com/office/powerpoint/2010/main" val="2029920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E68CDA0-1A45-F797-A1CB-4BD8E9DCFFB4}"/>
              </a:ext>
            </a:extLst>
          </p:cNvPr>
          <p:cNvSpPr>
            <a:spLocks noGrp="1"/>
          </p:cNvSpPr>
          <p:nvPr>
            <p:ph type="body" sz="quarter" idx="10"/>
          </p:nvPr>
        </p:nvSpPr>
        <p:spPr/>
        <p:txBody>
          <a:bodyPr/>
          <a:lstStyle/>
          <a:p>
            <a:pPr marL="0" indent="0">
              <a:buNone/>
            </a:pPr>
            <a:endParaRPr lang="en-US"/>
          </a:p>
        </p:txBody>
      </p:sp>
    </p:spTree>
    <p:extLst>
      <p:ext uri="{BB962C8B-B14F-4D97-AF65-F5344CB8AC3E}">
        <p14:creationId xmlns:p14="http://schemas.microsoft.com/office/powerpoint/2010/main" val="3305288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15E28D6-003C-B39B-7894-03F6545EA10B}"/>
              </a:ext>
            </a:extLst>
          </p:cNvPr>
          <p:cNvSpPr/>
          <p:nvPr/>
        </p:nvSpPr>
        <p:spPr>
          <a:xfrm>
            <a:off x="3353560" y="687089"/>
            <a:ext cx="5483821" cy="54838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3" name="Arc 2">
            <a:extLst>
              <a:ext uri="{FF2B5EF4-FFF2-40B4-BE49-F238E27FC236}">
                <a16:creationId xmlns:a16="http://schemas.microsoft.com/office/drawing/2014/main" id="{DD63A046-EEE1-8BBE-A384-9AF478ABB657}"/>
              </a:ext>
            </a:extLst>
          </p:cNvPr>
          <p:cNvSpPr/>
          <p:nvPr/>
        </p:nvSpPr>
        <p:spPr>
          <a:xfrm>
            <a:off x="3139983" y="473973"/>
            <a:ext cx="5910050" cy="5910047"/>
          </a:xfrm>
          <a:prstGeom prst="arc">
            <a:avLst>
              <a:gd name="adj1" fmla="val 7295889"/>
              <a:gd name="adj2" fmla="val 12883953"/>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4" name="Arc 3">
            <a:extLst>
              <a:ext uri="{FF2B5EF4-FFF2-40B4-BE49-F238E27FC236}">
                <a16:creationId xmlns:a16="http://schemas.microsoft.com/office/drawing/2014/main" id="{8E67D8B7-0743-358D-FBC0-FD69670A8EDD}"/>
              </a:ext>
            </a:extLst>
          </p:cNvPr>
          <p:cNvSpPr/>
          <p:nvPr/>
        </p:nvSpPr>
        <p:spPr>
          <a:xfrm>
            <a:off x="3139983" y="473973"/>
            <a:ext cx="5910050" cy="5910047"/>
          </a:xfrm>
          <a:prstGeom prst="arc">
            <a:avLst>
              <a:gd name="adj1" fmla="val 13184922"/>
              <a:gd name="adj2" fmla="val 14888093"/>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5" name="Arc 4">
            <a:extLst>
              <a:ext uri="{FF2B5EF4-FFF2-40B4-BE49-F238E27FC236}">
                <a16:creationId xmlns:a16="http://schemas.microsoft.com/office/drawing/2014/main" id="{942A5BEF-1463-5825-0CC0-D0E9999D72F7}"/>
              </a:ext>
            </a:extLst>
          </p:cNvPr>
          <p:cNvSpPr/>
          <p:nvPr/>
        </p:nvSpPr>
        <p:spPr>
          <a:xfrm>
            <a:off x="3139983" y="473973"/>
            <a:ext cx="5910050" cy="5910047"/>
          </a:xfrm>
          <a:prstGeom prst="arc">
            <a:avLst>
              <a:gd name="adj1" fmla="val 18484116"/>
              <a:gd name="adj2" fmla="val 1749486"/>
            </a:avLst>
          </a:prstGeom>
          <a:noFill/>
          <a:ln w="12700">
            <a:solidFill>
              <a:srgbClr val="0014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6" name="Arc 5">
            <a:extLst>
              <a:ext uri="{FF2B5EF4-FFF2-40B4-BE49-F238E27FC236}">
                <a16:creationId xmlns:a16="http://schemas.microsoft.com/office/drawing/2014/main" id="{0EBC8619-0F72-7BEC-5B20-420C4A31C638}"/>
              </a:ext>
            </a:extLst>
          </p:cNvPr>
          <p:cNvSpPr/>
          <p:nvPr/>
        </p:nvSpPr>
        <p:spPr>
          <a:xfrm>
            <a:off x="2985329" y="319319"/>
            <a:ext cx="6219360" cy="6219356"/>
          </a:xfrm>
          <a:prstGeom prst="arc">
            <a:avLst>
              <a:gd name="adj1" fmla="val 21521926"/>
              <a:gd name="adj2" fmla="val 3651019"/>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7" name="Arc 6">
            <a:extLst>
              <a:ext uri="{FF2B5EF4-FFF2-40B4-BE49-F238E27FC236}">
                <a16:creationId xmlns:a16="http://schemas.microsoft.com/office/drawing/2014/main" id="{8B51E9B2-AF4D-7CD9-5A87-88CBE288994D}"/>
              </a:ext>
            </a:extLst>
          </p:cNvPr>
          <p:cNvSpPr/>
          <p:nvPr/>
        </p:nvSpPr>
        <p:spPr>
          <a:xfrm>
            <a:off x="2985329" y="319319"/>
            <a:ext cx="6219360" cy="6219356"/>
          </a:xfrm>
          <a:prstGeom prst="arc">
            <a:avLst>
              <a:gd name="adj1" fmla="val 19445253"/>
              <a:gd name="adj2" fmla="val 20939479"/>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8" name="Arc 7">
            <a:extLst>
              <a:ext uri="{FF2B5EF4-FFF2-40B4-BE49-F238E27FC236}">
                <a16:creationId xmlns:a16="http://schemas.microsoft.com/office/drawing/2014/main" id="{B507423E-946F-252B-6403-3898EFA602A7}"/>
              </a:ext>
            </a:extLst>
          </p:cNvPr>
          <p:cNvSpPr/>
          <p:nvPr/>
        </p:nvSpPr>
        <p:spPr>
          <a:xfrm>
            <a:off x="2985329" y="319319"/>
            <a:ext cx="6219360" cy="6219356"/>
          </a:xfrm>
          <a:prstGeom prst="arc">
            <a:avLst>
              <a:gd name="adj1" fmla="val 8363423"/>
              <a:gd name="adj2" fmla="val 13990678"/>
            </a:avLst>
          </a:prstGeom>
          <a:noFill/>
          <a:ln w="12700">
            <a:solidFill>
              <a:srgbClr val="0014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9" name="Arc 8">
            <a:extLst>
              <a:ext uri="{FF2B5EF4-FFF2-40B4-BE49-F238E27FC236}">
                <a16:creationId xmlns:a16="http://schemas.microsoft.com/office/drawing/2014/main" id="{8F88B169-8116-8490-5BE2-7C553D0A3D51}"/>
              </a:ext>
            </a:extLst>
          </p:cNvPr>
          <p:cNvSpPr/>
          <p:nvPr/>
        </p:nvSpPr>
        <p:spPr>
          <a:xfrm>
            <a:off x="2830674" y="164664"/>
            <a:ext cx="6528669" cy="6528665"/>
          </a:xfrm>
          <a:prstGeom prst="arc">
            <a:avLst>
              <a:gd name="adj1" fmla="val 7981123"/>
              <a:gd name="adj2" fmla="val 11304481"/>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0" name="Arc 9">
            <a:extLst>
              <a:ext uri="{FF2B5EF4-FFF2-40B4-BE49-F238E27FC236}">
                <a16:creationId xmlns:a16="http://schemas.microsoft.com/office/drawing/2014/main" id="{EE27BE85-B645-D813-2610-243274ED8DE6}"/>
              </a:ext>
            </a:extLst>
          </p:cNvPr>
          <p:cNvSpPr/>
          <p:nvPr/>
        </p:nvSpPr>
        <p:spPr>
          <a:xfrm>
            <a:off x="2830674" y="164664"/>
            <a:ext cx="6528669" cy="6528665"/>
          </a:xfrm>
          <a:prstGeom prst="arc">
            <a:avLst>
              <a:gd name="adj1" fmla="val 20052692"/>
              <a:gd name="adj2" fmla="val 1285002"/>
            </a:avLst>
          </a:pr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1" name="Oval 10">
            <a:extLst>
              <a:ext uri="{FF2B5EF4-FFF2-40B4-BE49-F238E27FC236}">
                <a16:creationId xmlns:a16="http://schemas.microsoft.com/office/drawing/2014/main" id="{B681D54F-6BD6-5A7E-3CFF-D86E145CF1A4}"/>
              </a:ext>
            </a:extLst>
          </p:cNvPr>
          <p:cNvSpPr/>
          <p:nvPr/>
        </p:nvSpPr>
        <p:spPr>
          <a:xfrm>
            <a:off x="2821008" y="2905997"/>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sp>
        <p:nvSpPr>
          <p:cNvPr id="12" name="Oval 11">
            <a:extLst>
              <a:ext uri="{FF2B5EF4-FFF2-40B4-BE49-F238E27FC236}">
                <a16:creationId xmlns:a16="http://schemas.microsoft.com/office/drawing/2014/main" id="{F4C17755-F106-11DF-4434-81BA6192FA14}"/>
              </a:ext>
            </a:extLst>
          </p:cNvPr>
          <p:cNvSpPr/>
          <p:nvPr/>
        </p:nvSpPr>
        <p:spPr>
          <a:xfrm>
            <a:off x="3816602" y="5767121"/>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3" name="Oval 12">
            <a:extLst>
              <a:ext uri="{FF2B5EF4-FFF2-40B4-BE49-F238E27FC236}">
                <a16:creationId xmlns:a16="http://schemas.microsoft.com/office/drawing/2014/main" id="{A279AD33-2D45-41E7-F631-C598822A90F7}"/>
              </a:ext>
            </a:extLst>
          </p:cNvPr>
          <p:cNvSpPr/>
          <p:nvPr/>
        </p:nvSpPr>
        <p:spPr>
          <a:xfrm>
            <a:off x="3690944" y="5409480"/>
            <a:ext cx="99762" cy="99762"/>
          </a:xfrm>
          <a:prstGeom prst="ellipse">
            <a:avLst/>
          </a:prstGeom>
          <a:solidFill>
            <a:srgbClr val="00144A"/>
          </a:solidFill>
          <a:ln>
            <a:solidFill>
              <a:srgbClr val="0014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4" name="Oval 13">
            <a:extLst>
              <a:ext uri="{FF2B5EF4-FFF2-40B4-BE49-F238E27FC236}">
                <a16:creationId xmlns:a16="http://schemas.microsoft.com/office/drawing/2014/main" id="{6D9639CF-60AC-8443-EDFF-807C9DCB7B28}"/>
              </a:ext>
            </a:extLst>
          </p:cNvPr>
          <p:cNvSpPr/>
          <p:nvPr/>
        </p:nvSpPr>
        <p:spPr>
          <a:xfrm>
            <a:off x="4502885" y="5902445"/>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5" name="Oval 14">
            <a:extLst>
              <a:ext uri="{FF2B5EF4-FFF2-40B4-BE49-F238E27FC236}">
                <a16:creationId xmlns:a16="http://schemas.microsoft.com/office/drawing/2014/main" id="{C721AB41-DE55-48C1-2A35-B2F5C5D3AEDA}"/>
              </a:ext>
            </a:extLst>
          </p:cNvPr>
          <p:cNvSpPr/>
          <p:nvPr/>
        </p:nvSpPr>
        <p:spPr>
          <a:xfrm>
            <a:off x="3613616" y="1697751"/>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6" name="Oval 15">
            <a:extLst>
              <a:ext uri="{FF2B5EF4-FFF2-40B4-BE49-F238E27FC236}">
                <a16:creationId xmlns:a16="http://schemas.microsoft.com/office/drawing/2014/main" id="{5312C42B-5692-EB45-5FDC-44DAD35FDBDE}"/>
              </a:ext>
            </a:extLst>
          </p:cNvPr>
          <p:cNvSpPr/>
          <p:nvPr/>
        </p:nvSpPr>
        <p:spPr>
          <a:xfrm>
            <a:off x="3777938" y="1494766"/>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7" name="Oval 16">
            <a:extLst>
              <a:ext uri="{FF2B5EF4-FFF2-40B4-BE49-F238E27FC236}">
                <a16:creationId xmlns:a16="http://schemas.microsoft.com/office/drawing/2014/main" id="{1B7CA37F-3DD5-1468-2DAF-0F4D819DF295}"/>
              </a:ext>
            </a:extLst>
          </p:cNvPr>
          <p:cNvSpPr/>
          <p:nvPr/>
        </p:nvSpPr>
        <p:spPr>
          <a:xfrm>
            <a:off x="4947520" y="644162"/>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8" name="Oval 17">
            <a:extLst>
              <a:ext uri="{FF2B5EF4-FFF2-40B4-BE49-F238E27FC236}">
                <a16:creationId xmlns:a16="http://schemas.microsoft.com/office/drawing/2014/main" id="{97F00E70-A9BF-E7E6-EA53-DB0D012C7AAB}"/>
              </a:ext>
            </a:extLst>
          </p:cNvPr>
          <p:cNvSpPr/>
          <p:nvPr/>
        </p:nvSpPr>
        <p:spPr>
          <a:xfrm>
            <a:off x="4183908" y="895477"/>
            <a:ext cx="99762" cy="99762"/>
          </a:xfrm>
          <a:prstGeom prst="ellipse">
            <a:avLst/>
          </a:prstGeom>
          <a:solidFill>
            <a:srgbClr val="00144A"/>
          </a:solidFill>
          <a:ln>
            <a:solidFill>
              <a:srgbClr val="0014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9" name="Oval 18">
            <a:extLst>
              <a:ext uri="{FF2B5EF4-FFF2-40B4-BE49-F238E27FC236}">
                <a16:creationId xmlns:a16="http://schemas.microsoft.com/office/drawing/2014/main" id="{E7C9E2F0-963A-33A9-3AC2-5963DA224624}"/>
              </a:ext>
            </a:extLst>
          </p:cNvPr>
          <p:cNvSpPr/>
          <p:nvPr/>
        </p:nvSpPr>
        <p:spPr>
          <a:xfrm>
            <a:off x="7866640" y="1050132"/>
            <a:ext cx="99762" cy="99762"/>
          </a:xfrm>
          <a:prstGeom prst="ellipse">
            <a:avLst/>
          </a:prstGeom>
          <a:solidFill>
            <a:srgbClr val="00144A"/>
          </a:solidFill>
          <a:ln>
            <a:solidFill>
              <a:srgbClr val="0014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20" name="Oval 19">
            <a:extLst>
              <a:ext uri="{FF2B5EF4-FFF2-40B4-BE49-F238E27FC236}">
                <a16:creationId xmlns:a16="http://schemas.microsoft.com/office/drawing/2014/main" id="{E51E3127-3A18-E5B6-6CAE-50408A965B80}"/>
              </a:ext>
            </a:extLst>
          </p:cNvPr>
          <p:cNvSpPr/>
          <p:nvPr/>
        </p:nvSpPr>
        <p:spPr>
          <a:xfrm>
            <a:off x="8630251" y="4819858"/>
            <a:ext cx="99762" cy="99762"/>
          </a:xfrm>
          <a:prstGeom prst="ellipse">
            <a:avLst/>
          </a:prstGeom>
          <a:solidFill>
            <a:srgbClr val="00144A"/>
          </a:solidFill>
          <a:ln>
            <a:solidFill>
              <a:srgbClr val="00144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sp>
        <p:nvSpPr>
          <p:cNvPr id="21" name="Oval 20">
            <a:extLst>
              <a:ext uri="{FF2B5EF4-FFF2-40B4-BE49-F238E27FC236}">
                <a16:creationId xmlns:a16="http://schemas.microsoft.com/office/drawing/2014/main" id="{18E30E83-95CF-DB6E-E9BD-EAC0EC420C7F}"/>
              </a:ext>
            </a:extLst>
          </p:cNvPr>
          <p:cNvSpPr/>
          <p:nvPr/>
        </p:nvSpPr>
        <p:spPr>
          <a:xfrm>
            <a:off x="8572255" y="1562428"/>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22" name="Oval 21">
            <a:extLst>
              <a:ext uri="{FF2B5EF4-FFF2-40B4-BE49-F238E27FC236}">
                <a16:creationId xmlns:a16="http://schemas.microsoft.com/office/drawing/2014/main" id="{0F096280-C52F-3D3A-1EA5-5084C8623462}"/>
              </a:ext>
            </a:extLst>
          </p:cNvPr>
          <p:cNvSpPr/>
          <p:nvPr/>
        </p:nvSpPr>
        <p:spPr>
          <a:xfrm>
            <a:off x="8987892" y="1968398"/>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sp>
        <p:nvSpPr>
          <p:cNvPr id="23" name="Oval 22">
            <a:extLst>
              <a:ext uri="{FF2B5EF4-FFF2-40B4-BE49-F238E27FC236}">
                <a16:creationId xmlns:a16="http://schemas.microsoft.com/office/drawing/2014/main" id="{DE02905B-D47E-8498-7446-9084F2037124}"/>
              </a:ext>
            </a:extLst>
          </p:cNvPr>
          <p:cNvSpPr/>
          <p:nvPr/>
        </p:nvSpPr>
        <p:spPr>
          <a:xfrm>
            <a:off x="9094217" y="2761007"/>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sp>
        <p:nvSpPr>
          <p:cNvPr id="24" name="Oval 23">
            <a:extLst>
              <a:ext uri="{FF2B5EF4-FFF2-40B4-BE49-F238E27FC236}">
                <a16:creationId xmlns:a16="http://schemas.microsoft.com/office/drawing/2014/main" id="{2F923E72-6B4E-5D93-DE26-ECDC7C174B32}"/>
              </a:ext>
            </a:extLst>
          </p:cNvPr>
          <p:cNvSpPr/>
          <p:nvPr/>
        </p:nvSpPr>
        <p:spPr>
          <a:xfrm>
            <a:off x="9152213" y="3311967"/>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sp>
        <p:nvSpPr>
          <p:cNvPr id="26" name="Oval 25">
            <a:extLst>
              <a:ext uri="{FF2B5EF4-FFF2-40B4-BE49-F238E27FC236}">
                <a16:creationId xmlns:a16="http://schemas.microsoft.com/office/drawing/2014/main" id="{AA48DC60-96D0-9FFF-4D8D-BB431AA96ED0}"/>
              </a:ext>
            </a:extLst>
          </p:cNvPr>
          <p:cNvSpPr/>
          <p:nvPr/>
        </p:nvSpPr>
        <p:spPr>
          <a:xfrm>
            <a:off x="7566995" y="6095764"/>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27" name="Oval 26">
            <a:extLst>
              <a:ext uri="{FF2B5EF4-FFF2-40B4-BE49-F238E27FC236}">
                <a16:creationId xmlns:a16="http://schemas.microsoft.com/office/drawing/2014/main" id="{5D9B9C49-E6B5-B450-4E29-9D2D42190CD3}"/>
              </a:ext>
            </a:extLst>
          </p:cNvPr>
          <p:cNvSpPr/>
          <p:nvPr/>
        </p:nvSpPr>
        <p:spPr>
          <a:xfrm>
            <a:off x="9084551" y="4568543"/>
            <a:ext cx="99762" cy="997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cs typeface="72" panose="020B0503030000000003" pitchFamily="34" charset="0"/>
            </a:endParaRPr>
          </a:p>
        </p:txBody>
      </p:sp>
      <p:sp>
        <p:nvSpPr>
          <p:cNvPr id="28" name="TextBox 27">
            <a:extLst>
              <a:ext uri="{FF2B5EF4-FFF2-40B4-BE49-F238E27FC236}">
                <a16:creationId xmlns:a16="http://schemas.microsoft.com/office/drawing/2014/main" id="{5010C119-7D15-5158-4A3A-4B37E367796A}"/>
              </a:ext>
            </a:extLst>
          </p:cNvPr>
          <p:cNvSpPr txBox="1"/>
          <p:nvPr/>
        </p:nvSpPr>
        <p:spPr>
          <a:xfrm>
            <a:off x="3558639" y="2899952"/>
            <a:ext cx="5073663" cy="880500"/>
          </a:xfrm>
          <a:prstGeom prst="rect">
            <a:avLst/>
          </a:prstGeom>
          <a:noFill/>
        </p:spPr>
        <p:txBody>
          <a:bodyPr wrap="square" lIns="0" tIns="0" rIns="0" bIns="0" rtlCol="0" anchor="b">
            <a:noAutofit/>
          </a:bodyPr>
          <a:lstStyle/>
          <a:p>
            <a:pPr algn="ctr">
              <a:lnSpc>
                <a:spcPct val="90000"/>
              </a:lnSpc>
            </a:pPr>
            <a:r>
              <a:rPr lang="en-US" sz="6000">
                <a:solidFill>
                  <a:srgbClr val="00144A"/>
                </a:solidFill>
                <a:latin typeface="72" panose="020B0503030000000003" pitchFamily="34" charset="0"/>
                <a:ea typeface="Roboto" panose="02000000000000000000" pitchFamily="2" charset="0"/>
                <a:cs typeface="72" panose="020B0503030000000003" pitchFamily="34" charset="0"/>
              </a:rPr>
              <a:t>Break Slide</a:t>
            </a:r>
          </a:p>
        </p:txBody>
      </p:sp>
      <p:sp>
        <p:nvSpPr>
          <p:cNvPr id="29" name="TextBox 28">
            <a:extLst>
              <a:ext uri="{FF2B5EF4-FFF2-40B4-BE49-F238E27FC236}">
                <a16:creationId xmlns:a16="http://schemas.microsoft.com/office/drawing/2014/main" id="{79FC7CC2-E36A-2EC2-61E0-D69B7C256E28}"/>
              </a:ext>
            </a:extLst>
          </p:cNvPr>
          <p:cNvSpPr txBox="1"/>
          <p:nvPr/>
        </p:nvSpPr>
        <p:spPr>
          <a:xfrm>
            <a:off x="3558639" y="3932350"/>
            <a:ext cx="5073663" cy="212820"/>
          </a:xfrm>
          <a:prstGeom prst="rect">
            <a:avLst/>
          </a:prstGeom>
          <a:noFill/>
        </p:spPr>
        <p:txBody>
          <a:bodyPr wrap="square" lIns="0" tIns="0" rIns="0" bIns="0" rtlCol="0">
            <a:noAutofit/>
          </a:bodyPr>
          <a:lstStyle/>
          <a:p>
            <a:pPr algn="ctr"/>
            <a:r>
              <a:rPr lang="en-US" sz="1400">
                <a:solidFill>
                  <a:srgbClr val="00144A"/>
                </a:solidFill>
                <a:latin typeface="72" panose="020B0503030000000003" pitchFamily="34" charset="0"/>
                <a:ea typeface="Roboto Light" panose="02000000000000000000" pitchFamily="2" charset="0"/>
                <a:cs typeface="72" panose="020B0503030000000003" pitchFamily="34" charset="0"/>
              </a:rPr>
              <a:t>Let’s take a 5-minute break!</a:t>
            </a:r>
          </a:p>
        </p:txBody>
      </p:sp>
    </p:spTree>
    <p:extLst>
      <p:ext uri="{BB962C8B-B14F-4D97-AF65-F5344CB8AC3E}">
        <p14:creationId xmlns:p14="http://schemas.microsoft.com/office/powerpoint/2010/main" val="220199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5">
            <a:extLst>
              <a:ext uri="{FF2B5EF4-FFF2-40B4-BE49-F238E27FC236}">
                <a16:creationId xmlns:a16="http://schemas.microsoft.com/office/drawing/2014/main" id="{2C2F4221-BDB6-F8AC-FF3C-F4EC7C24CC62}"/>
              </a:ext>
            </a:extLst>
          </p:cNvPr>
          <p:cNvSpPr>
            <a:spLocks noChangeArrowheads="1"/>
          </p:cNvSpPr>
          <p:nvPr/>
        </p:nvSpPr>
        <p:spPr bwMode="auto">
          <a:xfrm>
            <a:off x="407988" y="1190951"/>
            <a:ext cx="2473372" cy="1113708"/>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1" name="Rectangle 6">
            <a:extLst>
              <a:ext uri="{FF2B5EF4-FFF2-40B4-BE49-F238E27FC236}">
                <a16:creationId xmlns:a16="http://schemas.microsoft.com/office/drawing/2014/main" id="{CB2C58FC-7E1F-F461-B86D-E26E695FA036}"/>
              </a:ext>
            </a:extLst>
          </p:cNvPr>
          <p:cNvSpPr>
            <a:spLocks noChangeArrowheads="1"/>
          </p:cNvSpPr>
          <p:nvPr/>
        </p:nvSpPr>
        <p:spPr bwMode="auto">
          <a:xfrm>
            <a:off x="407988" y="2493120"/>
            <a:ext cx="2473372" cy="1118361"/>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2" name="Rectangle 7">
            <a:extLst>
              <a:ext uri="{FF2B5EF4-FFF2-40B4-BE49-F238E27FC236}">
                <a16:creationId xmlns:a16="http://schemas.microsoft.com/office/drawing/2014/main" id="{2A9BBDEE-1054-EC56-8088-FF5CE5F45156}"/>
              </a:ext>
            </a:extLst>
          </p:cNvPr>
          <p:cNvSpPr>
            <a:spLocks noChangeArrowheads="1"/>
          </p:cNvSpPr>
          <p:nvPr/>
        </p:nvSpPr>
        <p:spPr bwMode="auto">
          <a:xfrm>
            <a:off x="407988" y="3800718"/>
            <a:ext cx="2473372" cy="1118361"/>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3" name="Rectangle 8">
            <a:extLst>
              <a:ext uri="{FF2B5EF4-FFF2-40B4-BE49-F238E27FC236}">
                <a16:creationId xmlns:a16="http://schemas.microsoft.com/office/drawing/2014/main" id="{B42740BB-60C9-7038-63CD-2D7E2AD3A9AF}"/>
              </a:ext>
            </a:extLst>
          </p:cNvPr>
          <p:cNvSpPr>
            <a:spLocks noChangeArrowheads="1"/>
          </p:cNvSpPr>
          <p:nvPr/>
        </p:nvSpPr>
        <p:spPr bwMode="auto">
          <a:xfrm>
            <a:off x="407988" y="5107540"/>
            <a:ext cx="2473372" cy="1109830"/>
          </a:xfrm>
          <a:prstGeom prst="rect">
            <a:avLst/>
          </a:prstGeom>
          <a:solidFill>
            <a:schemeClr val="accent5"/>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4" name="Freeform 9">
            <a:extLst>
              <a:ext uri="{FF2B5EF4-FFF2-40B4-BE49-F238E27FC236}">
                <a16:creationId xmlns:a16="http://schemas.microsoft.com/office/drawing/2014/main" id="{D3D1AFC1-E8EF-F4CB-6D18-B3394FB29258}"/>
              </a:ext>
            </a:extLst>
          </p:cNvPr>
          <p:cNvSpPr>
            <a:spLocks/>
          </p:cNvSpPr>
          <p:nvPr/>
        </p:nvSpPr>
        <p:spPr bwMode="auto">
          <a:xfrm>
            <a:off x="2881360" y="1190951"/>
            <a:ext cx="1721845" cy="2325911"/>
          </a:xfrm>
          <a:custGeom>
            <a:avLst/>
            <a:gdLst>
              <a:gd name="T0" fmla="*/ 604 w 7013"/>
              <a:gd name="T1" fmla="*/ 725 h 8997"/>
              <a:gd name="T2" fmla="*/ 1421 w 7013"/>
              <a:gd name="T3" fmla="*/ 1705 h 8997"/>
              <a:gd name="T4" fmla="*/ 2135 w 7013"/>
              <a:gd name="T5" fmla="*/ 2562 h 8997"/>
              <a:gd name="T6" fmla="*/ 2756 w 7013"/>
              <a:gd name="T7" fmla="*/ 3308 h 8997"/>
              <a:gd name="T8" fmla="*/ 3294 w 7013"/>
              <a:gd name="T9" fmla="*/ 3953 h 8997"/>
              <a:gd name="T10" fmla="*/ 3717 w 7013"/>
              <a:gd name="T11" fmla="*/ 4461 h 8997"/>
              <a:gd name="T12" fmla="*/ 4019 w 7013"/>
              <a:gd name="T13" fmla="*/ 4822 h 8997"/>
              <a:gd name="T14" fmla="*/ 4296 w 7013"/>
              <a:gd name="T15" fmla="*/ 5155 h 8997"/>
              <a:gd name="T16" fmla="*/ 4551 w 7013"/>
              <a:gd name="T17" fmla="*/ 5460 h 8997"/>
              <a:gd name="T18" fmla="*/ 4784 w 7013"/>
              <a:gd name="T19" fmla="*/ 5739 h 8997"/>
              <a:gd name="T20" fmla="*/ 4997 w 7013"/>
              <a:gd name="T21" fmla="*/ 5995 h 8997"/>
              <a:gd name="T22" fmla="*/ 5276 w 7013"/>
              <a:gd name="T23" fmla="*/ 6330 h 8997"/>
              <a:gd name="T24" fmla="*/ 5526 w 7013"/>
              <a:gd name="T25" fmla="*/ 6630 h 8997"/>
              <a:gd name="T26" fmla="*/ 5749 w 7013"/>
              <a:gd name="T27" fmla="*/ 6899 h 8997"/>
              <a:gd name="T28" fmla="*/ 5947 w 7013"/>
              <a:gd name="T29" fmla="*/ 7137 h 8997"/>
              <a:gd name="T30" fmla="*/ 6124 w 7013"/>
              <a:gd name="T31" fmla="*/ 7347 h 8997"/>
              <a:gd name="T32" fmla="*/ 6331 w 7013"/>
              <a:gd name="T33" fmla="*/ 7596 h 8997"/>
              <a:gd name="T34" fmla="*/ 6535 w 7013"/>
              <a:gd name="T35" fmla="*/ 7840 h 8997"/>
              <a:gd name="T36" fmla="*/ 6709 w 7013"/>
              <a:gd name="T37" fmla="*/ 8048 h 8997"/>
              <a:gd name="T38" fmla="*/ 6775 w 7013"/>
              <a:gd name="T39" fmla="*/ 8128 h 8997"/>
              <a:gd name="T40" fmla="*/ 6838 w 7013"/>
              <a:gd name="T41" fmla="*/ 8204 h 8997"/>
              <a:gd name="T42" fmla="*/ 6913 w 7013"/>
              <a:gd name="T43" fmla="*/ 8295 h 8997"/>
              <a:gd name="T44" fmla="*/ 7013 w 7013"/>
              <a:gd name="T45" fmla="*/ 8413 h 8997"/>
              <a:gd name="T46" fmla="*/ 7013 w 7013"/>
              <a:gd name="T47" fmla="*/ 8634 h 8997"/>
              <a:gd name="T48" fmla="*/ 7013 w 7013"/>
              <a:gd name="T49" fmla="*/ 8851 h 8997"/>
              <a:gd name="T50" fmla="*/ 6981 w 7013"/>
              <a:gd name="T51" fmla="*/ 8975 h 8997"/>
              <a:gd name="T52" fmla="*/ 6878 w 7013"/>
              <a:gd name="T53" fmla="*/ 8907 h 8997"/>
              <a:gd name="T54" fmla="*/ 6754 w 7013"/>
              <a:gd name="T55" fmla="*/ 8823 h 8997"/>
              <a:gd name="T56" fmla="*/ 6597 w 7013"/>
              <a:gd name="T57" fmla="*/ 8719 h 8997"/>
              <a:gd name="T58" fmla="*/ 6404 w 7013"/>
              <a:gd name="T59" fmla="*/ 8589 h 8997"/>
              <a:gd name="T60" fmla="*/ 6178 w 7013"/>
              <a:gd name="T61" fmla="*/ 8438 h 8997"/>
              <a:gd name="T62" fmla="*/ 6009 w 7013"/>
              <a:gd name="T63" fmla="*/ 8325 h 8997"/>
              <a:gd name="T64" fmla="*/ 5818 w 7013"/>
              <a:gd name="T65" fmla="*/ 8198 h 8997"/>
              <a:gd name="T66" fmla="*/ 5602 w 7013"/>
              <a:gd name="T67" fmla="*/ 8053 h 8997"/>
              <a:gd name="T68" fmla="*/ 5360 w 7013"/>
              <a:gd name="T69" fmla="*/ 7891 h 8997"/>
              <a:gd name="T70" fmla="*/ 5089 w 7013"/>
              <a:gd name="T71" fmla="*/ 7710 h 8997"/>
              <a:gd name="T72" fmla="*/ 4660 w 7013"/>
              <a:gd name="T73" fmla="*/ 7424 h 8997"/>
              <a:gd name="T74" fmla="*/ 4039 w 7013"/>
              <a:gd name="T75" fmla="*/ 7008 h 8997"/>
              <a:gd name="T76" fmla="*/ 3242 w 7013"/>
              <a:gd name="T77" fmla="*/ 6476 h 8997"/>
              <a:gd name="T78" fmla="*/ 2235 w 7013"/>
              <a:gd name="T79" fmla="*/ 5801 h 8997"/>
              <a:gd name="T80" fmla="*/ 984 w 7013"/>
              <a:gd name="T81" fmla="*/ 4965 h 8997"/>
              <a:gd name="T82" fmla="*/ 0 w 7013"/>
              <a:gd name="T83" fmla="*/ 4038 h 8997"/>
              <a:gd name="T84" fmla="*/ 0 w 7013"/>
              <a:gd name="T85" fmla="*/ 3234 h 8997"/>
              <a:gd name="T86" fmla="*/ 0 w 7013"/>
              <a:gd name="T87" fmla="*/ 2427 h 8997"/>
              <a:gd name="T88" fmla="*/ 0 w 7013"/>
              <a:gd name="T89" fmla="*/ 1619 h 8997"/>
              <a:gd name="T90" fmla="*/ 0 w 7013"/>
              <a:gd name="T91" fmla="*/ 809 h 8997"/>
              <a:gd name="T92" fmla="*/ 0 w 7013"/>
              <a:gd name="T93" fmla="*/ 0 h 8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13" h="8997">
                <a:moveTo>
                  <a:pt x="0" y="0"/>
                </a:moveTo>
                <a:lnTo>
                  <a:pt x="309" y="371"/>
                </a:lnTo>
                <a:lnTo>
                  <a:pt x="604" y="725"/>
                </a:lnTo>
                <a:lnTo>
                  <a:pt x="888" y="1067"/>
                </a:lnTo>
                <a:lnTo>
                  <a:pt x="1160" y="1393"/>
                </a:lnTo>
                <a:lnTo>
                  <a:pt x="1421" y="1705"/>
                </a:lnTo>
                <a:lnTo>
                  <a:pt x="1670" y="2004"/>
                </a:lnTo>
                <a:lnTo>
                  <a:pt x="1908" y="2289"/>
                </a:lnTo>
                <a:lnTo>
                  <a:pt x="2135" y="2562"/>
                </a:lnTo>
                <a:lnTo>
                  <a:pt x="2351" y="2822"/>
                </a:lnTo>
                <a:lnTo>
                  <a:pt x="2559" y="3071"/>
                </a:lnTo>
                <a:lnTo>
                  <a:pt x="2756" y="3308"/>
                </a:lnTo>
                <a:lnTo>
                  <a:pt x="2944" y="3534"/>
                </a:lnTo>
                <a:lnTo>
                  <a:pt x="3124" y="3749"/>
                </a:lnTo>
                <a:lnTo>
                  <a:pt x="3294" y="3953"/>
                </a:lnTo>
                <a:lnTo>
                  <a:pt x="3457" y="4149"/>
                </a:lnTo>
                <a:lnTo>
                  <a:pt x="3612" y="4333"/>
                </a:lnTo>
                <a:lnTo>
                  <a:pt x="3717" y="4461"/>
                </a:lnTo>
                <a:lnTo>
                  <a:pt x="3821" y="4585"/>
                </a:lnTo>
                <a:lnTo>
                  <a:pt x="3921" y="4705"/>
                </a:lnTo>
                <a:lnTo>
                  <a:pt x="4019" y="4822"/>
                </a:lnTo>
                <a:lnTo>
                  <a:pt x="4113" y="4936"/>
                </a:lnTo>
                <a:lnTo>
                  <a:pt x="4206" y="5047"/>
                </a:lnTo>
                <a:lnTo>
                  <a:pt x="4296" y="5155"/>
                </a:lnTo>
                <a:lnTo>
                  <a:pt x="4383" y="5259"/>
                </a:lnTo>
                <a:lnTo>
                  <a:pt x="4468" y="5361"/>
                </a:lnTo>
                <a:lnTo>
                  <a:pt x="4551" y="5460"/>
                </a:lnTo>
                <a:lnTo>
                  <a:pt x="4631" y="5556"/>
                </a:lnTo>
                <a:lnTo>
                  <a:pt x="4709" y="5649"/>
                </a:lnTo>
                <a:lnTo>
                  <a:pt x="4784" y="5739"/>
                </a:lnTo>
                <a:lnTo>
                  <a:pt x="4857" y="5827"/>
                </a:lnTo>
                <a:lnTo>
                  <a:pt x="4928" y="5912"/>
                </a:lnTo>
                <a:lnTo>
                  <a:pt x="4997" y="5995"/>
                </a:lnTo>
                <a:lnTo>
                  <a:pt x="5093" y="6110"/>
                </a:lnTo>
                <a:lnTo>
                  <a:pt x="5187" y="6222"/>
                </a:lnTo>
                <a:lnTo>
                  <a:pt x="5276" y="6330"/>
                </a:lnTo>
                <a:lnTo>
                  <a:pt x="5363" y="6433"/>
                </a:lnTo>
                <a:lnTo>
                  <a:pt x="5445" y="6534"/>
                </a:lnTo>
                <a:lnTo>
                  <a:pt x="5526" y="6630"/>
                </a:lnTo>
                <a:lnTo>
                  <a:pt x="5603" y="6722"/>
                </a:lnTo>
                <a:lnTo>
                  <a:pt x="5678" y="6812"/>
                </a:lnTo>
                <a:lnTo>
                  <a:pt x="5749" y="6899"/>
                </a:lnTo>
                <a:lnTo>
                  <a:pt x="5818" y="6981"/>
                </a:lnTo>
                <a:lnTo>
                  <a:pt x="5884" y="7060"/>
                </a:lnTo>
                <a:lnTo>
                  <a:pt x="5947" y="7137"/>
                </a:lnTo>
                <a:lnTo>
                  <a:pt x="6009" y="7210"/>
                </a:lnTo>
                <a:lnTo>
                  <a:pt x="6068" y="7280"/>
                </a:lnTo>
                <a:lnTo>
                  <a:pt x="6124" y="7347"/>
                </a:lnTo>
                <a:lnTo>
                  <a:pt x="6177" y="7411"/>
                </a:lnTo>
                <a:lnTo>
                  <a:pt x="6256" y="7506"/>
                </a:lnTo>
                <a:lnTo>
                  <a:pt x="6331" y="7596"/>
                </a:lnTo>
                <a:lnTo>
                  <a:pt x="6403" y="7682"/>
                </a:lnTo>
                <a:lnTo>
                  <a:pt x="6471" y="7763"/>
                </a:lnTo>
                <a:lnTo>
                  <a:pt x="6535" y="7840"/>
                </a:lnTo>
                <a:lnTo>
                  <a:pt x="6596" y="7913"/>
                </a:lnTo>
                <a:lnTo>
                  <a:pt x="6655" y="7983"/>
                </a:lnTo>
                <a:lnTo>
                  <a:pt x="6709" y="8048"/>
                </a:lnTo>
                <a:lnTo>
                  <a:pt x="6731" y="8075"/>
                </a:lnTo>
                <a:lnTo>
                  <a:pt x="6753" y="8102"/>
                </a:lnTo>
                <a:lnTo>
                  <a:pt x="6775" y="8128"/>
                </a:lnTo>
                <a:lnTo>
                  <a:pt x="6797" y="8154"/>
                </a:lnTo>
                <a:lnTo>
                  <a:pt x="6817" y="8179"/>
                </a:lnTo>
                <a:lnTo>
                  <a:pt x="6838" y="8204"/>
                </a:lnTo>
                <a:lnTo>
                  <a:pt x="6859" y="8228"/>
                </a:lnTo>
                <a:lnTo>
                  <a:pt x="6878" y="8252"/>
                </a:lnTo>
                <a:lnTo>
                  <a:pt x="6913" y="8295"/>
                </a:lnTo>
                <a:lnTo>
                  <a:pt x="6947" y="8335"/>
                </a:lnTo>
                <a:lnTo>
                  <a:pt x="6980" y="8375"/>
                </a:lnTo>
                <a:lnTo>
                  <a:pt x="7013" y="8413"/>
                </a:lnTo>
                <a:lnTo>
                  <a:pt x="7013" y="8487"/>
                </a:lnTo>
                <a:lnTo>
                  <a:pt x="7013" y="8560"/>
                </a:lnTo>
                <a:lnTo>
                  <a:pt x="7013" y="8634"/>
                </a:lnTo>
                <a:lnTo>
                  <a:pt x="7013" y="8707"/>
                </a:lnTo>
                <a:lnTo>
                  <a:pt x="7013" y="8780"/>
                </a:lnTo>
                <a:lnTo>
                  <a:pt x="7013" y="8851"/>
                </a:lnTo>
                <a:lnTo>
                  <a:pt x="7013" y="8924"/>
                </a:lnTo>
                <a:lnTo>
                  <a:pt x="7013" y="8997"/>
                </a:lnTo>
                <a:lnTo>
                  <a:pt x="6981" y="8975"/>
                </a:lnTo>
                <a:lnTo>
                  <a:pt x="6949" y="8954"/>
                </a:lnTo>
                <a:lnTo>
                  <a:pt x="6913" y="8932"/>
                </a:lnTo>
                <a:lnTo>
                  <a:pt x="6878" y="8907"/>
                </a:lnTo>
                <a:lnTo>
                  <a:pt x="6839" y="8881"/>
                </a:lnTo>
                <a:lnTo>
                  <a:pt x="6798" y="8853"/>
                </a:lnTo>
                <a:lnTo>
                  <a:pt x="6754" y="8823"/>
                </a:lnTo>
                <a:lnTo>
                  <a:pt x="6709" y="8794"/>
                </a:lnTo>
                <a:lnTo>
                  <a:pt x="6655" y="8758"/>
                </a:lnTo>
                <a:lnTo>
                  <a:pt x="6597" y="8719"/>
                </a:lnTo>
                <a:lnTo>
                  <a:pt x="6535" y="8678"/>
                </a:lnTo>
                <a:lnTo>
                  <a:pt x="6471" y="8635"/>
                </a:lnTo>
                <a:lnTo>
                  <a:pt x="6404" y="8589"/>
                </a:lnTo>
                <a:lnTo>
                  <a:pt x="6333" y="8542"/>
                </a:lnTo>
                <a:lnTo>
                  <a:pt x="6257" y="8491"/>
                </a:lnTo>
                <a:lnTo>
                  <a:pt x="6178" y="8438"/>
                </a:lnTo>
                <a:lnTo>
                  <a:pt x="6124" y="8402"/>
                </a:lnTo>
                <a:lnTo>
                  <a:pt x="6068" y="8364"/>
                </a:lnTo>
                <a:lnTo>
                  <a:pt x="6009" y="8325"/>
                </a:lnTo>
                <a:lnTo>
                  <a:pt x="5949" y="8284"/>
                </a:lnTo>
                <a:lnTo>
                  <a:pt x="5884" y="8241"/>
                </a:lnTo>
                <a:lnTo>
                  <a:pt x="5818" y="8198"/>
                </a:lnTo>
                <a:lnTo>
                  <a:pt x="5749" y="8151"/>
                </a:lnTo>
                <a:lnTo>
                  <a:pt x="5678" y="8103"/>
                </a:lnTo>
                <a:lnTo>
                  <a:pt x="5602" y="8053"/>
                </a:lnTo>
                <a:lnTo>
                  <a:pt x="5524" y="8001"/>
                </a:lnTo>
                <a:lnTo>
                  <a:pt x="5444" y="7947"/>
                </a:lnTo>
                <a:lnTo>
                  <a:pt x="5360" y="7891"/>
                </a:lnTo>
                <a:lnTo>
                  <a:pt x="5273" y="7833"/>
                </a:lnTo>
                <a:lnTo>
                  <a:pt x="5183" y="7772"/>
                </a:lnTo>
                <a:lnTo>
                  <a:pt x="5089" y="7710"/>
                </a:lnTo>
                <a:lnTo>
                  <a:pt x="4992" y="7646"/>
                </a:lnTo>
                <a:lnTo>
                  <a:pt x="4834" y="7539"/>
                </a:lnTo>
                <a:lnTo>
                  <a:pt x="4660" y="7424"/>
                </a:lnTo>
                <a:lnTo>
                  <a:pt x="4471" y="7297"/>
                </a:lnTo>
                <a:lnTo>
                  <a:pt x="4264" y="7159"/>
                </a:lnTo>
                <a:lnTo>
                  <a:pt x="4039" y="7008"/>
                </a:lnTo>
                <a:lnTo>
                  <a:pt x="3795" y="6845"/>
                </a:lnTo>
                <a:lnTo>
                  <a:pt x="3529" y="6668"/>
                </a:lnTo>
                <a:lnTo>
                  <a:pt x="3242" y="6476"/>
                </a:lnTo>
                <a:lnTo>
                  <a:pt x="2931" y="6268"/>
                </a:lnTo>
                <a:lnTo>
                  <a:pt x="2596" y="6043"/>
                </a:lnTo>
                <a:lnTo>
                  <a:pt x="2235" y="5801"/>
                </a:lnTo>
                <a:lnTo>
                  <a:pt x="1847" y="5542"/>
                </a:lnTo>
                <a:lnTo>
                  <a:pt x="1430" y="5264"/>
                </a:lnTo>
                <a:lnTo>
                  <a:pt x="984" y="4965"/>
                </a:lnTo>
                <a:lnTo>
                  <a:pt x="508" y="4647"/>
                </a:lnTo>
                <a:lnTo>
                  <a:pt x="0" y="4307"/>
                </a:lnTo>
                <a:lnTo>
                  <a:pt x="0" y="4038"/>
                </a:lnTo>
                <a:lnTo>
                  <a:pt x="0" y="3771"/>
                </a:lnTo>
                <a:lnTo>
                  <a:pt x="0" y="3502"/>
                </a:lnTo>
                <a:lnTo>
                  <a:pt x="0" y="3234"/>
                </a:lnTo>
                <a:lnTo>
                  <a:pt x="0" y="2964"/>
                </a:lnTo>
                <a:lnTo>
                  <a:pt x="0" y="2695"/>
                </a:lnTo>
                <a:lnTo>
                  <a:pt x="0" y="2427"/>
                </a:lnTo>
                <a:lnTo>
                  <a:pt x="0" y="2157"/>
                </a:lnTo>
                <a:lnTo>
                  <a:pt x="0" y="1887"/>
                </a:lnTo>
                <a:lnTo>
                  <a:pt x="0" y="1619"/>
                </a:lnTo>
                <a:lnTo>
                  <a:pt x="0" y="1349"/>
                </a:lnTo>
                <a:lnTo>
                  <a:pt x="0" y="1079"/>
                </a:lnTo>
                <a:lnTo>
                  <a:pt x="0" y="809"/>
                </a:lnTo>
                <a:lnTo>
                  <a:pt x="0" y="540"/>
                </a:lnTo>
                <a:lnTo>
                  <a:pt x="0" y="270"/>
                </a:lnTo>
                <a:lnTo>
                  <a:pt x="0" y="0"/>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5" name="Freeform 10">
            <a:extLst>
              <a:ext uri="{FF2B5EF4-FFF2-40B4-BE49-F238E27FC236}">
                <a16:creationId xmlns:a16="http://schemas.microsoft.com/office/drawing/2014/main" id="{2580C6E8-9A11-3835-65BB-358796DF78FE}"/>
              </a:ext>
            </a:extLst>
          </p:cNvPr>
          <p:cNvSpPr>
            <a:spLocks/>
          </p:cNvSpPr>
          <p:nvPr/>
        </p:nvSpPr>
        <p:spPr bwMode="auto">
          <a:xfrm>
            <a:off x="2881360" y="2493120"/>
            <a:ext cx="1721845" cy="1198244"/>
          </a:xfrm>
          <a:custGeom>
            <a:avLst/>
            <a:gdLst>
              <a:gd name="T0" fmla="*/ 508 w 7013"/>
              <a:gd name="T1" fmla="*/ 294 h 4635"/>
              <a:gd name="T2" fmla="*/ 1430 w 7013"/>
              <a:gd name="T3" fmla="*/ 826 h 4635"/>
              <a:gd name="T4" fmla="*/ 2235 w 7013"/>
              <a:gd name="T5" fmla="*/ 1292 h 4635"/>
              <a:gd name="T6" fmla="*/ 2931 w 7013"/>
              <a:gd name="T7" fmla="*/ 1695 h 4635"/>
              <a:gd name="T8" fmla="*/ 3529 w 7013"/>
              <a:gd name="T9" fmla="*/ 2040 h 4635"/>
              <a:gd name="T10" fmla="*/ 4039 w 7013"/>
              <a:gd name="T11" fmla="*/ 2336 h 4635"/>
              <a:gd name="T12" fmla="*/ 4471 w 7013"/>
              <a:gd name="T13" fmla="*/ 2585 h 4635"/>
              <a:gd name="T14" fmla="*/ 4833 w 7013"/>
              <a:gd name="T15" fmla="*/ 2795 h 4635"/>
              <a:gd name="T16" fmla="*/ 5089 w 7013"/>
              <a:gd name="T17" fmla="*/ 2943 h 4635"/>
              <a:gd name="T18" fmla="*/ 5274 w 7013"/>
              <a:gd name="T19" fmla="*/ 3049 h 4635"/>
              <a:gd name="T20" fmla="*/ 5445 w 7013"/>
              <a:gd name="T21" fmla="*/ 3149 h 4635"/>
              <a:gd name="T22" fmla="*/ 5603 w 7013"/>
              <a:gd name="T23" fmla="*/ 3240 h 4635"/>
              <a:gd name="T24" fmla="*/ 5749 w 7013"/>
              <a:gd name="T25" fmla="*/ 3325 h 4635"/>
              <a:gd name="T26" fmla="*/ 5884 w 7013"/>
              <a:gd name="T27" fmla="*/ 3403 h 4635"/>
              <a:gd name="T28" fmla="*/ 6009 w 7013"/>
              <a:gd name="T29" fmla="*/ 3476 h 4635"/>
              <a:gd name="T30" fmla="*/ 6124 w 7013"/>
              <a:gd name="T31" fmla="*/ 3541 h 4635"/>
              <a:gd name="T32" fmla="*/ 6257 w 7013"/>
              <a:gd name="T33" fmla="*/ 3619 h 4635"/>
              <a:gd name="T34" fmla="*/ 6404 w 7013"/>
              <a:gd name="T35" fmla="*/ 3704 h 4635"/>
              <a:gd name="T36" fmla="*/ 6535 w 7013"/>
              <a:gd name="T37" fmla="*/ 3781 h 4635"/>
              <a:gd name="T38" fmla="*/ 6655 w 7013"/>
              <a:gd name="T39" fmla="*/ 3850 h 4635"/>
              <a:gd name="T40" fmla="*/ 6754 w 7013"/>
              <a:gd name="T41" fmla="*/ 3907 h 4635"/>
              <a:gd name="T42" fmla="*/ 6839 w 7013"/>
              <a:gd name="T43" fmla="*/ 3957 h 4635"/>
              <a:gd name="T44" fmla="*/ 6913 w 7013"/>
              <a:gd name="T45" fmla="*/ 3999 h 4635"/>
              <a:gd name="T46" fmla="*/ 6981 w 7013"/>
              <a:gd name="T47" fmla="*/ 4038 h 4635"/>
              <a:gd name="T48" fmla="*/ 7013 w 7013"/>
              <a:gd name="T49" fmla="*/ 4129 h 4635"/>
              <a:gd name="T50" fmla="*/ 7013 w 7013"/>
              <a:gd name="T51" fmla="*/ 4275 h 4635"/>
              <a:gd name="T52" fmla="*/ 7013 w 7013"/>
              <a:gd name="T53" fmla="*/ 4420 h 4635"/>
              <a:gd name="T54" fmla="*/ 7013 w 7013"/>
              <a:gd name="T55" fmla="*/ 4563 h 4635"/>
              <a:gd name="T56" fmla="*/ 6981 w 7013"/>
              <a:gd name="T57" fmla="*/ 4634 h 4635"/>
              <a:gd name="T58" fmla="*/ 6915 w 7013"/>
              <a:gd name="T59" fmla="*/ 4630 h 4635"/>
              <a:gd name="T60" fmla="*/ 6839 w 7013"/>
              <a:gd name="T61" fmla="*/ 4628 h 4635"/>
              <a:gd name="T62" fmla="*/ 6755 w 7013"/>
              <a:gd name="T63" fmla="*/ 4623 h 4635"/>
              <a:gd name="T64" fmla="*/ 6656 w 7013"/>
              <a:gd name="T65" fmla="*/ 4619 h 4635"/>
              <a:gd name="T66" fmla="*/ 6537 w 7013"/>
              <a:gd name="T67" fmla="*/ 4613 h 4635"/>
              <a:gd name="T68" fmla="*/ 6404 w 7013"/>
              <a:gd name="T69" fmla="*/ 4607 h 4635"/>
              <a:gd name="T70" fmla="*/ 6257 w 7013"/>
              <a:gd name="T71" fmla="*/ 4601 h 4635"/>
              <a:gd name="T72" fmla="*/ 6125 w 7013"/>
              <a:gd name="T73" fmla="*/ 4595 h 4635"/>
              <a:gd name="T74" fmla="*/ 6009 w 7013"/>
              <a:gd name="T75" fmla="*/ 4590 h 4635"/>
              <a:gd name="T76" fmla="*/ 5884 w 7013"/>
              <a:gd name="T77" fmla="*/ 4584 h 4635"/>
              <a:gd name="T78" fmla="*/ 5749 w 7013"/>
              <a:gd name="T79" fmla="*/ 4578 h 4635"/>
              <a:gd name="T80" fmla="*/ 5602 w 7013"/>
              <a:gd name="T81" fmla="*/ 4572 h 4635"/>
              <a:gd name="T82" fmla="*/ 5443 w 7013"/>
              <a:gd name="T83" fmla="*/ 4564 h 4635"/>
              <a:gd name="T84" fmla="*/ 5273 w 7013"/>
              <a:gd name="T85" fmla="*/ 4557 h 4635"/>
              <a:gd name="T86" fmla="*/ 5088 w 7013"/>
              <a:gd name="T87" fmla="*/ 4549 h 4635"/>
              <a:gd name="T88" fmla="*/ 4832 w 7013"/>
              <a:gd name="T89" fmla="*/ 4538 h 4635"/>
              <a:gd name="T90" fmla="*/ 4468 w 7013"/>
              <a:gd name="T91" fmla="*/ 4522 h 4635"/>
              <a:gd name="T92" fmla="*/ 4036 w 7013"/>
              <a:gd name="T93" fmla="*/ 4502 h 4635"/>
              <a:gd name="T94" fmla="*/ 3527 w 7013"/>
              <a:gd name="T95" fmla="*/ 4481 h 4635"/>
              <a:gd name="T96" fmla="*/ 2929 w 7013"/>
              <a:gd name="T97" fmla="*/ 4454 h 4635"/>
              <a:gd name="T98" fmla="*/ 2232 w 7013"/>
              <a:gd name="T99" fmla="*/ 4423 h 4635"/>
              <a:gd name="T100" fmla="*/ 1429 w 7013"/>
              <a:gd name="T101" fmla="*/ 4388 h 4635"/>
              <a:gd name="T102" fmla="*/ 507 w 7013"/>
              <a:gd name="T103" fmla="*/ 4348 h 4635"/>
              <a:gd name="T104" fmla="*/ 0 w 7013"/>
              <a:gd name="T105" fmla="*/ 4056 h 4635"/>
              <a:gd name="T106" fmla="*/ 0 w 7013"/>
              <a:gd name="T107" fmla="*/ 3517 h 4635"/>
              <a:gd name="T108" fmla="*/ 0 w 7013"/>
              <a:gd name="T109" fmla="*/ 2977 h 4635"/>
              <a:gd name="T110" fmla="*/ 0 w 7013"/>
              <a:gd name="T111" fmla="*/ 2438 h 4635"/>
              <a:gd name="T112" fmla="*/ 0 w 7013"/>
              <a:gd name="T113" fmla="*/ 1897 h 4635"/>
              <a:gd name="T114" fmla="*/ 0 w 7013"/>
              <a:gd name="T115" fmla="*/ 1355 h 4635"/>
              <a:gd name="T116" fmla="*/ 0 w 7013"/>
              <a:gd name="T117" fmla="*/ 813 h 4635"/>
              <a:gd name="T118" fmla="*/ 0 w 7013"/>
              <a:gd name="T119" fmla="*/ 271 h 4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13" h="4635">
                <a:moveTo>
                  <a:pt x="0" y="0"/>
                </a:moveTo>
                <a:lnTo>
                  <a:pt x="508" y="294"/>
                </a:lnTo>
                <a:lnTo>
                  <a:pt x="984" y="569"/>
                </a:lnTo>
                <a:lnTo>
                  <a:pt x="1430" y="826"/>
                </a:lnTo>
                <a:lnTo>
                  <a:pt x="1847" y="1068"/>
                </a:lnTo>
                <a:lnTo>
                  <a:pt x="2235" y="1292"/>
                </a:lnTo>
                <a:lnTo>
                  <a:pt x="2596" y="1501"/>
                </a:lnTo>
                <a:lnTo>
                  <a:pt x="2931" y="1695"/>
                </a:lnTo>
                <a:lnTo>
                  <a:pt x="3242" y="1874"/>
                </a:lnTo>
                <a:lnTo>
                  <a:pt x="3529" y="2040"/>
                </a:lnTo>
                <a:lnTo>
                  <a:pt x="3794" y="2195"/>
                </a:lnTo>
                <a:lnTo>
                  <a:pt x="4039" y="2336"/>
                </a:lnTo>
                <a:lnTo>
                  <a:pt x="4264" y="2466"/>
                </a:lnTo>
                <a:lnTo>
                  <a:pt x="4471" y="2585"/>
                </a:lnTo>
                <a:lnTo>
                  <a:pt x="4660" y="2694"/>
                </a:lnTo>
                <a:lnTo>
                  <a:pt x="4833" y="2795"/>
                </a:lnTo>
                <a:lnTo>
                  <a:pt x="4992" y="2886"/>
                </a:lnTo>
                <a:lnTo>
                  <a:pt x="5089" y="2943"/>
                </a:lnTo>
                <a:lnTo>
                  <a:pt x="5184" y="2997"/>
                </a:lnTo>
                <a:lnTo>
                  <a:pt x="5274" y="3049"/>
                </a:lnTo>
                <a:lnTo>
                  <a:pt x="5362" y="3100"/>
                </a:lnTo>
                <a:lnTo>
                  <a:pt x="5445" y="3149"/>
                </a:lnTo>
                <a:lnTo>
                  <a:pt x="5526" y="3195"/>
                </a:lnTo>
                <a:lnTo>
                  <a:pt x="5603" y="3240"/>
                </a:lnTo>
                <a:lnTo>
                  <a:pt x="5678" y="3284"/>
                </a:lnTo>
                <a:lnTo>
                  <a:pt x="5749" y="3325"/>
                </a:lnTo>
                <a:lnTo>
                  <a:pt x="5818" y="3365"/>
                </a:lnTo>
                <a:lnTo>
                  <a:pt x="5884" y="3403"/>
                </a:lnTo>
                <a:lnTo>
                  <a:pt x="5949" y="3440"/>
                </a:lnTo>
                <a:lnTo>
                  <a:pt x="6009" y="3476"/>
                </a:lnTo>
                <a:lnTo>
                  <a:pt x="6068" y="3510"/>
                </a:lnTo>
                <a:lnTo>
                  <a:pt x="6124" y="3541"/>
                </a:lnTo>
                <a:lnTo>
                  <a:pt x="6178" y="3573"/>
                </a:lnTo>
                <a:lnTo>
                  <a:pt x="6257" y="3619"/>
                </a:lnTo>
                <a:lnTo>
                  <a:pt x="6333" y="3663"/>
                </a:lnTo>
                <a:lnTo>
                  <a:pt x="6404" y="3704"/>
                </a:lnTo>
                <a:lnTo>
                  <a:pt x="6471" y="3743"/>
                </a:lnTo>
                <a:lnTo>
                  <a:pt x="6535" y="3781"/>
                </a:lnTo>
                <a:lnTo>
                  <a:pt x="6597" y="3816"/>
                </a:lnTo>
                <a:lnTo>
                  <a:pt x="6655" y="3850"/>
                </a:lnTo>
                <a:lnTo>
                  <a:pt x="6709" y="3881"/>
                </a:lnTo>
                <a:lnTo>
                  <a:pt x="6754" y="3907"/>
                </a:lnTo>
                <a:lnTo>
                  <a:pt x="6798" y="3933"/>
                </a:lnTo>
                <a:lnTo>
                  <a:pt x="6839" y="3957"/>
                </a:lnTo>
                <a:lnTo>
                  <a:pt x="6878" y="3979"/>
                </a:lnTo>
                <a:lnTo>
                  <a:pt x="6913" y="3999"/>
                </a:lnTo>
                <a:lnTo>
                  <a:pt x="6949" y="4020"/>
                </a:lnTo>
                <a:lnTo>
                  <a:pt x="6981" y="4038"/>
                </a:lnTo>
                <a:lnTo>
                  <a:pt x="7013" y="4058"/>
                </a:lnTo>
                <a:lnTo>
                  <a:pt x="7013" y="4129"/>
                </a:lnTo>
                <a:lnTo>
                  <a:pt x="7013" y="4202"/>
                </a:lnTo>
                <a:lnTo>
                  <a:pt x="7013" y="4275"/>
                </a:lnTo>
                <a:lnTo>
                  <a:pt x="7013" y="4347"/>
                </a:lnTo>
                <a:lnTo>
                  <a:pt x="7013" y="4420"/>
                </a:lnTo>
                <a:lnTo>
                  <a:pt x="7013" y="4492"/>
                </a:lnTo>
                <a:lnTo>
                  <a:pt x="7013" y="4563"/>
                </a:lnTo>
                <a:lnTo>
                  <a:pt x="7013" y="4635"/>
                </a:lnTo>
                <a:lnTo>
                  <a:pt x="6981" y="4634"/>
                </a:lnTo>
                <a:lnTo>
                  <a:pt x="6949" y="4632"/>
                </a:lnTo>
                <a:lnTo>
                  <a:pt x="6915" y="4630"/>
                </a:lnTo>
                <a:lnTo>
                  <a:pt x="6879" y="4629"/>
                </a:lnTo>
                <a:lnTo>
                  <a:pt x="6839" y="4628"/>
                </a:lnTo>
                <a:lnTo>
                  <a:pt x="6798" y="4625"/>
                </a:lnTo>
                <a:lnTo>
                  <a:pt x="6755" y="4623"/>
                </a:lnTo>
                <a:lnTo>
                  <a:pt x="6710" y="4622"/>
                </a:lnTo>
                <a:lnTo>
                  <a:pt x="6656" y="4619"/>
                </a:lnTo>
                <a:lnTo>
                  <a:pt x="6597" y="4615"/>
                </a:lnTo>
                <a:lnTo>
                  <a:pt x="6537" y="4613"/>
                </a:lnTo>
                <a:lnTo>
                  <a:pt x="6472" y="4611"/>
                </a:lnTo>
                <a:lnTo>
                  <a:pt x="6404" y="4607"/>
                </a:lnTo>
                <a:lnTo>
                  <a:pt x="6333" y="4605"/>
                </a:lnTo>
                <a:lnTo>
                  <a:pt x="6257" y="4601"/>
                </a:lnTo>
                <a:lnTo>
                  <a:pt x="6178" y="4597"/>
                </a:lnTo>
                <a:lnTo>
                  <a:pt x="6125" y="4595"/>
                </a:lnTo>
                <a:lnTo>
                  <a:pt x="6068" y="4592"/>
                </a:lnTo>
                <a:lnTo>
                  <a:pt x="6009" y="4590"/>
                </a:lnTo>
                <a:lnTo>
                  <a:pt x="5949" y="4586"/>
                </a:lnTo>
                <a:lnTo>
                  <a:pt x="5884" y="4584"/>
                </a:lnTo>
                <a:lnTo>
                  <a:pt x="5818" y="4581"/>
                </a:lnTo>
                <a:lnTo>
                  <a:pt x="5749" y="4578"/>
                </a:lnTo>
                <a:lnTo>
                  <a:pt x="5676" y="4574"/>
                </a:lnTo>
                <a:lnTo>
                  <a:pt x="5602" y="4572"/>
                </a:lnTo>
                <a:lnTo>
                  <a:pt x="5524" y="4568"/>
                </a:lnTo>
                <a:lnTo>
                  <a:pt x="5443" y="4564"/>
                </a:lnTo>
                <a:lnTo>
                  <a:pt x="5359" y="4561"/>
                </a:lnTo>
                <a:lnTo>
                  <a:pt x="5273" y="4557"/>
                </a:lnTo>
                <a:lnTo>
                  <a:pt x="5182" y="4553"/>
                </a:lnTo>
                <a:lnTo>
                  <a:pt x="5088" y="4549"/>
                </a:lnTo>
                <a:lnTo>
                  <a:pt x="4991" y="4545"/>
                </a:lnTo>
                <a:lnTo>
                  <a:pt x="4832" y="4538"/>
                </a:lnTo>
                <a:lnTo>
                  <a:pt x="4658" y="4530"/>
                </a:lnTo>
                <a:lnTo>
                  <a:pt x="4468" y="4522"/>
                </a:lnTo>
                <a:lnTo>
                  <a:pt x="4262" y="4512"/>
                </a:lnTo>
                <a:lnTo>
                  <a:pt x="4036" y="4502"/>
                </a:lnTo>
                <a:lnTo>
                  <a:pt x="3791" y="4492"/>
                </a:lnTo>
                <a:lnTo>
                  <a:pt x="3527" y="4481"/>
                </a:lnTo>
                <a:lnTo>
                  <a:pt x="3239" y="4467"/>
                </a:lnTo>
                <a:lnTo>
                  <a:pt x="2929" y="4454"/>
                </a:lnTo>
                <a:lnTo>
                  <a:pt x="2593" y="4439"/>
                </a:lnTo>
                <a:lnTo>
                  <a:pt x="2232" y="4423"/>
                </a:lnTo>
                <a:lnTo>
                  <a:pt x="1845" y="4406"/>
                </a:lnTo>
                <a:lnTo>
                  <a:pt x="1429" y="4388"/>
                </a:lnTo>
                <a:lnTo>
                  <a:pt x="983" y="4369"/>
                </a:lnTo>
                <a:lnTo>
                  <a:pt x="507" y="4348"/>
                </a:lnTo>
                <a:lnTo>
                  <a:pt x="0" y="4326"/>
                </a:lnTo>
                <a:lnTo>
                  <a:pt x="0" y="4056"/>
                </a:lnTo>
                <a:lnTo>
                  <a:pt x="0" y="3787"/>
                </a:lnTo>
                <a:lnTo>
                  <a:pt x="0" y="3517"/>
                </a:lnTo>
                <a:lnTo>
                  <a:pt x="0" y="3247"/>
                </a:lnTo>
                <a:lnTo>
                  <a:pt x="0" y="2977"/>
                </a:lnTo>
                <a:lnTo>
                  <a:pt x="0" y="2708"/>
                </a:lnTo>
                <a:lnTo>
                  <a:pt x="0" y="2438"/>
                </a:lnTo>
                <a:lnTo>
                  <a:pt x="0" y="2167"/>
                </a:lnTo>
                <a:lnTo>
                  <a:pt x="0" y="1897"/>
                </a:lnTo>
                <a:lnTo>
                  <a:pt x="0" y="1626"/>
                </a:lnTo>
                <a:lnTo>
                  <a:pt x="0" y="1355"/>
                </a:lnTo>
                <a:lnTo>
                  <a:pt x="0" y="1084"/>
                </a:lnTo>
                <a:lnTo>
                  <a:pt x="0" y="813"/>
                </a:lnTo>
                <a:lnTo>
                  <a:pt x="0" y="542"/>
                </a:lnTo>
                <a:lnTo>
                  <a:pt x="0" y="271"/>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6" name="Freeform 11">
            <a:extLst>
              <a:ext uri="{FF2B5EF4-FFF2-40B4-BE49-F238E27FC236}">
                <a16:creationId xmlns:a16="http://schemas.microsoft.com/office/drawing/2014/main" id="{C42194E1-BC57-787B-7089-F1B574EB71F0}"/>
              </a:ext>
            </a:extLst>
          </p:cNvPr>
          <p:cNvSpPr>
            <a:spLocks/>
          </p:cNvSpPr>
          <p:nvPr/>
        </p:nvSpPr>
        <p:spPr bwMode="auto">
          <a:xfrm>
            <a:off x="2881360" y="3716957"/>
            <a:ext cx="1721845" cy="1202122"/>
          </a:xfrm>
          <a:custGeom>
            <a:avLst/>
            <a:gdLst>
              <a:gd name="T0" fmla="*/ 982 w 7013"/>
              <a:gd name="T1" fmla="*/ 279 h 4650"/>
              <a:gd name="T2" fmla="*/ 2231 w 7013"/>
              <a:gd name="T3" fmla="*/ 220 h 4650"/>
              <a:gd name="T4" fmla="*/ 3236 w 7013"/>
              <a:gd name="T5" fmla="*/ 173 h 4650"/>
              <a:gd name="T6" fmla="*/ 4033 w 7013"/>
              <a:gd name="T7" fmla="*/ 136 h 4650"/>
              <a:gd name="T8" fmla="*/ 4655 w 7013"/>
              <a:gd name="T9" fmla="*/ 107 h 4650"/>
              <a:gd name="T10" fmla="*/ 5095 w 7013"/>
              <a:gd name="T11" fmla="*/ 88 h 4650"/>
              <a:gd name="T12" fmla="*/ 5388 w 7013"/>
              <a:gd name="T13" fmla="*/ 74 h 4650"/>
              <a:gd name="T14" fmla="*/ 5646 w 7013"/>
              <a:gd name="T15" fmla="*/ 62 h 4650"/>
              <a:gd name="T16" fmla="*/ 5849 w 7013"/>
              <a:gd name="T17" fmla="*/ 53 h 4650"/>
              <a:gd name="T18" fmla="*/ 6023 w 7013"/>
              <a:gd name="T19" fmla="*/ 45 h 4650"/>
              <a:gd name="T20" fmla="*/ 6178 w 7013"/>
              <a:gd name="T21" fmla="*/ 38 h 4650"/>
              <a:gd name="T22" fmla="*/ 6404 w 7013"/>
              <a:gd name="T23" fmla="*/ 27 h 4650"/>
              <a:gd name="T24" fmla="*/ 6597 w 7013"/>
              <a:gd name="T25" fmla="*/ 19 h 4650"/>
              <a:gd name="T26" fmla="*/ 6755 w 7013"/>
              <a:gd name="T27" fmla="*/ 11 h 4650"/>
              <a:gd name="T28" fmla="*/ 6879 w 7013"/>
              <a:gd name="T29" fmla="*/ 6 h 4650"/>
              <a:gd name="T30" fmla="*/ 6981 w 7013"/>
              <a:gd name="T31" fmla="*/ 2 h 4650"/>
              <a:gd name="T32" fmla="*/ 7013 w 7013"/>
              <a:gd name="T33" fmla="*/ 146 h 4650"/>
              <a:gd name="T34" fmla="*/ 7013 w 7013"/>
              <a:gd name="T35" fmla="*/ 364 h 4650"/>
              <a:gd name="T36" fmla="*/ 7013 w 7013"/>
              <a:gd name="T37" fmla="*/ 580 h 4650"/>
              <a:gd name="T38" fmla="*/ 6915 w 7013"/>
              <a:gd name="T39" fmla="*/ 636 h 4650"/>
              <a:gd name="T40" fmla="*/ 6799 w 7013"/>
              <a:gd name="T41" fmla="*/ 703 h 4650"/>
              <a:gd name="T42" fmla="*/ 6686 w 7013"/>
              <a:gd name="T43" fmla="*/ 770 h 4650"/>
              <a:gd name="T44" fmla="*/ 6605 w 7013"/>
              <a:gd name="T45" fmla="*/ 816 h 4650"/>
              <a:gd name="T46" fmla="*/ 6518 w 7013"/>
              <a:gd name="T47" fmla="*/ 867 h 4650"/>
              <a:gd name="T48" fmla="*/ 6416 w 7013"/>
              <a:gd name="T49" fmla="*/ 925 h 4650"/>
              <a:gd name="T50" fmla="*/ 6303 w 7013"/>
              <a:gd name="T51" fmla="*/ 991 h 4650"/>
              <a:gd name="T52" fmla="*/ 6179 w 7013"/>
              <a:gd name="T53" fmla="*/ 1061 h 4650"/>
              <a:gd name="T54" fmla="*/ 6023 w 7013"/>
              <a:gd name="T55" fmla="*/ 1152 h 4650"/>
              <a:gd name="T56" fmla="*/ 5849 w 7013"/>
              <a:gd name="T57" fmla="*/ 1253 h 4650"/>
              <a:gd name="T58" fmla="*/ 5645 w 7013"/>
              <a:gd name="T59" fmla="*/ 1372 h 4650"/>
              <a:gd name="T60" fmla="*/ 5387 w 7013"/>
              <a:gd name="T61" fmla="*/ 1522 h 4650"/>
              <a:gd name="T62" fmla="*/ 5094 w 7013"/>
              <a:gd name="T63" fmla="*/ 1692 h 4650"/>
              <a:gd name="T64" fmla="*/ 4654 w 7013"/>
              <a:gd name="T65" fmla="*/ 1946 h 4650"/>
              <a:gd name="T66" fmla="*/ 4031 w 7013"/>
              <a:gd name="T67" fmla="*/ 2308 h 4650"/>
              <a:gd name="T68" fmla="*/ 3232 w 7013"/>
              <a:gd name="T69" fmla="*/ 2771 h 4650"/>
              <a:gd name="T70" fmla="*/ 2226 w 7013"/>
              <a:gd name="T71" fmla="*/ 3355 h 4650"/>
              <a:gd name="T72" fmla="*/ 981 w 7013"/>
              <a:gd name="T73" fmla="*/ 4080 h 4650"/>
              <a:gd name="T74" fmla="*/ 0 w 7013"/>
              <a:gd name="T75" fmla="*/ 4380 h 4650"/>
              <a:gd name="T76" fmla="*/ 0 w 7013"/>
              <a:gd name="T77" fmla="*/ 3572 h 4650"/>
              <a:gd name="T78" fmla="*/ 0 w 7013"/>
              <a:gd name="T79" fmla="*/ 2761 h 4650"/>
              <a:gd name="T80" fmla="*/ 0 w 7013"/>
              <a:gd name="T81" fmla="*/ 1949 h 4650"/>
              <a:gd name="T82" fmla="*/ 0 w 7013"/>
              <a:gd name="T83" fmla="*/ 1137 h 4650"/>
              <a:gd name="T84" fmla="*/ 0 w 7013"/>
              <a:gd name="T85" fmla="*/ 324 h 4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013" h="4650">
                <a:moveTo>
                  <a:pt x="0" y="324"/>
                </a:moveTo>
                <a:lnTo>
                  <a:pt x="507" y="300"/>
                </a:lnTo>
                <a:lnTo>
                  <a:pt x="982" y="279"/>
                </a:lnTo>
                <a:lnTo>
                  <a:pt x="1428" y="258"/>
                </a:lnTo>
                <a:lnTo>
                  <a:pt x="1843" y="238"/>
                </a:lnTo>
                <a:lnTo>
                  <a:pt x="2231" y="220"/>
                </a:lnTo>
                <a:lnTo>
                  <a:pt x="2591" y="203"/>
                </a:lnTo>
                <a:lnTo>
                  <a:pt x="2926" y="187"/>
                </a:lnTo>
                <a:lnTo>
                  <a:pt x="3236" y="173"/>
                </a:lnTo>
                <a:lnTo>
                  <a:pt x="3524" y="161"/>
                </a:lnTo>
                <a:lnTo>
                  <a:pt x="3789" y="147"/>
                </a:lnTo>
                <a:lnTo>
                  <a:pt x="4033" y="136"/>
                </a:lnTo>
                <a:lnTo>
                  <a:pt x="4259" y="125"/>
                </a:lnTo>
                <a:lnTo>
                  <a:pt x="4466" y="117"/>
                </a:lnTo>
                <a:lnTo>
                  <a:pt x="4655" y="107"/>
                </a:lnTo>
                <a:lnTo>
                  <a:pt x="4830" y="100"/>
                </a:lnTo>
                <a:lnTo>
                  <a:pt x="4990" y="93"/>
                </a:lnTo>
                <a:lnTo>
                  <a:pt x="5095" y="88"/>
                </a:lnTo>
                <a:lnTo>
                  <a:pt x="5197" y="83"/>
                </a:lnTo>
                <a:lnTo>
                  <a:pt x="5295" y="78"/>
                </a:lnTo>
                <a:lnTo>
                  <a:pt x="5388" y="74"/>
                </a:lnTo>
                <a:lnTo>
                  <a:pt x="5477" y="70"/>
                </a:lnTo>
                <a:lnTo>
                  <a:pt x="5563" y="66"/>
                </a:lnTo>
                <a:lnTo>
                  <a:pt x="5646" y="62"/>
                </a:lnTo>
                <a:lnTo>
                  <a:pt x="5724" y="59"/>
                </a:lnTo>
                <a:lnTo>
                  <a:pt x="5787" y="55"/>
                </a:lnTo>
                <a:lnTo>
                  <a:pt x="5849" y="53"/>
                </a:lnTo>
                <a:lnTo>
                  <a:pt x="5908" y="50"/>
                </a:lnTo>
                <a:lnTo>
                  <a:pt x="5967" y="48"/>
                </a:lnTo>
                <a:lnTo>
                  <a:pt x="6023" y="45"/>
                </a:lnTo>
                <a:lnTo>
                  <a:pt x="6076" y="43"/>
                </a:lnTo>
                <a:lnTo>
                  <a:pt x="6128" y="40"/>
                </a:lnTo>
                <a:lnTo>
                  <a:pt x="6178" y="38"/>
                </a:lnTo>
                <a:lnTo>
                  <a:pt x="6257" y="34"/>
                </a:lnTo>
                <a:lnTo>
                  <a:pt x="6333" y="31"/>
                </a:lnTo>
                <a:lnTo>
                  <a:pt x="6404" y="27"/>
                </a:lnTo>
                <a:lnTo>
                  <a:pt x="6472" y="25"/>
                </a:lnTo>
                <a:lnTo>
                  <a:pt x="6537" y="21"/>
                </a:lnTo>
                <a:lnTo>
                  <a:pt x="6597" y="19"/>
                </a:lnTo>
                <a:lnTo>
                  <a:pt x="6656" y="16"/>
                </a:lnTo>
                <a:lnTo>
                  <a:pt x="6710" y="14"/>
                </a:lnTo>
                <a:lnTo>
                  <a:pt x="6755" y="11"/>
                </a:lnTo>
                <a:lnTo>
                  <a:pt x="6798" y="10"/>
                </a:lnTo>
                <a:lnTo>
                  <a:pt x="6839" y="8"/>
                </a:lnTo>
                <a:lnTo>
                  <a:pt x="6879" y="6"/>
                </a:lnTo>
                <a:lnTo>
                  <a:pt x="6915" y="5"/>
                </a:lnTo>
                <a:lnTo>
                  <a:pt x="6949" y="4"/>
                </a:lnTo>
                <a:lnTo>
                  <a:pt x="6981" y="2"/>
                </a:lnTo>
                <a:lnTo>
                  <a:pt x="7013" y="0"/>
                </a:lnTo>
                <a:lnTo>
                  <a:pt x="7013" y="73"/>
                </a:lnTo>
                <a:lnTo>
                  <a:pt x="7013" y="146"/>
                </a:lnTo>
                <a:lnTo>
                  <a:pt x="7013" y="219"/>
                </a:lnTo>
                <a:lnTo>
                  <a:pt x="7013" y="291"/>
                </a:lnTo>
                <a:lnTo>
                  <a:pt x="7013" y="364"/>
                </a:lnTo>
                <a:lnTo>
                  <a:pt x="7013" y="435"/>
                </a:lnTo>
                <a:lnTo>
                  <a:pt x="7013" y="508"/>
                </a:lnTo>
                <a:lnTo>
                  <a:pt x="7013" y="580"/>
                </a:lnTo>
                <a:lnTo>
                  <a:pt x="6981" y="598"/>
                </a:lnTo>
                <a:lnTo>
                  <a:pt x="6949" y="616"/>
                </a:lnTo>
                <a:lnTo>
                  <a:pt x="6915" y="636"/>
                </a:lnTo>
                <a:lnTo>
                  <a:pt x="6879" y="657"/>
                </a:lnTo>
                <a:lnTo>
                  <a:pt x="6841" y="680"/>
                </a:lnTo>
                <a:lnTo>
                  <a:pt x="6799" y="703"/>
                </a:lnTo>
                <a:lnTo>
                  <a:pt x="6757" y="728"/>
                </a:lnTo>
                <a:lnTo>
                  <a:pt x="6712" y="754"/>
                </a:lnTo>
                <a:lnTo>
                  <a:pt x="6686" y="770"/>
                </a:lnTo>
                <a:lnTo>
                  <a:pt x="6659" y="784"/>
                </a:lnTo>
                <a:lnTo>
                  <a:pt x="6633" y="800"/>
                </a:lnTo>
                <a:lnTo>
                  <a:pt x="6605" y="816"/>
                </a:lnTo>
                <a:lnTo>
                  <a:pt x="6577" y="833"/>
                </a:lnTo>
                <a:lnTo>
                  <a:pt x="6548" y="850"/>
                </a:lnTo>
                <a:lnTo>
                  <a:pt x="6518" y="867"/>
                </a:lnTo>
                <a:lnTo>
                  <a:pt x="6488" y="884"/>
                </a:lnTo>
                <a:lnTo>
                  <a:pt x="6453" y="904"/>
                </a:lnTo>
                <a:lnTo>
                  <a:pt x="6416" y="925"/>
                </a:lnTo>
                <a:lnTo>
                  <a:pt x="6380" y="946"/>
                </a:lnTo>
                <a:lnTo>
                  <a:pt x="6342" y="968"/>
                </a:lnTo>
                <a:lnTo>
                  <a:pt x="6303" y="991"/>
                </a:lnTo>
                <a:lnTo>
                  <a:pt x="6263" y="1014"/>
                </a:lnTo>
                <a:lnTo>
                  <a:pt x="6222" y="1037"/>
                </a:lnTo>
                <a:lnTo>
                  <a:pt x="6179" y="1061"/>
                </a:lnTo>
                <a:lnTo>
                  <a:pt x="6128" y="1092"/>
                </a:lnTo>
                <a:lnTo>
                  <a:pt x="6076" y="1122"/>
                </a:lnTo>
                <a:lnTo>
                  <a:pt x="6023" y="1152"/>
                </a:lnTo>
                <a:lnTo>
                  <a:pt x="5967" y="1185"/>
                </a:lnTo>
                <a:lnTo>
                  <a:pt x="5908" y="1219"/>
                </a:lnTo>
                <a:lnTo>
                  <a:pt x="5849" y="1253"/>
                </a:lnTo>
                <a:lnTo>
                  <a:pt x="5787" y="1290"/>
                </a:lnTo>
                <a:lnTo>
                  <a:pt x="5724" y="1326"/>
                </a:lnTo>
                <a:lnTo>
                  <a:pt x="5645" y="1372"/>
                </a:lnTo>
                <a:lnTo>
                  <a:pt x="5562" y="1420"/>
                </a:lnTo>
                <a:lnTo>
                  <a:pt x="5476" y="1469"/>
                </a:lnTo>
                <a:lnTo>
                  <a:pt x="5387" y="1522"/>
                </a:lnTo>
                <a:lnTo>
                  <a:pt x="5294" y="1576"/>
                </a:lnTo>
                <a:lnTo>
                  <a:pt x="5196" y="1632"/>
                </a:lnTo>
                <a:lnTo>
                  <a:pt x="5094" y="1692"/>
                </a:lnTo>
                <a:lnTo>
                  <a:pt x="4988" y="1753"/>
                </a:lnTo>
                <a:lnTo>
                  <a:pt x="4828" y="1845"/>
                </a:lnTo>
                <a:lnTo>
                  <a:pt x="4654" y="1946"/>
                </a:lnTo>
                <a:lnTo>
                  <a:pt x="4463" y="2056"/>
                </a:lnTo>
                <a:lnTo>
                  <a:pt x="4256" y="2177"/>
                </a:lnTo>
                <a:lnTo>
                  <a:pt x="4031" y="2308"/>
                </a:lnTo>
                <a:lnTo>
                  <a:pt x="3785" y="2450"/>
                </a:lnTo>
                <a:lnTo>
                  <a:pt x="3520" y="2604"/>
                </a:lnTo>
                <a:lnTo>
                  <a:pt x="3232" y="2771"/>
                </a:lnTo>
                <a:lnTo>
                  <a:pt x="2923" y="2951"/>
                </a:lnTo>
                <a:lnTo>
                  <a:pt x="2587" y="3146"/>
                </a:lnTo>
                <a:lnTo>
                  <a:pt x="2226" y="3355"/>
                </a:lnTo>
                <a:lnTo>
                  <a:pt x="1840" y="3580"/>
                </a:lnTo>
                <a:lnTo>
                  <a:pt x="1424" y="3822"/>
                </a:lnTo>
                <a:lnTo>
                  <a:pt x="981" y="4080"/>
                </a:lnTo>
                <a:lnTo>
                  <a:pt x="505" y="4356"/>
                </a:lnTo>
                <a:lnTo>
                  <a:pt x="0" y="4650"/>
                </a:lnTo>
                <a:lnTo>
                  <a:pt x="0" y="4380"/>
                </a:lnTo>
                <a:lnTo>
                  <a:pt x="0" y="4111"/>
                </a:lnTo>
                <a:lnTo>
                  <a:pt x="0" y="3842"/>
                </a:lnTo>
                <a:lnTo>
                  <a:pt x="0" y="3572"/>
                </a:lnTo>
                <a:lnTo>
                  <a:pt x="0" y="3301"/>
                </a:lnTo>
                <a:lnTo>
                  <a:pt x="0" y="3031"/>
                </a:lnTo>
                <a:lnTo>
                  <a:pt x="0" y="2761"/>
                </a:lnTo>
                <a:lnTo>
                  <a:pt x="0" y="2490"/>
                </a:lnTo>
                <a:lnTo>
                  <a:pt x="0" y="2220"/>
                </a:lnTo>
                <a:lnTo>
                  <a:pt x="0" y="1949"/>
                </a:lnTo>
                <a:lnTo>
                  <a:pt x="0" y="1678"/>
                </a:lnTo>
                <a:lnTo>
                  <a:pt x="0" y="1408"/>
                </a:lnTo>
                <a:lnTo>
                  <a:pt x="0" y="1137"/>
                </a:lnTo>
                <a:lnTo>
                  <a:pt x="0" y="866"/>
                </a:lnTo>
                <a:lnTo>
                  <a:pt x="0" y="595"/>
                </a:lnTo>
                <a:lnTo>
                  <a:pt x="0" y="32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7" name="Freeform 12">
            <a:extLst>
              <a:ext uri="{FF2B5EF4-FFF2-40B4-BE49-F238E27FC236}">
                <a16:creationId xmlns:a16="http://schemas.microsoft.com/office/drawing/2014/main" id="{872D5EC4-EE12-0CA0-16C6-E7EF31AA522B}"/>
              </a:ext>
            </a:extLst>
          </p:cNvPr>
          <p:cNvSpPr>
            <a:spLocks/>
          </p:cNvSpPr>
          <p:nvPr/>
        </p:nvSpPr>
        <p:spPr bwMode="auto">
          <a:xfrm>
            <a:off x="2881360" y="3892235"/>
            <a:ext cx="1721845" cy="2325135"/>
          </a:xfrm>
          <a:custGeom>
            <a:avLst/>
            <a:gdLst>
              <a:gd name="T0" fmla="*/ 981 w 7013"/>
              <a:gd name="T1" fmla="*/ 4043 h 8994"/>
              <a:gd name="T2" fmla="*/ 2227 w 7013"/>
              <a:gd name="T3" fmla="*/ 3207 h 8994"/>
              <a:gd name="T4" fmla="*/ 3234 w 7013"/>
              <a:gd name="T5" fmla="*/ 2533 h 8994"/>
              <a:gd name="T6" fmla="*/ 4031 w 7013"/>
              <a:gd name="T7" fmla="*/ 1998 h 8994"/>
              <a:gd name="T8" fmla="*/ 4654 w 7013"/>
              <a:gd name="T9" fmla="*/ 1581 h 8994"/>
              <a:gd name="T10" fmla="*/ 5094 w 7013"/>
              <a:gd name="T11" fmla="*/ 1287 h 8994"/>
              <a:gd name="T12" fmla="*/ 5387 w 7013"/>
              <a:gd name="T13" fmla="*/ 1090 h 8994"/>
              <a:gd name="T14" fmla="*/ 5645 w 7013"/>
              <a:gd name="T15" fmla="*/ 917 h 8994"/>
              <a:gd name="T16" fmla="*/ 5849 w 7013"/>
              <a:gd name="T17" fmla="*/ 779 h 8994"/>
              <a:gd name="T18" fmla="*/ 6023 w 7013"/>
              <a:gd name="T19" fmla="*/ 663 h 8994"/>
              <a:gd name="T20" fmla="*/ 6179 w 7013"/>
              <a:gd name="T21" fmla="*/ 558 h 8994"/>
              <a:gd name="T22" fmla="*/ 6302 w 7013"/>
              <a:gd name="T23" fmla="*/ 476 h 8994"/>
              <a:gd name="T24" fmla="*/ 6416 w 7013"/>
              <a:gd name="T25" fmla="*/ 399 h 8994"/>
              <a:gd name="T26" fmla="*/ 6518 w 7013"/>
              <a:gd name="T27" fmla="*/ 332 h 8994"/>
              <a:gd name="T28" fmla="*/ 6605 w 7013"/>
              <a:gd name="T29" fmla="*/ 274 h 8994"/>
              <a:gd name="T30" fmla="*/ 6686 w 7013"/>
              <a:gd name="T31" fmla="*/ 219 h 8994"/>
              <a:gd name="T32" fmla="*/ 6799 w 7013"/>
              <a:gd name="T33" fmla="*/ 144 h 8994"/>
              <a:gd name="T34" fmla="*/ 6915 w 7013"/>
              <a:gd name="T35" fmla="*/ 66 h 8994"/>
              <a:gd name="T36" fmla="*/ 7013 w 7013"/>
              <a:gd name="T37" fmla="*/ 0 h 8994"/>
              <a:gd name="T38" fmla="*/ 7013 w 7013"/>
              <a:gd name="T39" fmla="*/ 219 h 8994"/>
              <a:gd name="T40" fmla="*/ 7013 w 7013"/>
              <a:gd name="T41" fmla="*/ 437 h 8994"/>
              <a:gd name="T42" fmla="*/ 6980 w 7013"/>
              <a:gd name="T43" fmla="*/ 620 h 8994"/>
              <a:gd name="T44" fmla="*/ 6875 w 7013"/>
              <a:gd name="T45" fmla="*/ 747 h 8994"/>
              <a:gd name="T46" fmla="*/ 6755 w 7013"/>
              <a:gd name="T47" fmla="*/ 890 h 8994"/>
              <a:gd name="T48" fmla="*/ 6661 w 7013"/>
              <a:gd name="T49" fmla="*/ 1004 h 8994"/>
              <a:gd name="T50" fmla="*/ 6578 w 7013"/>
              <a:gd name="T51" fmla="*/ 1103 h 8994"/>
              <a:gd name="T52" fmla="*/ 6489 w 7013"/>
              <a:gd name="T53" fmla="*/ 1210 h 8994"/>
              <a:gd name="T54" fmla="*/ 6381 w 7013"/>
              <a:gd name="T55" fmla="*/ 1338 h 8994"/>
              <a:gd name="T56" fmla="*/ 6263 w 7013"/>
              <a:gd name="T57" fmla="*/ 1479 h 8994"/>
              <a:gd name="T58" fmla="*/ 6130 w 7013"/>
              <a:gd name="T59" fmla="*/ 1640 h 8994"/>
              <a:gd name="T60" fmla="*/ 5967 w 7013"/>
              <a:gd name="T61" fmla="*/ 1835 h 8994"/>
              <a:gd name="T62" fmla="*/ 5787 w 7013"/>
              <a:gd name="T63" fmla="*/ 2050 h 8994"/>
              <a:gd name="T64" fmla="*/ 5645 w 7013"/>
              <a:gd name="T65" fmla="*/ 2222 h 8994"/>
              <a:gd name="T66" fmla="*/ 5520 w 7013"/>
              <a:gd name="T67" fmla="*/ 2372 h 8994"/>
              <a:gd name="T68" fmla="*/ 5386 w 7013"/>
              <a:gd name="T69" fmla="*/ 2533 h 8994"/>
              <a:gd name="T70" fmla="*/ 5244 w 7013"/>
              <a:gd name="T71" fmla="*/ 2703 h 8994"/>
              <a:gd name="T72" fmla="*/ 5092 w 7013"/>
              <a:gd name="T73" fmla="*/ 2885 h 8994"/>
              <a:gd name="T74" fmla="*/ 4826 w 7013"/>
              <a:gd name="T75" fmla="*/ 3205 h 8994"/>
              <a:gd name="T76" fmla="*/ 4253 w 7013"/>
              <a:gd name="T77" fmla="*/ 3891 h 8994"/>
              <a:gd name="T78" fmla="*/ 3517 w 7013"/>
              <a:gd name="T79" fmla="*/ 4775 h 8994"/>
              <a:gd name="T80" fmla="*/ 2584 w 7013"/>
              <a:gd name="T81" fmla="*/ 5894 h 8994"/>
              <a:gd name="T82" fmla="*/ 1422 w 7013"/>
              <a:gd name="T83" fmla="*/ 7287 h 8994"/>
              <a:gd name="T84" fmla="*/ 0 w 7013"/>
              <a:gd name="T85" fmla="*/ 8994 h 8994"/>
              <a:gd name="T86" fmla="*/ 0 w 7013"/>
              <a:gd name="T87" fmla="*/ 8196 h 8994"/>
              <a:gd name="T88" fmla="*/ 0 w 7013"/>
              <a:gd name="T89" fmla="*/ 7394 h 8994"/>
              <a:gd name="T90" fmla="*/ 0 w 7013"/>
              <a:gd name="T91" fmla="*/ 6589 h 8994"/>
              <a:gd name="T92" fmla="*/ 0 w 7013"/>
              <a:gd name="T93" fmla="*/ 5781 h 8994"/>
              <a:gd name="T94" fmla="*/ 0 w 7013"/>
              <a:gd name="T95" fmla="*/ 4972 h 8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013" h="8994">
                <a:moveTo>
                  <a:pt x="0" y="4701"/>
                </a:moveTo>
                <a:lnTo>
                  <a:pt x="505" y="4362"/>
                </a:lnTo>
                <a:lnTo>
                  <a:pt x="981" y="4043"/>
                </a:lnTo>
                <a:lnTo>
                  <a:pt x="1424" y="3746"/>
                </a:lnTo>
                <a:lnTo>
                  <a:pt x="1840" y="3467"/>
                </a:lnTo>
                <a:lnTo>
                  <a:pt x="2227" y="3207"/>
                </a:lnTo>
                <a:lnTo>
                  <a:pt x="2587" y="2967"/>
                </a:lnTo>
                <a:lnTo>
                  <a:pt x="2923" y="2742"/>
                </a:lnTo>
                <a:lnTo>
                  <a:pt x="3234" y="2533"/>
                </a:lnTo>
                <a:lnTo>
                  <a:pt x="3520" y="2341"/>
                </a:lnTo>
                <a:lnTo>
                  <a:pt x="3787" y="2162"/>
                </a:lnTo>
                <a:lnTo>
                  <a:pt x="4031" y="1998"/>
                </a:lnTo>
                <a:lnTo>
                  <a:pt x="4257" y="1847"/>
                </a:lnTo>
                <a:lnTo>
                  <a:pt x="4463" y="1709"/>
                </a:lnTo>
                <a:lnTo>
                  <a:pt x="4654" y="1581"/>
                </a:lnTo>
                <a:lnTo>
                  <a:pt x="4828" y="1465"/>
                </a:lnTo>
                <a:lnTo>
                  <a:pt x="4988" y="1358"/>
                </a:lnTo>
                <a:lnTo>
                  <a:pt x="5094" y="1287"/>
                </a:lnTo>
                <a:lnTo>
                  <a:pt x="5196" y="1219"/>
                </a:lnTo>
                <a:lnTo>
                  <a:pt x="5294" y="1154"/>
                </a:lnTo>
                <a:lnTo>
                  <a:pt x="5387" y="1090"/>
                </a:lnTo>
                <a:lnTo>
                  <a:pt x="5477" y="1031"/>
                </a:lnTo>
                <a:lnTo>
                  <a:pt x="5563" y="973"/>
                </a:lnTo>
                <a:lnTo>
                  <a:pt x="5645" y="917"/>
                </a:lnTo>
                <a:lnTo>
                  <a:pt x="5724" y="864"/>
                </a:lnTo>
                <a:lnTo>
                  <a:pt x="5788" y="822"/>
                </a:lnTo>
                <a:lnTo>
                  <a:pt x="5849" y="779"/>
                </a:lnTo>
                <a:lnTo>
                  <a:pt x="5908" y="739"/>
                </a:lnTo>
                <a:lnTo>
                  <a:pt x="5967" y="700"/>
                </a:lnTo>
                <a:lnTo>
                  <a:pt x="6023" y="663"/>
                </a:lnTo>
                <a:lnTo>
                  <a:pt x="6076" y="626"/>
                </a:lnTo>
                <a:lnTo>
                  <a:pt x="6128" y="592"/>
                </a:lnTo>
                <a:lnTo>
                  <a:pt x="6179" y="558"/>
                </a:lnTo>
                <a:lnTo>
                  <a:pt x="6222" y="529"/>
                </a:lnTo>
                <a:lnTo>
                  <a:pt x="6262" y="502"/>
                </a:lnTo>
                <a:lnTo>
                  <a:pt x="6302" y="476"/>
                </a:lnTo>
                <a:lnTo>
                  <a:pt x="6342" y="449"/>
                </a:lnTo>
                <a:lnTo>
                  <a:pt x="6380" y="424"/>
                </a:lnTo>
                <a:lnTo>
                  <a:pt x="6416" y="399"/>
                </a:lnTo>
                <a:lnTo>
                  <a:pt x="6453" y="376"/>
                </a:lnTo>
                <a:lnTo>
                  <a:pt x="6488" y="352"/>
                </a:lnTo>
                <a:lnTo>
                  <a:pt x="6518" y="332"/>
                </a:lnTo>
                <a:lnTo>
                  <a:pt x="6548" y="311"/>
                </a:lnTo>
                <a:lnTo>
                  <a:pt x="6577" y="293"/>
                </a:lnTo>
                <a:lnTo>
                  <a:pt x="6605" y="274"/>
                </a:lnTo>
                <a:lnTo>
                  <a:pt x="6633" y="256"/>
                </a:lnTo>
                <a:lnTo>
                  <a:pt x="6659" y="237"/>
                </a:lnTo>
                <a:lnTo>
                  <a:pt x="6686" y="219"/>
                </a:lnTo>
                <a:lnTo>
                  <a:pt x="6712" y="202"/>
                </a:lnTo>
                <a:lnTo>
                  <a:pt x="6757" y="172"/>
                </a:lnTo>
                <a:lnTo>
                  <a:pt x="6799" y="144"/>
                </a:lnTo>
                <a:lnTo>
                  <a:pt x="6841" y="116"/>
                </a:lnTo>
                <a:lnTo>
                  <a:pt x="6879" y="89"/>
                </a:lnTo>
                <a:lnTo>
                  <a:pt x="6915" y="66"/>
                </a:lnTo>
                <a:lnTo>
                  <a:pt x="6949" y="43"/>
                </a:lnTo>
                <a:lnTo>
                  <a:pt x="6981" y="21"/>
                </a:lnTo>
                <a:lnTo>
                  <a:pt x="7013" y="0"/>
                </a:lnTo>
                <a:lnTo>
                  <a:pt x="7013" y="73"/>
                </a:lnTo>
                <a:lnTo>
                  <a:pt x="7013" y="146"/>
                </a:lnTo>
                <a:lnTo>
                  <a:pt x="7013" y="219"/>
                </a:lnTo>
                <a:lnTo>
                  <a:pt x="7013" y="292"/>
                </a:lnTo>
                <a:lnTo>
                  <a:pt x="7013" y="364"/>
                </a:lnTo>
                <a:lnTo>
                  <a:pt x="7013" y="437"/>
                </a:lnTo>
                <a:lnTo>
                  <a:pt x="7013" y="508"/>
                </a:lnTo>
                <a:lnTo>
                  <a:pt x="7013" y="581"/>
                </a:lnTo>
                <a:lnTo>
                  <a:pt x="6980" y="620"/>
                </a:lnTo>
                <a:lnTo>
                  <a:pt x="6946" y="660"/>
                </a:lnTo>
                <a:lnTo>
                  <a:pt x="6911" y="703"/>
                </a:lnTo>
                <a:lnTo>
                  <a:pt x="6875" y="747"/>
                </a:lnTo>
                <a:lnTo>
                  <a:pt x="6837" y="793"/>
                </a:lnTo>
                <a:lnTo>
                  <a:pt x="6797" y="840"/>
                </a:lnTo>
                <a:lnTo>
                  <a:pt x="6755" y="890"/>
                </a:lnTo>
                <a:lnTo>
                  <a:pt x="6712" y="941"/>
                </a:lnTo>
                <a:lnTo>
                  <a:pt x="6686" y="973"/>
                </a:lnTo>
                <a:lnTo>
                  <a:pt x="6661" y="1004"/>
                </a:lnTo>
                <a:lnTo>
                  <a:pt x="6633" y="1036"/>
                </a:lnTo>
                <a:lnTo>
                  <a:pt x="6606" y="1070"/>
                </a:lnTo>
                <a:lnTo>
                  <a:pt x="6578" y="1103"/>
                </a:lnTo>
                <a:lnTo>
                  <a:pt x="6549" y="1138"/>
                </a:lnTo>
                <a:lnTo>
                  <a:pt x="6520" y="1173"/>
                </a:lnTo>
                <a:lnTo>
                  <a:pt x="6489" y="1210"/>
                </a:lnTo>
                <a:lnTo>
                  <a:pt x="6454" y="1251"/>
                </a:lnTo>
                <a:lnTo>
                  <a:pt x="6419" y="1295"/>
                </a:lnTo>
                <a:lnTo>
                  <a:pt x="6381" y="1338"/>
                </a:lnTo>
                <a:lnTo>
                  <a:pt x="6343" y="1384"/>
                </a:lnTo>
                <a:lnTo>
                  <a:pt x="6303" y="1431"/>
                </a:lnTo>
                <a:lnTo>
                  <a:pt x="6263" y="1479"/>
                </a:lnTo>
                <a:lnTo>
                  <a:pt x="6222" y="1529"/>
                </a:lnTo>
                <a:lnTo>
                  <a:pt x="6179" y="1580"/>
                </a:lnTo>
                <a:lnTo>
                  <a:pt x="6130" y="1640"/>
                </a:lnTo>
                <a:lnTo>
                  <a:pt x="6077" y="1703"/>
                </a:lnTo>
                <a:lnTo>
                  <a:pt x="6023" y="1768"/>
                </a:lnTo>
                <a:lnTo>
                  <a:pt x="5967" y="1835"/>
                </a:lnTo>
                <a:lnTo>
                  <a:pt x="5908" y="1905"/>
                </a:lnTo>
                <a:lnTo>
                  <a:pt x="5849" y="1976"/>
                </a:lnTo>
                <a:lnTo>
                  <a:pt x="5787" y="2050"/>
                </a:lnTo>
                <a:lnTo>
                  <a:pt x="5724" y="2127"/>
                </a:lnTo>
                <a:lnTo>
                  <a:pt x="5685" y="2174"/>
                </a:lnTo>
                <a:lnTo>
                  <a:pt x="5645" y="2222"/>
                </a:lnTo>
                <a:lnTo>
                  <a:pt x="5603" y="2272"/>
                </a:lnTo>
                <a:lnTo>
                  <a:pt x="5562" y="2321"/>
                </a:lnTo>
                <a:lnTo>
                  <a:pt x="5520" y="2372"/>
                </a:lnTo>
                <a:lnTo>
                  <a:pt x="5476" y="2425"/>
                </a:lnTo>
                <a:lnTo>
                  <a:pt x="5431" y="2478"/>
                </a:lnTo>
                <a:lnTo>
                  <a:pt x="5386" y="2533"/>
                </a:lnTo>
                <a:lnTo>
                  <a:pt x="5340" y="2588"/>
                </a:lnTo>
                <a:lnTo>
                  <a:pt x="5292" y="2645"/>
                </a:lnTo>
                <a:lnTo>
                  <a:pt x="5244" y="2703"/>
                </a:lnTo>
                <a:lnTo>
                  <a:pt x="5194" y="2763"/>
                </a:lnTo>
                <a:lnTo>
                  <a:pt x="5144" y="2823"/>
                </a:lnTo>
                <a:lnTo>
                  <a:pt x="5092" y="2885"/>
                </a:lnTo>
                <a:lnTo>
                  <a:pt x="5040" y="2948"/>
                </a:lnTo>
                <a:lnTo>
                  <a:pt x="4986" y="3013"/>
                </a:lnTo>
                <a:lnTo>
                  <a:pt x="4826" y="3205"/>
                </a:lnTo>
                <a:lnTo>
                  <a:pt x="4651" y="3414"/>
                </a:lnTo>
                <a:lnTo>
                  <a:pt x="4460" y="3642"/>
                </a:lnTo>
                <a:lnTo>
                  <a:pt x="4253" y="3891"/>
                </a:lnTo>
                <a:lnTo>
                  <a:pt x="4027" y="4161"/>
                </a:lnTo>
                <a:lnTo>
                  <a:pt x="3782" y="4455"/>
                </a:lnTo>
                <a:lnTo>
                  <a:pt x="3517" y="4775"/>
                </a:lnTo>
                <a:lnTo>
                  <a:pt x="3229" y="5120"/>
                </a:lnTo>
                <a:lnTo>
                  <a:pt x="2918" y="5492"/>
                </a:lnTo>
                <a:lnTo>
                  <a:pt x="2584" y="5894"/>
                </a:lnTo>
                <a:lnTo>
                  <a:pt x="2224" y="6325"/>
                </a:lnTo>
                <a:lnTo>
                  <a:pt x="1836" y="6790"/>
                </a:lnTo>
                <a:lnTo>
                  <a:pt x="1422" y="7287"/>
                </a:lnTo>
                <a:lnTo>
                  <a:pt x="978" y="7819"/>
                </a:lnTo>
                <a:lnTo>
                  <a:pt x="504" y="8388"/>
                </a:lnTo>
                <a:lnTo>
                  <a:pt x="0" y="8994"/>
                </a:lnTo>
                <a:lnTo>
                  <a:pt x="0" y="8728"/>
                </a:lnTo>
                <a:lnTo>
                  <a:pt x="0" y="8462"/>
                </a:lnTo>
                <a:lnTo>
                  <a:pt x="0" y="8196"/>
                </a:lnTo>
                <a:lnTo>
                  <a:pt x="0" y="7929"/>
                </a:lnTo>
                <a:lnTo>
                  <a:pt x="0" y="7662"/>
                </a:lnTo>
                <a:lnTo>
                  <a:pt x="0" y="7394"/>
                </a:lnTo>
                <a:lnTo>
                  <a:pt x="0" y="7126"/>
                </a:lnTo>
                <a:lnTo>
                  <a:pt x="0" y="6858"/>
                </a:lnTo>
                <a:lnTo>
                  <a:pt x="0" y="6589"/>
                </a:lnTo>
                <a:lnTo>
                  <a:pt x="0" y="6321"/>
                </a:lnTo>
                <a:lnTo>
                  <a:pt x="0" y="6051"/>
                </a:lnTo>
                <a:lnTo>
                  <a:pt x="0" y="5781"/>
                </a:lnTo>
                <a:lnTo>
                  <a:pt x="0" y="5511"/>
                </a:lnTo>
                <a:lnTo>
                  <a:pt x="0" y="5242"/>
                </a:lnTo>
                <a:lnTo>
                  <a:pt x="0" y="4972"/>
                </a:lnTo>
                <a:lnTo>
                  <a:pt x="0" y="4701"/>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8" name="Rectangle 13">
            <a:extLst>
              <a:ext uri="{FF2B5EF4-FFF2-40B4-BE49-F238E27FC236}">
                <a16:creationId xmlns:a16="http://schemas.microsoft.com/office/drawing/2014/main" id="{FE661B4F-4666-A885-DEBF-9BC6607899ED}"/>
              </a:ext>
            </a:extLst>
          </p:cNvPr>
          <p:cNvSpPr>
            <a:spLocks noChangeArrowheads="1"/>
          </p:cNvSpPr>
          <p:nvPr/>
        </p:nvSpPr>
        <p:spPr bwMode="auto">
          <a:xfrm>
            <a:off x="4603204" y="3365628"/>
            <a:ext cx="6441534" cy="151235"/>
          </a:xfrm>
          <a:prstGeom prst="rect">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09" name="Rectangle 14">
            <a:extLst>
              <a:ext uri="{FF2B5EF4-FFF2-40B4-BE49-F238E27FC236}">
                <a16:creationId xmlns:a16="http://schemas.microsoft.com/office/drawing/2014/main" id="{4A006A5C-7415-8FDB-0BFD-0D1C39E3E4A9}"/>
              </a:ext>
            </a:extLst>
          </p:cNvPr>
          <p:cNvSpPr>
            <a:spLocks noChangeArrowheads="1"/>
          </p:cNvSpPr>
          <p:nvPr/>
        </p:nvSpPr>
        <p:spPr bwMode="auto">
          <a:xfrm>
            <a:off x="4603205" y="3542455"/>
            <a:ext cx="4639574" cy="148908"/>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10" name="Rectangle 15">
            <a:extLst>
              <a:ext uri="{FF2B5EF4-FFF2-40B4-BE49-F238E27FC236}">
                <a16:creationId xmlns:a16="http://schemas.microsoft.com/office/drawing/2014/main" id="{AF182809-8D50-C6D5-BDA3-DB93F0B6569C}"/>
              </a:ext>
            </a:extLst>
          </p:cNvPr>
          <p:cNvSpPr>
            <a:spLocks noChangeArrowheads="1"/>
          </p:cNvSpPr>
          <p:nvPr/>
        </p:nvSpPr>
        <p:spPr bwMode="auto">
          <a:xfrm>
            <a:off x="4603204" y="3716957"/>
            <a:ext cx="2837612" cy="149684"/>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11" name="Rectangle 16">
            <a:extLst>
              <a:ext uri="{FF2B5EF4-FFF2-40B4-BE49-F238E27FC236}">
                <a16:creationId xmlns:a16="http://schemas.microsoft.com/office/drawing/2014/main" id="{E4FB26B0-1AE6-2B6C-393A-093C0FEB3C0E}"/>
              </a:ext>
            </a:extLst>
          </p:cNvPr>
          <p:cNvSpPr>
            <a:spLocks noChangeArrowheads="1"/>
          </p:cNvSpPr>
          <p:nvPr/>
        </p:nvSpPr>
        <p:spPr bwMode="auto">
          <a:xfrm>
            <a:off x="4603206" y="3892235"/>
            <a:ext cx="1035656" cy="149684"/>
          </a:xfrm>
          <a:prstGeom prst="rect">
            <a:avLst/>
          </a:prstGeom>
          <a:solidFill>
            <a:schemeClr val="accent5"/>
          </a:solidFill>
          <a:ln>
            <a:noFill/>
          </a:ln>
        </p:spPr>
        <p:txBody>
          <a:bodyPr vert="horz" wrap="square" lIns="91440" tIns="45720" rIns="91440" bIns="45720" numCol="1" anchor="t" anchorCtr="0" compatLnSpc="1">
            <a:prstTxWarp prst="textNoShape">
              <a:avLst/>
            </a:prstTxWarp>
          </a:bodyPr>
          <a:lstStyle/>
          <a:p>
            <a:endParaRPr lang="ru-RU">
              <a:latin typeface="72" panose="020B0503030000000003" pitchFamily="34" charset="0"/>
              <a:cs typeface="72" panose="020B0503030000000003" pitchFamily="34" charset="0"/>
            </a:endParaRPr>
          </a:p>
        </p:txBody>
      </p:sp>
      <p:sp>
        <p:nvSpPr>
          <p:cNvPr id="112" name="TextBox 111">
            <a:extLst>
              <a:ext uri="{FF2B5EF4-FFF2-40B4-BE49-F238E27FC236}">
                <a16:creationId xmlns:a16="http://schemas.microsoft.com/office/drawing/2014/main" id="{12C1FFBA-633E-1214-7E6D-E097FABEF008}"/>
              </a:ext>
            </a:extLst>
          </p:cNvPr>
          <p:cNvSpPr txBox="1"/>
          <p:nvPr/>
        </p:nvSpPr>
        <p:spPr>
          <a:xfrm>
            <a:off x="407988" y="1547750"/>
            <a:ext cx="2473372" cy="400110"/>
          </a:xfrm>
          <a:prstGeom prst="rect">
            <a:avLst/>
          </a:prstGeom>
          <a:noFill/>
        </p:spPr>
        <p:txBody>
          <a:bodyPr wrap="square" rtlCol="0">
            <a:spAutoFit/>
          </a:bodyPr>
          <a:lstStyle/>
          <a:p>
            <a:pPr algn="ctr"/>
            <a:r>
              <a:rPr lang="en-US" sz="2000">
                <a:solidFill>
                  <a:schemeClr val="bg1"/>
                </a:solidFill>
                <a:latin typeface="72" panose="020B0503030000000003" pitchFamily="34" charset="0"/>
                <a:ea typeface="Roboto" panose="02000000000000000000" pitchFamily="2" charset="0"/>
                <a:cs typeface="72" panose="020B0503030000000003" pitchFamily="34" charset="0"/>
              </a:rPr>
              <a:t>Project Here</a:t>
            </a:r>
            <a:endParaRPr lang="ru-RU" sz="2000">
              <a:solidFill>
                <a:schemeClr val="bg1"/>
              </a:solidFill>
              <a:latin typeface="72" panose="020B0503030000000003" pitchFamily="34" charset="0"/>
              <a:ea typeface="Roboto" panose="02000000000000000000" pitchFamily="2" charset="0"/>
              <a:cs typeface="72" panose="020B0503030000000003" pitchFamily="34" charset="0"/>
            </a:endParaRPr>
          </a:p>
        </p:txBody>
      </p:sp>
      <p:sp>
        <p:nvSpPr>
          <p:cNvPr id="116" name="Прямоугольник 39">
            <a:extLst>
              <a:ext uri="{FF2B5EF4-FFF2-40B4-BE49-F238E27FC236}">
                <a16:creationId xmlns:a16="http://schemas.microsoft.com/office/drawing/2014/main" id="{E915912A-CC82-B092-D0B6-3E40517E9115}"/>
              </a:ext>
            </a:extLst>
          </p:cNvPr>
          <p:cNvSpPr/>
          <p:nvPr/>
        </p:nvSpPr>
        <p:spPr>
          <a:xfrm>
            <a:off x="5520980" y="4775100"/>
            <a:ext cx="5630393" cy="310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latin typeface="72" panose="020B0503030000000003" pitchFamily="34" charset="0"/>
              <a:cs typeface="72" panose="020B0503030000000003" pitchFamily="34" charset="0"/>
            </a:endParaRPr>
          </a:p>
        </p:txBody>
      </p:sp>
      <p:sp>
        <p:nvSpPr>
          <p:cNvPr id="117" name="TextBox 116">
            <a:extLst>
              <a:ext uri="{FF2B5EF4-FFF2-40B4-BE49-F238E27FC236}">
                <a16:creationId xmlns:a16="http://schemas.microsoft.com/office/drawing/2014/main" id="{9B298A8F-BA62-1C5C-651C-3431D504F3F2}"/>
              </a:ext>
            </a:extLst>
          </p:cNvPr>
          <p:cNvSpPr txBox="1"/>
          <p:nvPr/>
        </p:nvSpPr>
        <p:spPr>
          <a:xfrm>
            <a:off x="5237811" y="5113837"/>
            <a:ext cx="802102" cy="400110"/>
          </a:xfrm>
          <a:prstGeom prst="rect">
            <a:avLst/>
          </a:prstGeom>
          <a:noFill/>
          <a:ln>
            <a:noFill/>
          </a:ln>
        </p:spPr>
        <p:txBody>
          <a:bodyPr wrap="square" rtlCol="0">
            <a:spAutoFit/>
          </a:bodyPr>
          <a:lstStyle/>
          <a:p>
            <a:pPr algn="ctr"/>
            <a:r>
              <a:rPr lang="ru-RU" sz="2000">
                <a:latin typeface="72" panose="020B0503030000000003" pitchFamily="34" charset="0"/>
                <a:ea typeface="Roboto" panose="02000000000000000000" pitchFamily="2" charset="0"/>
                <a:cs typeface="72" panose="020B0503030000000003" pitchFamily="34" charset="0"/>
              </a:rPr>
              <a:t>2021</a:t>
            </a:r>
          </a:p>
        </p:txBody>
      </p:sp>
      <p:sp>
        <p:nvSpPr>
          <p:cNvPr id="119" name="TextBox 118">
            <a:extLst>
              <a:ext uri="{FF2B5EF4-FFF2-40B4-BE49-F238E27FC236}">
                <a16:creationId xmlns:a16="http://schemas.microsoft.com/office/drawing/2014/main" id="{B9523D26-6FCC-6CA3-0672-7E8E96486928}"/>
              </a:ext>
            </a:extLst>
          </p:cNvPr>
          <p:cNvSpPr txBox="1"/>
          <p:nvPr/>
        </p:nvSpPr>
        <p:spPr>
          <a:xfrm>
            <a:off x="7039770" y="5113837"/>
            <a:ext cx="802102" cy="400110"/>
          </a:xfrm>
          <a:prstGeom prst="rect">
            <a:avLst/>
          </a:prstGeom>
          <a:noFill/>
          <a:ln>
            <a:noFill/>
          </a:ln>
        </p:spPr>
        <p:txBody>
          <a:bodyPr wrap="square" rtlCol="0">
            <a:spAutoFit/>
          </a:bodyPr>
          <a:lstStyle/>
          <a:p>
            <a:pPr algn="ctr"/>
            <a:r>
              <a:rPr lang="ru-RU" sz="2000">
                <a:latin typeface="72" panose="020B0503030000000003" pitchFamily="34" charset="0"/>
                <a:ea typeface="Roboto" panose="02000000000000000000" pitchFamily="2" charset="0"/>
                <a:cs typeface="72" panose="020B0503030000000003" pitchFamily="34" charset="0"/>
              </a:rPr>
              <a:t>2022</a:t>
            </a:r>
          </a:p>
        </p:txBody>
      </p:sp>
      <p:sp>
        <p:nvSpPr>
          <p:cNvPr id="121" name="TextBox 120">
            <a:extLst>
              <a:ext uri="{FF2B5EF4-FFF2-40B4-BE49-F238E27FC236}">
                <a16:creationId xmlns:a16="http://schemas.microsoft.com/office/drawing/2014/main" id="{B5AECE26-BE7B-B303-D399-BBFB43307F96}"/>
              </a:ext>
            </a:extLst>
          </p:cNvPr>
          <p:cNvSpPr txBox="1"/>
          <p:nvPr/>
        </p:nvSpPr>
        <p:spPr>
          <a:xfrm>
            <a:off x="8841728" y="5113837"/>
            <a:ext cx="802102" cy="400110"/>
          </a:xfrm>
          <a:prstGeom prst="rect">
            <a:avLst/>
          </a:prstGeom>
          <a:noFill/>
          <a:ln>
            <a:noFill/>
          </a:ln>
        </p:spPr>
        <p:txBody>
          <a:bodyPr wrap="square" rtlCol="0">
            <a:spAutoFit/>
          </a:bodyPr>
          <a:lstStyle/>
          <a:p>
            <a:pPr algn="ctr"/>
            <a:r>
              <a:rPr lang="ru-RU" sz="2000">
                <a:latin typeface="72" panose="020B0503030000000003" pitchFamily="34" charset="0"/>
                <a:ea typeface="Roboto" panose="02000000000000000000" pitchFamily="2" charset="0"/>
                <a:cs typeface="72" panose="020B0503030000000003" pitchFamily="34" charset="0"/>
              </a:rPr>
              <a:t>2023</a:t>
            </a:r>
          </a:p>
        </p:txBody>
      </p:sp>
      <p:sp>
        <p:nvSpPr>
          <p:cNvPr id="123" name="TextBox 122">
            <a:extLst>
              <a:ext uri="{FF2B5EF4-FFF2-40B4-BE49-F238E27FC236}">
                <a16:creationId xmlns:a16="http://schemas.microsoft.com/office/drawing/2014/main" id="{DF372D60-FBBA-095B-F03C-FBFC7E77300A}"/>
              </a:ext>
            </a:extLst>
          </p:cNvPr>
          <p:cNvSpPr txBox="1"/>
          <p:nvPr/>
        </p:nvSpPr>
        <p:spPr>
          <a:xfrm>
            <a:off x="10643687" y="5113837"/>
            <a:ext cx="802102" cy="400110"/>
          </a:xfrm>
          <a:prstGeom prst="rect">
            <a:avLst/>
          </a:prstGeom>
          <a:noFill/>
          <a:ln>
            <a:noFill/>
          </a:ln>
        </p:spPr>
        <p:txBody>
          <a:bodyPr wrap="square" rtlCol="0">
            <a:spAutoFit/>
          </a:bodyPr>
          <a:lstStyle/>
          <a:p>
            <a:pPr algn="ctr"/>
            <a:r>
              <a:rPr lang="ru-RU" sz="2000">
                <a:latin typeface="72" panose="020B0503030000000003" pitchFamily="34" charset="0"/>
                <a:ea typeface="Roboto" panose="02000000000000000000" pitchFamily="2" charset="0"/>
                <a:cs typeface="72" panose="020B0503030000000003" pitchFamily="34" charset="0"/>
              </a:rPr>
              <a:t>2024</a:t>
            </a:r>
          </a:p>
        </p:txBody>
      </p:sp>
      <p:cxnSp>
        <p:nvCxnSpPr>
          <p:cNvPr id="125" name="Прямая соединительная линия 48">
            <a:extLst>
              <a:ext uri="{FF2B5EF4-FFF2-40B4-BE49-F238E27FC236}">
                <a16:creationId xmlns:a16="http://schemas.microsoft.com/office/drawing/2014/main" id="{2F3A60F3-F19B-9E1D-0C1C-FD0C367D5AF5}"/>
              </a:ext>
            </a:extLst>
          </p:cNvPr>
          <p:cNvCxnSpPr>
            <a:cxnSpLocks/>
          </p:cNvCxnSpPr>
          <p:nvPr/>
        </p:nvCxnSpPr>
        <p:spPr>
          <a:xfrm>
            <a:off x="5638862" y="3110530"/>
            <a:ext cx="0" cy="1526545"/>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6" name="Прямая соединительная линия 49">
            <a:extLst>
              <a:ext uri="{FF2B5EF4-FFF2-40B4-BE49-F238E27FC236}">
                <a16:creationId xmlns:a16="http://schemas.microsoft.com/office/drawing/2014/main" id="{B0D70E0F-E60E-126A-78F1-6708CDEB1A65}"/>
              </a:ext>
            </a:extLst>
          </p:cNvPr>
          <p:cNvCxnSpPr>
            <a:cxnSpLocks/>
          </p:cNvCxnSpPr>
          <p:nvPr/>
        </p:nvCxnSpPr>
        <p:spPr>
          <a:xfrm>
            <a:off x="7440821" y="2084900"/>
            <a:ext cx="0" cy="2552175"/>
          </a:xfrm>
          <a:prstGeom prst="line">
            <a:avLst/>
          </a:prstGeom>
          <a:ln w="12700">
            <a:solidFill>
              <a:srgbClr val="89D1FF"/>
            </a:solidFill>
          </a:ln>
        </p:spPr>
        <p:style>
          <a:lnRef idx="1">
            <a:schemeClr val="accent1"/>
          </a:lnRef>
          <a:fillRef idx="0">
            <a:schemeClr val="accent1"/>
          </a:fillRef>
          <a:effectRef idx="0">
            <a:schemeClr val="accent1"/>
          </a:effectRef>
          <a:fontRef idx="minor">
            <a:schemeClr val="tx1"/>
          </a:fontRef>
        </p:style>
      </p:cxnSp>
      <p:cxnSp>
        <p:nvCxnSpPr>
          <p:cNvPr id="127" name="Прямая соединительная линия 50">
            <a:extLst>
              <a:ext uri="{FF2B5EF4-FFF2-40B4-BE49-F238E27FC236}">
                <a16:creationId xmlns:a16="http://schemas.microsoft.com/office/drawing/2014/main" id="{A6A86BC7-A0F8-212B-8825-1D7CD5051E3B}"/>
              </a:ext>
            </a:extLst>
          </p:cNvPr>
          <p:cNvCxnSpPr>
            <a:cxnSpLocks/>
          </p:cNvCxnSpPr>
          <p:nvPr/>
        </p:nvCxnSpPr>
        <p:spPr>
          <a:xfrm>
            <a:off x="9242779" y="3110530"/>
            <a:ext cx="0" cy="1526545"/>
          </a:xfrm>
          <a:prstGeom prst="line">
            <a:avLst/>
          </a:prstGeom>
          <a:ln w="12700">
            <a:solidFill>
              <a:srgbClr val="1990FF"/>
            </a:solidFill>
          </a:ln>
        </p:spPr>
        <p:style>
          <a:lnRef idx="1">
            <a:schemeClr val="accent1"/>
          </a:lnRef>
          <a:fillRef idx="0">
            <a:schemeClr val="accent1"/>
          </a:fillRef>
          <a:effectRef idx="0">
            <a:schemeClr val="accent1"/>
          </a:effectRef>
          <a:fontRef idx="minor">
            <a:schemeClr val="tx1"/>
          </a:fontRef>
        </p:style>
      </p:cxnSp>
      <p:cxnSp>
        <p:nvCxnSpPr>
          <p:cNvPr id="128" name="Прямая соединительная линия 51">
            <a:extLst>
              <a:ext uri="{FF2B5EF4-FFF2-40B4-BE49-F238E27FC236}">
                <a16:creationId xmlns:a16="http://schemas.microsoft.com/office/drawing/2014/main" id="{B09BFC6D-1901-AC53-173E-9935394B8703}"/>
              </a:ext>
            </a:extLst>
          </p:cNvPr>
          <p:cNvCxnSpPr>
            <a:cxnSpLocks/>
          </p:cNvCxnSpPr>
          <p:nvPr/>
        </p:nvCxnSpPr>
        <p:spPr>
          <a:xfrm>
            <a:off x="11044738" y="2084900"/>
            <a:ext cx="0" cy="2552175"/>
          </a:xfrm>
          <a:prstGeom prst="line">
            <a:avLst/>
          </a:prstGeom>
          <a:ln w="12700">
            <a:solidFill>
              <a:srgbClr val="002986"/>
            </a:solidFill>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4F6D63CB-9DDB-4979-D5E1-B3C06938D39B}"/>
              </a:ext>
            </a:extLst>
          </p:cNvPr>
          <p:cNvSpPr txBox="1"/>
          <p:nvPr/>
        </p:nvSpPr>
        <p:spPr>
          <a:xfrm>
            <a:off x="4806781" y="480646"/>
            <a:ext cx="3612628" cy="784830"/>
          </a:xfrm>
          <a:prstGeom prst="rect">
            <a:avLst/>
          </a:prstGeom>
          <a:noFill/>
        </p:spPr>
        <p:txBody>
          <a:bodyPr wrap="square" rtlCol="0">
            <a:spAutoFit/>
          </a:bodyPr>
          <a:lstStyle/>
          <a:p>
            <a:pPr algn="ctr"/>
            <a:r>
              <a:rPr lang="en-US" sz="4500">
                <a:solidFill>
                  <a:schemeClr val="bg1"/>
                </a:solidFill>
                <a:latin typeface="72" panose="020B0503030000000003" pitchFamily="34" charset="0"/>
                <a:ea typeface="Roboto Black" panose="02000000000000000000" pitchFamily="2" charset="0"/>
                <a:cs typeface="Open Sans Light" panose="020B0306030504020204" pitchFamily="34" charset="0"/>
              </a:rPr>
              <a:t>Timeline</a:t>
            </a:r>
            <a:endParaRPr lang="ru-RU" sz="4500">
              <a:solidFill>
                <a:schemeClr val="bg1"/>
              </a:solidFill>
              <a:latin typeface="72" panose="020B0503030000000003" pitchFamily="34" charset="0"/>
              <a:ea typeface="Roboto Black" panose="02000000000000000000" pitchFamily="2" charset="0"/>
              <a:cs typeface="Open Sans Light" panose="020B0306030504020204" pitchFamily="34" charset="0"/>
            </a:endParaRPr>
          </a:p>
        </p:txBody>
      </p:sp>
      <p:sp>
        <p:nvSpPr>
          <p:cNvPr id="130" name="TextBox 129">
            <a:extLst>
              <a:ext uri="{FF2B5EF4-FFF2-40B4-BE49-F238E27FC236}">
                <a16:creationId xmlns:a16="http://schemas.microsoft.com/office/drawing/2014/main" id="{5175E280-DBCE-F56C-4237-CBD73228B747}"/>
              </a:ext>
            </a:extLst>
          </p:cNvPr>
          <p:cNvSpPr txBox="1"/>
          <p:nvPr/>
        </p:nvSpPr>
        <p:spPr>
          <a:xfrm>
            <a:off x="5178843" y="1012186"/>
            <a:ext cx="2868505" cy="553998"/>
          </a:xfrm>
          <a:prstGeom prst="rect">
            <a:avLst/>
          </a:prstGeom>
          <a:noFill/>
        </p:spPr>
        <p:txBody>
          <a:bodyPr wrap="square" rtlCol="0">
            <a:spAutoFit/>
          </a:bodyPr>
          <a:lstStyle/>
          <a:p>
            <a:pPr algn="ctr"/>
            <a:r>
              <a:rPr lang="en-US" sz="1500">
                <a:solidFill>
                  <a:schemeClr val="bg1">
                    <a:lumMod val="40000"/>
                    <a:lumOff val="60000"/>
                  </a:schemeClr>
                </a:solidFill>
                <a:latin typeface="72" panose="020B0503030000000003" pitchFamily="34" charset="0"/>
                <a:ea typeface="Roboto Light" panose="02000000000000000000" pitchFamily="2" charset="0"/>
                <a:cs typeface="72" panose="020B0503030000000003" pitchFamily="34" charset="0"/>
              </a:rPr>
              <a:t>Please write your great title is here</a:t>
            </a:r>
            <a:endParaRPr lang="ru-RU" sz="1500">
              <a:solidFill>
                <a:schemeClr val="bg1">
                  <a:lumMod val="40000"/>
                  <a:lumOff val="60000"/>
                </a:schemeClr>
              </a:solidFill>
              <a:latin typeface="72" panose="020B0503030000000003" pitchFamily="34" charset="0"/>
              <a:ea typeface="Roboto Light" panose="02000000000000000000" pitchFamily="2" charset="0"/>
              <a:cs typeface="72" panose="020B0503030000000003" pitchFamily="34" charset="0"/>
            </a:endParaRPr>
          </a:p>
        </p:txBody>
      </p:sp>
      <p:sp>
        <p:nvSpPr>
          <p:cNvPr id="131" name="Freeform 9">
            <a:extLst>
              <a:ext uri="{FF2B5EF4-FFF2-40B4-BE49-F238E27FC236}">
                <a16:creationId xmlns:a16="http://schemas.microsoft.com/office/drawing/2014/main" id="{F74DBD47-DF25-3D3C-0D0F-64CAAD30A8F2}"/>
              </a:ext>
            </a:extLst>
          </p:cNvPr>
          <p:cNvSpPr>
            <a:spLocks/>
          </p:cNvSpPr>
          <p:nvPr/>
        </p:nvSpPr>
        <p:spPr bwMode="auto">
          <a:xfrm>
            <a:off x="2881360" y="1190951"/>
            <a:ext cx="1721845" cy="2325911"/>
          </a:xfrm>
          <a:custGeom>
            <a:avLst/>
            <a:gdLst>
              <a:gd name="T0" fmla="*/ 604 w 7013"/>
              <a:gd name="T1" fmla="*/ 725 h 8997"/>
              <a:gd name="T2" fmla="*/ 1421 w 7013"/>
              <a:gd name="T3" fmla="*/ 1705 h 8997"/>
              <a:gd name="T4" fmla="*/ 2135 w 7013"/>
              <a:gd name="T5" fmla="*/ 2562 h 8997"/>
              <a:gd name="T6" fmla="*/ 2756 w 7013"/>
              <a:gd name="T7" fmla="*/ 3308 h 8997"/>
              <a:gd name="T8" fmla="*/ 3294 w 7013"/>
              <a:gd name="T9" fmla="*/ 3953 h 8997"/>
              <a:gd name="T10" fmla="*/ 3717 w 7013"/>
              <a:gd name="T11" fmla="*/ 4461 h 8997"/>
              <a:gd name="T12" fmla="*/ 4019 w 7013"/>
              <a:gd name="T13" fmla="*/ 4822 h 8997"/>
              <a:gd name="T14" fmla="*/ 4296 w 7013"/>
              <a:gd name="T15" fmla="*/ 5155 h 8997"/>
              <a:gd name="T16" fmla="*/ 4551 w 7013"/>
              <a:gd name="T17" fmla="*/ 5460 h 8997"/>
              <a:gd name="T18" fmla="*/ 4784 w 7013"/>
              <a:gd name="T19" fmla="*/ 5739 h 8997"/>
              <a:gd name="T20" fmla="*/ 4997 w 7013"/>
              <a:gd name="T21" fmla="*/ 5995 h 8997"/>
              <a:gd name="T22" fmla="*/ 5276 w 7013"/>
              <a:gd name="T23" fmla="*/ 6330 h 8997"/>
              <a:gd name="T24" fmla="*/ 5526 w 7013"/>
              <a:gd name="T25" fmla="*/ 6630 h 8997"/>
              <a:gd name="T26" fmla="*/ 5749 w 7013"/>
              <a:gd name="T27" fmla="*/ 6899 h 8997"/>
              <a:gd name="T28" fmla="*/ 5947 w 7013"/>
              <a:gd name="T29" fmla="*/ 7137 h 8997"/>
              <a:gd name="T30" fmla="*/ 6124 w 7013"/>
              <a:gd name="T31" fmla="*/ 7347 h 8997"/>
              <a:gd name="T32" fmla="*/ 6331 w 7013"/>
              <a:gd name="T33" fmla="*/ 7596 h 8997"/>
              <a:gd name="T34" fmla="*/ 6535 w 7013"/>
              <a:gd name="T35" fmla="*/ 7840 h 8997"/>
              <a:gd name="T36" fmla="*/ 6709 w 7013"/>
              <a:gd name="T37" fmla="*/ 8048 h 8997"/>
              <a:gd name="T38" fmla="*/ 6775 w 7013"/>
              <a:gd name="T39" fmla="*/ 8128 h 8997"/>
              <a:gd name="T40" fmla="*/ 6838 w 7013"/>
              <a:gd name="T41" fmla="*/ 8204 h 8997"/>
              <a:gd name="T42" fmla="*/ 6913 w 7013"/>
              <a:gd name="T43" fmla="*/ 8295 h 8997"/>
              <a:gd name="T44" fmla="*/ 7013 w 7013"/>
              <a:gd name="T45" fmla="*/ 8413 h 8997"/>
              <a:gd name="T46" fmla="*/ 7013 w 7013"/>
              <a:gd name="T47" fmla="*/ 8634 h 8997"/>
              <a:gd name="T48" fmla="*/ 7013 w 7013"/>
              <a:gd name="T49" fmla="*/ 8851 h 8997"/>
              <a:gd name="T50" fmla="*/ 6981 w 7013"/>
              <a:gd name="T51" fmla="*/ 8975 h 8997"/>
              <a:gd name="T52" fmla="*/ 6878 w 7013"/>
              <a:gd name="T53" fmla="*/ 8907 h 8997"/>
              <a:gd name="T54" fmla="*/ 6754 w 7013"/>
              <a:gd name="T55" fmla="*/ 8823 h 8997"/>
              <a:gd name="T56" fmla="*/ 6597 w 7013"/>
              <a:gd name="T57" fmla="*/ 8719 h 8997"/>
              <a:gd name="T58" fmla="*/ 6404 w 7013"/>
              <a:gd name="T59" fmla="*/ 8589 h 8997"/>
              <a:gd name="T60" fmla="*/ 6178 w 7013"/>
              <a:gd name="T61" fmla="*/ 8438 h 8997"/>
              <a:gd name="T62" fmla="*/ 6009 w 7013"/>
              <a:gd name="T63" fmla="*/ 8325 h 8997"/>
              <a:gd name="T64" fmla="*/ 5818 w 7013"/>
              <a:gd name="T65" fmla="*/ 8198 h 8997"/>
              <a:gd name="T66" fmla="*/ 5602 w 7013"/>
              <a:gd name="T67" fmla="*/ 8053 h 8997"/>
              <a:gd name="T68" fmla="*/ 5360 w 7013"/>
              <a:gd name="T69" fmla="*/ 7891 h 8997"/>
              <a:gd name="T70" fmla="*/ 5089 w 7013"/>
              <a:gd name="T71" fmla="*/ 7710 h 8997"/>
              <a:gd name="T72" fmla="*/ 4660 w 7013"/>
              <a:gd name="T73" fmla="*/ 7424 h 8997"/>
              <a:gd name="T74" fmla="*/ 4039 w 7013"/>
              <a:gd name="T75" fmla="*/ 7008 h 8997"/>
              <a:gd name="T76" fmla="*/ 3242 w 7013"/>
              <a:gd name="T77" fmla="*/ 6476 h 8997"/>
              <a:gd name="T78" fmla="*/ 2235 w 7013"/>
              <a:gd name="T79" fmla="*/ 5801 h 8997"/>
              <a:gd name="T80" fmla="*/ 984 w 7013"/>
              <a:gd name="T81" fmla="*/ 4965 h 8997"/>
              <a:gd name="T82" fmla="*/ 0 w 7013"/>
              <a:gd name="T83" fmla="*/ 4038 h 8997"/>
              <a:gd name="T84" fmla="*/ 0 w 7013"/>
              <a:gd name="T85" fmla="*/ 3234 h 8997"/>
              <a:gd name="T86" fmla="*/ 0 w 7013"/>
              <a:gd name="T87" fmla="*/ 2427 h 8997"/>
              <a:gd name="T88" fmla="*/ 0 w 7013"/>
              <a:gd name="T89" fmla="*/ 1619 h 8997"/>
              <a:gd name="T90" fmla="*/ 0 w 7013"/>
              <a:gd name="T91" fmla="*/ 809 h 8997"/>
              <a:gd name="T92" fmla="*/ 0 w 7013"/>
              <a:gd name="T93" fmla="*/ 0 h 89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013" h="8997">
                <a:moveTo>
                  <a:pt x="0" y="0"/>
                </a:moveTo>
                <a:lnTo>
                  <a:pt x="309" y="371"/>
                </a:lnTo>
                <a:lnTo>
                  <a:pt x="604" y="725"/>
                </a:lnTo>
                <a:lnTo>
                  <a:pt x="888" y="1067"/>
                </a:lnTo>
                <a:lnTo>
                  <a:pt x="1160" y="1393"/>
                </a:lnTo>
                <a:lnTo>
                  <a:pt x="1421" y="1705"/>
                </a:lnTo>
                <a:lnTo>
                  <a:pt x="1670" y="2004"/>
                </a:lnTo>
                <a:lnTo>
                  <a:pt x="1908" y="2289"/>
                </a:lnTo>
                <a:lnTo>
                  <a:pt x="2135" y="2562"/>
                </a:lnTo>
                <a:lnTo>
                  <a:pt x="2351" y="2822"/>
                </a:lnTo>
                <a:lnTo>
                  <a:pt x="2559" y="3071"/>
                </a:lnTo>
                <a:lnTo>
                  <a:pt x="2756" y="3308"/>
                </a:lnTo>
                <a:lnTo>
                  <a:pt x="2944" y="3534"/>
                </a:lnTo>
                <a:lnTo>
                  <a:pt x="3124" y="3749"/>
                </a:lnTo>
                <a:lnTo>
                  <a:pt x="3294" y="3953"/>
                </a:lnTo>
                <a:lnTo>
                  <a:pt x="3457" y="4149"/>
                </a:lnTo>
                <a:lnTo>
                  <a:pt x="3612" y="4333"/>
                </a:lnTo>
                <a:lnTo>
                  <a:pt x="3717" y="4461"/>
                </a:lnTo>
                <a:lnTo>
                  <a:pt x="3821" y="4585"/>
                </a:lnTo>
                <a:lnTo>
                  <a:pt x="3921" y="4705"/>
                </a:lnTo>
                <a:lnTo>
                  <a:pt x="4019" y="4822"/>
                </a:lnTo>
                <a:lnTo>
                  <a:pt x="4113" y="4936"/>
                </a:lnTo>
                <a:lnTo>
                  <a:pt x="4206" y="5047"/>
                </a:lnTo>
                <a:lnTo>
                  <a:pt x="4296" y="5155"/>
                </a:lnTo>
                <a:lnTo>
                  <a:pt x="4383" y="5259"/>
                </a:lnTo>
                <a:lnTo>
                  <a:pt x="4468" y="5361"/>
                </a:lnTo>
                <a:lnTo>
                  <a:pt x="4551" y="5460"/>
                </a:lnTo>
                <a:lnTo>
                  <a:pt x="4631" y="5556"/>
                </a:lnTo>
                <a:lnTo>
                  <a:pt x="4709" y="5649"/>
                </a:lnTo>
                <a:lnTo>
                  <a:pt x="4784" y="5739"/>
                </a:lnTo>
                <a:lnTo>
                  <a:pt x="4857" y="5827"/>
                </a:lnTo>
                <a:lnTo>
                  <a:pt x="4928" y="5912"/>
                </a:lnTo>
                <a:lnTo>
                  <a:pt x="4997" y="5995"/>
                </a:lnTo>
                <a:lnTo>
                  <a:pt x="5093" y="6110"/>
                </a:lnTo>
                <a:lnTo>
                  <a:pt x="5187" y="6222"/>
                </a:lnTo>
                <a:lnTo>
                  <a:pt x="5276" y="6330"/>
                </a:lnTo>
                <a:lnTo>
                  <a:pt x="5363" y="6433"/>
                </a:lnTo>
                <a:lnTo>
                  <a:pt x="5445" y="6534"/>
                </a:lnTo>
                <a:lnTo>
                  <a:pt x="5526" y="6630"/>
                </a:lnTo>
                <a:lnTo>
                  <a:pt x="5603" y="6722"/>
                </a:lnTo>
                <a:lnTo>
                  <a:pt x="5678" y="6812"/>
                </a:lnTo>
                <a:lnTo>
                  <a:pt x="5749" y="6899"/>
                </a:lnTo>
                <a:lnTo>
                  <a:pt x="5818" y="6981"/>
                </a:lnTo>
                <a:lnTo>
                  <a:pt x="5884" y="7060"/>
                </a:lnTo>
                <a:lnTo>
                  <a:pt x="5947" y="7137"/>
                </a:lnTo>
                <a:lnTo>
                  <a:pt x="6009" y="7210"/>
                </a:lnTo>
                <a:lnTo>
                  <a:pt x="6068" y="7280"/>
                </a:lnTo>
                <a:lnTo>
                  <a:pt x="6124" y="7347"/>
                </a:lnTo>
                <a:lnTo>
                  <a:pt x="6177" y="7411"/>
                </a:lnTo>
                <a:lnTo>
                  <a:pt x="6256" y="7506"/>
                </a:lnTo>
                <a:lnTo>
                  <a:pt x="6331" y="7596"/>
                </a:lnTo>
                <a:lnTo>
                  <a:pt x="6403" y="7682"/>
                </a:lnTo>
                <a:lnTo>
                  <a:pt x="6471" y="7763"/>
                </a:lnTo>
                <a:lnTo>
                  <a:pt x="6535" y="7840"/>
                </a:lnTo>
                <a:lnTo>
                  <a:pt x="6596" y="7913"/>
                </a:lnTo>
                <a:lnTo>
                  <a:pt x="6655" y="7983"/>
                </a:lnTo>
                <a:lnTo>
                  <a:pt x="6709" y="8048"/>
                </a:lnTo>
                <a:lnTo>
                  <a:pt x="6731" y="8075"/>
                </a:lnTo>
                <a:lnTo>
                  <a:pt x="6753" y="8102"/>
                </a:lnTo>
                <a:lnTo>
                  <a:pt x="6775" y="8128"/>
                </a:lnTo>
                <a:lnTo>
                  <a:pt x="6797" y="8154"/>
                </a:lnTo>
                <a:lnTo>
                  <a:pt x="6817" y="8179"/>
                </a:lnTo>
                <a:lnTo>
                  <a:pt x="6838" y="8204"/>
                </a:lnTo>
                <a:lnTo>
                  <a:pt x="6859" y="8228"/>
                </a:lnTo>
                <a:lnTo>
                  <a:pt x="6878" y="8252"/>
                </a:lnTo>
                <a:lnTo>
                  <a:pt x="6913" y="8295"/>
                </a:lnTo>
                <a:lnTo>
                  <a:pt x="6947" y="8335"/>
                </a:lnTo>
                <a:lnTo>
                  <a:pt x="6980" y="8375"/>
                </a:lnTo>
                <a:lnTo>
                  <a:pt x="7013" y="8413"/>
                </a:lnTo>
                <a:lnTo>
                  <a:pt x="7013" y="8487"/>
                </a:lnTo>
                <a:lnTo>
                  <a:pt x="7013" y="8560"/>
                </a:lnTo>
                <a:lnTo>
                  <a:pt x="7013" y="8634"/>
                </a:lnTo>
                <a:lnTo>
                  <a:pt x="7013" y="8707"/>
                </a:lnTo>
                <a:lnTo>
                  <a:pt x="7013" y="8780"/>
                </a:lnTo>
                <a:lnTo>
                  <a:pt x="7013" y="8851"/>
                </a:lnTo>
                <a:lnTo>
                  <a:pt x="7013" y="8924"/>
                </a:lnTo>
                <a:lnTo>
                  <a:pt x="7013" y="8997"/>
                </a:lnTo>
                <a:lnTo>
                  <a:pt x="6981" y="8975"/>
                </a:lnTo>
                <a:lnTo>
                  <a:pt x="6949" y="8954"/>
                </a:lnTo>
                <a:lnTo>
                  <a:pt x="6913" y="8932"/>
                </a:lnTo>
                <a:lnTo>
                  <a:pt x="6878" y="8907"/>
                </a:lnTo>
                <a:lnTo>
                  <a:pt x="6839" y="8881"/>
                </a:lnTo>
                <a:lnTo>
                  <a:pt x="6798" y="8853"/>
                </a:lnTo>
                <a:lnTo>
                  <a:pt x="6754" y="8823"/>
                </a:lnTo>
                <a:lnTo>
                  <a:pt x="6709" y="8794"/>
                </a:lnTo>
                <a:lnTo>
                  <a:pt x="6655" y="8758"/>
                </a:lnTo>
                <a:lnTo>
                  <a:pt x="6597" y="8719"/>
                </a:lnTo>
                <a:lnTo>
                  <a:pt x="6535" y="8678"/>
                </a:lnTo>
                <a:lnTo>
                  <a:pt x="6471" y="8635"/>
                </a:lnTo>
                <a:lnTo>
                  <a:pt x="6404" y="8589"/>
                </a:lnTo>
                <a:lnTo>
                  <a:pt x="6333" y="8542"/>
                </a:lnTo>
                <a:lnTo>
                  <a:pt x="6257" y="8491"/>
                </a:lnTo>
                <a:lnTo>
                  <a:pt x="6178" y="8438"/>
                </a:lnTo>
                <a:lnTo>
                  <a:pt x="6124" y="8402"/>
                </a:lnTo>
                <a:lnTo>
                  <a:pt x="6068" y="8364"/>
                </a:lnTo>
                <a:lnTo>
                  <a:pt x="6009" y="8325"/>
                </a:lnTo>
                <a:lnTo>
                  <a:pt x="5949" y="8284"/>
                </a:lnTo>
                <a:lnTo>
                  <a:pt x="5884" y="8241"/>
                </a:lnTo>
                <a:lnTo>
                  <a:pt x="5818" y="8198"/>
                </a:lnTo>
                <a:lnTo>
                  <a:pt x="5749" y="8151"/>
                </a:lnTo>
                <a:lnTo>
                  <a:pt x="5678" y="8103"/>
                </a:lnTo>
                <a:lnTo>
                  <a:pt x="5602" y="8053"/>
                </a:lnTo>
                <a:lnTo>
                  <a:pt x="5524" y="8001"/>
                </a:lnTo>
                <a:lnTo>
                  <a:pt x="5444" y="7947"/>
                </a:lnTo>
                <a:lnTo>
                  <a:pt x="5360" y="7891"/>
                </a:lnTo>
                <a:lnTo>
                  <a:pt x="5273" y="7833"/>
                </a:lnTo>
                <a:lnTo>
                  <a:pt x="5183" y="7772"/>
                </a:lnTo>
                <a:lnTo>
                  <a:pt x="5089" y="7710"/>
                </a:lnTo>
                <a:lnTo>
                  <a:pt x="4992" y="7646"/>
                </a:lnTo>
                <a:lnTo>
                  <a:pt x="4834" y="7539"/>
                </a:lnTo>
                <a:lnTo>
                  <a:pt x="4660" y="7424"/>
                </a:lnTo>
                <a:lnTo>
                  <a:pt x="4471" y="7297"/>
                </a:lnTo>
                <a:lnTo>
                  <a:pt x="4264" y="7159"/>
                </a:lnTo>
                <a:lnTo>
                  <a:pt x="4039" y="7008"/>
                </a:lnTo>
                <a:lnTo>
                  <a:pt x="3795" y="6845"/>
                </a:lnTo>
                <a:lnTo>
                  <a:pt x="3529" y="6668"/>
                </a:lnTo>
                <a:lnTo>
                  <a:pt x="3242" y="6476"/>
                </a:lnTo>
                <a:lnTo>
                  <a:pt x="2931" y="6268"/>
                </a:lnTo>
                <a:lnTo>
                  <a:pt x="2596" y="6043"/>
                </a:lnTo>
                <a:lnTo>
                  <a:pt x="2235" y="5801"/>
                </a:lnTo>
                <a:lnTo>
                  <a:pt x="1847" y="5542"/>
                </a:lnTo>
                <a:lnTo>
                  <a:pt x="1430" y="5264"/>
                </a:lnTo>
                <a:lnTo>
                  <a:pt x="984" y="4965"/>
                </a:lnTo>
                <a:lnTo>
                  <a:pt x="508" y="4647"/>
                </a:lnTo>
                <a:lnTo>
                  <a:pt x="0" y="4307"/>
                </a:lnTo>
                <a:lnTo>
                  <a:pt x="0" y="4038"/>
                </a:lnTo>
                <a:lnTo>
                  <a:pt x="0" y="3771"/>
                </a:lnTo>
                <a:lnTo>
                  <a:pt x="0" y="3502"/>
                </a:lnTo>
                <a:lnTo>
                  <a:pt x="0" y="3234"/>
                </a:lnTo>
                <a:lnTo>
                  <a:pt x="0" y="2964"/>
                </a:lnTo>
                <a:lnTo>
                  <a:pt x="0" y="2695"/>
                </a:lnTo>
                <a:lnTo>
                  <a:pt x="0" y="2427"/>
                </a:lnTo>
                <a:lnTo>
                  <a:pt x="0" y="2157"/>
                </a:lnTo>
                <a:lnTo>
                  <a:pt x="0" y="1887"/>
                </a:lnTo>
                <a:lnTo>
                  <a:pt x="0" y="1619"/>
                </a:lnTo>
                <a:lnTo>
                  <a:pt x="0" y="1349"/>
                </a:lnTo>
                <a:lnTo>
                  <a:pt x="0" y="1079"/>
                </a:lnTo>
                <a:lnTo>
                  <a:pt x="0" y="809"/>
                </a:lnTo>
                <a:lnTo>
                  <a:pt x="0" y="540"/>
                </a:lnTo>
                <a:lnTo>
                  <a:pt x="0" y="270"/>
                </a:lnTo>
                <a:lnTo>
                  <a:pt x="0" y="0"/>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ru-RU">
              <a:latin typeface="72" panose="020B0503030000000003" pitchFamily="34" charset="0"/>
              <a:cs typeface="72" panose="020B0503030000000003" pitchFamily="34" charset="0"/>
            </a:endParaRPr>
          </a:p>
        </p:txBody>
      </p:sp>
      <p:sp>
        <p:nvSpPr>
          <p:cNvPr id="132" name="Freeform 10">
            <a:extLst>
              <a:ext uri="{FF2B5EF4-FFF2-40B4-BE49-F238E27FC236}">
                <a16:creationId xmlns:a16="http://schemas.microsoft.com/office/drawing/2014/main" id="{288FF357-6D3B-4CC6-753C-0B2A98D816CF}"/>
              </a:ext>
            </a:extLst>
          </p:cNvPr>
          <p:cNvSpPr>
            <a:spLocks/>
          </p:cNvSpPr>
          <p:nvPr/>
        </p:nvSpPr>
        <p:spPr bwMode="auto">
          <a:xfrm>
            <a:off x="2881360" y="2493120"/>
            <a:ext cx="1721845" cy="1198244"/>
          </a:xfrm>
          <a:custGeom>
            <a:avLst/>
            <a:gdLst>
              <a:gd name="T0" fmla="*/ 508 w 7013"/>
              <a:gd name="T1" fmla="*/ 294 h 4635"/>
              <a:gd name="T2" fmla="*/ 1430 w 7013"/>
              <a:gd name="T3" fmla="*/ 826 h 4635"/>
              <a:gd name="T4" fmla="*/ 2235 w 7013"/>
              <a:gd name="T5" fmla="*/ 1292 h 4635"/>
              <a:gd name="T6" fmla="*/ 2931 w 7013"/>
              <a:gd name="T7" fmla="*/ 1695 h 4635"/>
              <a:gd name="T8" fmla="*/ 3529 w 7013"/>
              <a:gd name="T9" fmla="*/ 2040 h 4635"/>
              <a:gd name="T10" fmla="*/ 4039 w 7013"/>
              <a:gd name="T11" fmla="*/ 2336 h 4635"/>
              <a:gd name="T12" fmla="*/ 4471 w 7013"/>
              <a:gd name="T13" fmla="*/ 2585 h 4635"/>
              <a:gd name="T14" fmla="*/ 4833 w 7013"/>
              <a:gd name="T15" fmla="*/ 2795 h 4635"/>
              <a:gd name="T16" fmla="*/ 5089 w 7013"/>
              <a:gd name="T17" fmla="*/ 2943 h 4635"/>
              <a:gd name="T18" fmla="*/ 5274 w 7013"/>
              <a:gd name="T19" fmla="*/ 3049 h 4635"/>
              <a:gd name="T20" fmla="*/ 5445 w 7013"/>
              <a:gd name="T21" fmla="*/ 3149 h 4635"/>
              <a:gd name="T22" fmla="*/ 5603 w 7013"/>
              <a:gd name="T23" fmla="*/ 3240 h 4635"/>
              <a:gd name="T24" fmla="*/ 5749 w 7013"/>
              <a:gd name="T25" fmla="*/ 3325 h 4635"/>
              <a:gd name="T26" fmla="*/ 5884 w 7013"/>
              <a:gd name="T27" fmla="*/ 3403 h 4635"/>
              <a:gd name="T28" fmla="*/ 6009 w 7013"/>
              <a:gd name="T29" fmla="*/ 3476 h 4635"/>
              <a:gd name="T30" fmla="*/ 6124 w 7013"/>
              <a:gd name="T31" fmla="*/ 3541 h 4635"/>
              <a:gd name="T32" fmla="*/ 6257 w 7013"/>
              <a:gd name="T33" fmla="*/ 3619 h 4635"/>
              <a:gd name="T34" fmla="*/ 6404 w 7013"/>
              <a:gd name="T35" fmla="*/ 3704 h 4635"/>
              <a:gd name="T36" fmla="*/ 6535 w 7013"/>
              <a:gd name="T37" fmla="*/ 3781 h 4635"/>
              <a:gd name="T38" fmla="*/ 6655 w 7013"/>
              <a:gd name="T39" fmla="*/ 3850 h 4635"/>
              <a:gd name="T40" fmla="*/ 6754 w 7013"/>
              <a:gd name="T41" fmla="*/ 3907 h 4635"/>
              <a:gd name="T42" fmla="*/ 6839 w 7013"/>
              <a:gd name="T43" fmla="*/ 3957 h 4635"/>
              <a:gd name="T44" fmla="*/ 6913 w 7013"/>
              <a:gd name="T45" fmla="*/ 3999 h 4635"/>
              <a:gd name="T46" fmla="*/ 6981 w 7013"/>
              <a:gd name="T47" fmla="*/ 4038 h 4635"/>
              <a:gd name="T48" fmla="*/ 7013 w 7013"/>
              <a:gd name="T49" fmla="*/ 4129 h 4635"/>
              <a:gd name="T50" fmla="*/ 7013 w 7013"/>
              <a:gd name="T51" fmla="*/ 4275 h 4635"/>
              <a:gd name="T52" fmla="*/ 7013 w 7013"/>
              <a:gd name="T53" fmla="*/ 4420 h 4635"/>
              <a:gd name="T54" fmla="*/ 7013 w 7013"/>
              <a:gd name="T55" fmla="*/ 4563 h 4635"/>
              <a:gd name="T56" fmla="*/ 6981 w 7013"/>
              <a:gd name="T57" fmla="*/ 4634 h 4635"/>
              <a:gd name="T58" fmla="*/ 6915 w 7013"/>
              <a:gd name="T59" fmla="*/ 4630 h 4635"/>
              <a:gd name="T60" fmla="*/ 6839 w 7013"/>
              <a:gd name="T61" fmla="*/ 4628 h 4635"/>
              <a:gd name="T62" fmla="*/ 6755 w 7013"/>
              <a:gd name="T63" fmla="*/ 4623 h 4635"/>
              <a:gd name="T64" fmla="*/ 6656 w 7013"/>
              <a:gd name="T65" fmla="*/ 4619 h 4635"/>
              <a:gd name="T66" fmla="*/ 6537 w 7013"/>
              <a:gd name="T67" fmla="*/ 4613 h 4635"/>
              <a:gd name="T68" fmla="*/ 6404 w 7013"/>
              <a:gd name="T69" fmla="*/ 4607 h 4635"/>
              <a:gd name="T70" fmla="*/ 6257 w 7013"/>
              <a:gd name="T71" fmla="*/ 4601 h 4635"/>
              <a:gd name="T72" fmla="*/ 6125 w 7013"/>
              <a:gd name="T73" fmla="*/ 4595 h 4635"/>
              <a:gd name="T74" fmla="*/ 6009 w 7013"/>
              <a:gd name="T75" fmla="*/ 4590 h 4635"/>
              <a:gd name="T76" fmla="*/ 5884 w 7013"/>
              <a:gd name="T77" fmla="*/ 4584 h 4635"/>
              <a:gd name="T78" fmla="*/ 5749 w 7013"/>
              <a:gd name="T79" fmla="*/ 4578 h 4635"/>
              <a:gd name="T80" fmla="*/ 5602 w 7013"/>
              <a:gd name="T81" fmla="*/ 4572 h 4635"/>
              <a:gd name="T82" fmla="*/ 5443 w 7013"/>
              <a:gd name="T83" fmla="*/ 4564 h 4635"/>
              <a:gd name="T84" fmla="*/ 5273 w 7013"/>
              <a:gd name="T85" fmla="*/ 4557 h 4635"/>
              <a:gd name="T86" fmla="*/ 5088 w 7013"/>
              <a:gd name="T87" fmla="*/ 4549 h 4635"/>
              <a:gd name="T88" fmla="*/ 4832 w 7013"/>
              <a:gd name="T89" fmla="*/ 4538 h 4635"/>
              <a:gd name="T90" fmla="*/ 4468 w 7013"/>
              <a:gd name="T91" fmla="*/ 4522 h 4635"/>
              <a:gd name="T92" fmla="*/ 4036 w 7013"/>
              <a:gd name="T93" fmla="*/ 4502 h 4635"/>
              <a:gd name="T94" fmla="*/ 3527 w 7013"/>
              <a:gd name="T95" fmla="*/ 4481 h 4635"/>
              <a:gd name="T96" fmla="*/ 2929 w 7013"/>
              <a:gd name="T97" fmla="*/ 4454 h 4635"/>
              <a:gd name="T98" fmla="*/ 2232 w 7013"/>
              <a:gd name="T99" fmla="*/ 4423 h 4635"/>
              <a:gd name="T100" fmla="*/ 1429 w 7013"/>
              <a:gd name="T101" fmla="*/ 4388 h 4635"/>
              <a:gd name="T102" fmla="*/ 507 w 7013"/>
              <a:gd name="T103" fmla="*/ 4348 h 4635"/>
              <a:gd name="T104" fmla="*/ 0 w 7013"/>
              <a:gd name="T105" fmla="*/ 4056 h 4635"/>
              <a:gd name="T106" fmla="*/ 0 w 7013"/>
              <a:gd name="T107" fmla="*/ 3517 h 4635"/>
              <a:gd name="T108" fmla="*/ 0 w 7013"/>
              <a:gd name="T109" fmla="*/ 2977 h 4635"/>
              <a:gd name="T110" fmla="*/ 0 w 7013"/>
              <a:gd name="T111" fmla="*/ 2438 h 4635"/>
              <a:gd name="T112" fmla="*/ 0 w 7013"/>
              <a:gd name="T113" fmla="*/ 1897 h 4635"/>
              <a:gd name="T114" fmla="*/ 0 w 7013"/>
              <a:gd name="T115" fmla="*/ 1355 h 4635"/>
              <a:gd name="T116" fmla="*/ 0 w 7013"/>
              <a:gd name="T117" fmla="*/ 813 h 4635"/>
              <a:gd name="T118" fmla="*/ 0 w 7013"/>
              <a:gd name="T119" fmla="*/ 271 h 4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013" h="4635">
                <a:moveTo>
                  <a:pt x="0" y="0"/>
                </a:moveTo>
                <a:lnTo>
                  <a:pt x="508" y="294"/>
                </a:lnTo>
                <a:lnTo>
                  <a:pt x="984" y="569"/>
                </a:lnTo>
                <a:lnTo>
                  <a:pt x="1430" y="826"/>
                </a:lnTo>
                <a:lnTo>
                  <a:pt x="1847" y="1068"/>
                </a:lnTo>
                <a:lnTo>
                  <a:pt x="2235" y="1292"/>
                </a:lnTo>
                <a:lnTo>
                  <a:pt x="2596" y="1501"/>
                </a:lnTo>
                <a:lnTo>
                  <a:pt x="2931" y="1695"/>
                </a:lnTo>
                <a:lnTo>
                  <a:pt x="3242" y="1874"/>
                </a:lnTo>
                <a:lnTo>
                  <a:pt x="3529" y="2040"/>
                </a:lnTo>
                <a:lnTo>
                  <a:pt x="3794" y="2195"/>
                </a:lnTo>
                <a:lnTo>
                  <a:pt x="4039" y="2336"/>
                </a:lnTo>
                <a:lnTo>
                  <a:pt x="4264" y="2466"/>
                </a:lnTo>
                <a:lnTo>
                  <a:pt x="4471" y="2585"/>
                </a:lnTo>
                <a:lnTo>
                  <a:pt x="4660" y="2694"/>
                </a:lnTo>
                <a:lnTo>
                  <a:pt x="4833" y="2795"/>
                </a:lnTo>
                <a:lnTo>
                  <a:pt x="4992" y="2886"/>
                </a:lnTo>
                <a:lnTo>
                  <a:pt x="5089" y="2943"/>
                </a:lnTo>
                <a:lnTo>
                  <a:pt x="5184" y="2997"/>
                </a:lnTo>
                <a:lnTo>
                  <a:pt x="5274" y="3049"/>
                </a:lnTo>
                <a:lnTo>
                  <a:pt x="5362" y="3100"/>
                </a:lnTo>
                <a:lnTo>
                  <a:pt x="5445" y="3149"/>
                </a:lnTo>
                <a:lnTo>
                  <a:pt x="5526" y="3195"/>
                </a:lnTo>
                <a:lnTo>
                  <a:pt x="5603" y="3240"/>
                </a:lnTo>
                <a:lnTo>
                  <a:pt x="5678" y="3284"/>
                </a:lnTo>
                <a:lnTo>
                  <a:pt x="5749" y="3325"/>
                </a:lnTo>
                <a:lnTo>
                  <a:pt x="5818" y="3365"/>
                </a:lnTo>
                <a:lnTo>
                  <a:pt x="5884" y="3403"/>
                </a:lnTo>
                <a:lnTo>
                  <a:pt x="5949" y="3440"/>
                </a:lnTo>
                <a:lnTo>
                  <a:pt x="6009" y="3476"/>
                </a:lnTo>
                <a:lnTo>
                  <a:pt x="6068" y="3510"/>
                </a:lnTo>
                <a:lnTo>
                  <a:pt x="6124" y="3541"/>
                </a:lnTo>
                <a:lnTo>
                  <a:pt x="6178" y="3573"/>
                </a:lnTo>
                <a:lnTo>
                  <a:pt x="6257" y="3619"/>
                </a:lnTo>
                <a:lnTo>
                  <a:pt x="6333" y="3663"/>
                </a:lnTo>
                <a:lnTo>
                  <a:pt x="6404" y="3704"/>
                </a:lnTo>
                <a:lnTo>
                  <a:pt x="6471" y="3743"/>
                </a:lnTo>
                <a:lnTo>
                  <a:pt x="6535" y="3781"/>
                </a:lnTo>
                <a:lnTo>
                  <a:pt x="6597" y="3816"/>
                </a:lnTo>
                <a:lnTo>
                  <a:pt x="6655" y="3850"/>
                </a:lnTo>
                <a:lnTo>
                  <a:pt x="6709" y="3881"/>
                </a:lnTo>
                <a:lnTo>
                  <a:pt x="6754" y="3907"/>
                </a:lnTo>
                <a:lnTo>
                  <a:pt x="6798" y="3933"/>
                </a:lnTo>
                <a:lnTo>
                  <a:pt x="6839" y="3957"/>
                </a:lnTo>
                <a:lnTo>
                  <a:pt x="6878" y="3979"/>
                </a:lnTo>
                <a:lnTo>
                  <a:pt x="6913" y="3999"/>
                </a:lnTo>
                <a:lnTo>
                  <a:pt x="6949" y="4020"/>
                </a:lnTo>
                <a:lnTo>
                  <a:pt x="6981" y="4038"/>
                </a:lnTo>
                <a:lnTo>
                  <a:pt x="7013" y="4058"/>
                </a:lnTo>
                <a:lnTo>
                  <a:pt x="7013" y="4129"/>
                </a:lnTo>
                <a:lnTo>
                  <a:pt x="7013" y="4202"/>
                </a:lnTo>
                <a:lnTo>
                  <a:pt x="7013" y="4275"/>
                </a:lnTo>
                <a:lnTo>
                  <a:pt x="7013" y="4347"/>
                </a:lnTo>
                <a:lnTo>
                  <a:pt x="7013" y="4420"/>
                </a:lnTo>
                <a:lnTo>
                  <a:pt x="7013" y="4492"/>
                </a:lnTo>
                <a:lnTo>
                  <a:pt x="7013" y="4563"/>
                </a:lnTo>
                <a:lnTo>
                  <a:pt x="7013" y="4635"/>
                </a:lnTo>
                <a:lnTo>
                  <a:pt x="6981" y="4634"/>
                </a:lnTo>
                <a:lnTo>
                  <a:pt x="6949" y="4632"/>
                </a:lnTo>
                <a:lnTo>
                  <a:pt x="6915" y="4630"/>
                </a:lnTo>
                <a:lnTo>
                  <a:pt x="6879" y="4629"/>
                </a:lnTo>
                <a:lnTo>
                  <a:pt x="6839" y="4628"/>
                </a:lnTo>
                <a:lnTo>
                  <a:pt x="6798" y="4625"/>
                </a:lnTo>
                <a:lnTo>
                  <a:pt x="6755" y="4623"/>
                </a:lnTo>
                <a:lnTo>
                  <a:pt x="6710" y="4622"/>
                </a:lnTo>
                <a:lnTo>
                  <a:pt x="6656" y="4619"/>
                </a:lnTo>
                <a:lnTo>
                  <a:pt x="6597" y="4615"/>
                </a:lnTo>
                <a:lnTo>
                  <a:pt x="6537" y="4613"/>
                </a:lnTo>
                <a:lnTo>
                  <a:pt x="6472" y="4611"/>
                </a:lnTo>
                <a:lnTo>
                  <a:pt x="6404" y="4607"/>
                </a:lnTo>
                <a:lnTo>
                  <a:pt x="6333" y="4605"/>
                </a:lnTo>
                <a:lnTo>
                  <a:pt x="6257" y="4601"/>
                </a:lnTo>
                <a:lnTo>
                  <a:pt x="6178" y="4597"/>
                </a:lnTo>
                <a:lnTo>
                  <a:pt x="6125" y="4595"/>
                </a:lnTo>
                <a:lnTo>
                  <a:pt x="6068" y="4592"/>
                </a:lnTo>
                <a:lnTo>
                  <a:pt x="6009" y="4590"/>
                </a:lnTo>
                <a:lnTo>
                  <a:pt x="5949" y="4586"/>
                </a:lnTo>
                <a:lnTo>
                  <a:pt x="5884" y="4584"/>
                </a:lnTo>
                <a:lnTo>
                  <a:pt x="5818" y="4581"/>
                </a:lnTo>
                <a:lnTo>
                  <a:pt x="5749" y="4578"/>
                </a:lnTo>
                <a:lnTo>
                  <a:pt x="5676" y="4574"/>
                </a:lnTo>
                <a:lnTo>
                  <a:pt x="5602" y="4572"/>
                </a:lnTo>
                <a:lnTo>
                  <a:pt x="5524" y="4568"/>
                </a:lnTo>
                <a:lnTo>
                  <a:pt x="5443" y="4564"/>
                </a:lnTo>
                <a:lnTo>
                  <a:pt x="5359" y="4561"/>
                </a:lnTo>
                <a:lnTo>
                  <a:pt x="5273" y="4557"/>
                </a:lnTo>
                <a:lnTo>
                  <a:pt x="5182" y="4553"/>
                </a:lnTo>
                <a:lnTo>
                  <a:pt x="5088" y="4549"/>
                </a:lnTo>
                <a:lnTo>
                  <a:pt x="4991" y="4545"/>
                </a:lnTo>
                <a:lnTo>
                  <a:pt x="4832" y="4538"/>
                </a:lnTo>
                <a:lnTo>
                  <a:pt x="4658" y="4530"/>
                </a:lnTo>
                <a:lnTo>
                  <a:pt x="4468" y="4522"/>
                </a:lnTo>
                <a:lnTo>
                  <a:pt x="4262" y="4512"/>
                </a:lnTo>
                <a:lnTo>
                  <a:pt x="4036" y="4502"/>
                </a:lnTo>
                <a:lnTo>
                  <a:pt x="3791" y="4492"/>
                </a:lnTo>
                <a:lnTo>
                  <a:pt x="3527" y="4481"/>
                </a:lnTo>
                <a:lnTo>
                  <a:pt x="3239" y="4467"/>
                </a:lnTo>
                <a:lnTo>
                  <a:pt x="2929" y="4454"/>
                </a:lnTo>
                <a:lnTo>
                  <a:pt x="2593" y="4439"/>
                </a:lnTo>
                <a:lnTo>
                  <a:pt x="2232" y="4423"/>
                </a:lnTo>
                <a:lnTo>
                  <a:pt x="1845" y="4406"/>
                </a:lnTo>
                <a:lnTo>
                  <a:pt x="1429" y="4388"/>
                </a:lnTo>
                <a:lnTo>
                  <a:pt x="983" y="4369"/>
                </a:lnTo>
                <a:lnTo>
                  <a:pt x="507" y="4348"/>
                </a:lnTo>
                <a:lnTo>
                  <a:pt x="0" y="4326"/>
                </a:lnTo>
                <a:lnTo>
                  <a:pt x="0" y="4056"/>
                </a:lnTo>
                <a:lnTo>
                  <a:pt x="0" y="3787"/>
                </a:lnTo>
                <a:lnTo>
                  <a:pt x="0" y="3517"/>
                </a:lnTo>
                <a:lnTo>
                  <a:pt x="0" y="3247"/>
                </a:lnTo>
                <a:lnTo>
                  <a:pt x="0" y="2977"/>
                </a:lnTo>
                <a:lnTo>
                  <a:pt x="0" y="2708"/>
                </a:lnTo>
                <a:lnTo>
                  <a:pt x="0" y="2438"/>
                </a:lnTo>
                <a:lnTo>
                  <a:pt x="0" y="2167"/>
                </a:lnTo>
                <a:lnTo>
                  <a:pt x="0" y="1897"/>
                </a:lnTo>
                <a:lnTo>
                  <a:pt x="0" y="1626"/>
                </a:lnTo>
                <a:lnTo>
                  <a:pt x="0" y="1355"/>
                </a:lnTo>
                <a:lnTo>
                  <a:pt x="0" y="1084"/>
                </a:lnTo>
                <a:lnTo>
                  <a:pt x="0" y="813"/>
                </a:lnTo>
                <a:lnTo>
                  <a:pt x="0" y="542"/>
                </a:lnTo>
                <a:lnTo>
                  <a:pt x="0" y="271"/>
                </a:lnTo>
                <a:lnTo>
                  <a:pt x="0"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ru-RU">
              <a:latin typeface="72" panose="020B0503030000000003" pitchFamily="34" charset="0"/>
              <a:cs typeface="72" panose="020B0503030000000003" pitchFamily="34" charset="0"/>
            </a:endParaRPr>
          </a:p>
        </p:txBody>
      </p:sp>
      <p:sp>
        <p:nvSpPr>
          <p:cNvPr id="133" name="Freeform 11">
            <a:extLst>
              <a:ext uri="{FF2B5EF4-FFF2-40B4-BE49-F238E27FC236}">
                <a16:creationId xmlns:a16="http://schemas.microsoft.com/office/drawing/2014/main" id="{B5293299-3BF1-BD8D-8DF8-D2AFFFFCAD56}"/>
              </a:ext>
            </a:extLst>
          </p:cNvPr>
          <p:cNvSpPr>
            <a:spLocks/>
          </p:cNvSpPr>
          <p:nvPr/>
        </p:nvSpPr>
        <p:spPr bwMode="auto">
          <a:xfrm>
            <a:off x="2881360" y="3716957"/>
            <a:ext cx="1721845" cy="1202122"/>
          </a:xfrm>
          <a:custGeom>
            <a:avLst/>
            <a:gdLst>
              <a:gd name="T0" fmla="*/ 982 w 7013"/>
              <a:gd name="T1" fmla="*/ 279 h 4650"/>
              <a:gd name="T2" fmla="*/ 2231 w 7013"/>
              <a:gd name="T3" fmla="*/ 220 h 4650"/>
              <a:gd name="T4" fmla="*/ 3236 w 7013"/>
              <a:gd name="T5" fmla="*/ 173 h 4650"/>
              <a:gd name="T6" fmla="*/ 4033 w 7013"/>
              <a:gd name="T7" fmla="*/ 136 h 4650"/>
              <a:gd name="T8" fmla="*/ 4655 w 7013"/>
              <a:gd name="T9" fmla="*/ 107 h 4650"/>
              <a:gd name="T10" fmla="*/ 5095 w 7013"/>
              <a:gd name="T11" fmla="*/ 88 h 4650"/>
              <a:gd name="T12" fmla="*/ 5388 w 7013"/>
              <a:gd name="T13" fmla="*/ 74 h 4650"/>
              <a:gd name="T14" fmla="*/ 5646 w 7013"/>
              <a:gd name="T15" fmla="*/ 62 h 4650"/>
              <a:gd name="T16" fmla="*/ 5849 w 7013"/>
              <a:gd name="T17" fmla="*/ 53 h 4650"/>
              <a:gd name="T18" fmla="*/ 6023 w 7013"/>
              <a:gd name="T19" fmla="*/ 45 h 4650"/>
              <a:gd name="T20" fmla="*/ 6178 w 7013"/>
              <a:gd name="T21" fmla="*/ 38 h 4650"/>
              <a:gd name="T22" fmla="*/ 6404 w 7013"/>
              <a:gd name="T23" fmla="*/ 27 h 4650"/>
              <a:gd name="T24" fmla="*/ 6597 w 7013"/>
              <a:gd name="T25" fmla="*/ 19 h 4650"/>
              <a:gd name="T26" fmla="*/ 6755 w 7013"/>
              <a:gd name="T27" fmla="*/ 11 h 4650"/>
              <a:gd name="T28" fmla="*/ 6879 w 7013"/>
              <a:gd name="T29" fmla="*/ 6 h 4650"/>
              <a:gd name="T30" fmla="*/ 6981 w 7013"/>
              <a:gd name="T31" fmla="*/ 2 h 4650"/>
              <a:gd name="T32" fmla="*/ 7013 w 7013"/>
              <a:gd name="T33" fmla="*/ 146 h 4650"/>
              <a:gd name="T34" fmla="*/ 7013 w 7013"/>
              <a:gd name="T35" fmla="*/ 364 h 4650"/>
              <a:gd name="T36" fmla="*/ 7013 w 7013"/>
              <a:gd name="T37" fmla="*/ 580 h 4650"/>
              <a:gd name="T38" fmla="*/ 6915 w 7013"/>
              <a:gd name="T39" fmla="*/ 636 h 4650"/>
              <a:gd name="T40" fmla="*/ 6799 w 7013"/>
              <a:gd name="T41" fmla="*/ 703 h 4650"/>
              <a:gd name="T42" fmla="*/ 6686 w 7013"/>
              <a:gd name="T43" fmla="*/ 770 h 4650"/>
              <a:gd name="T44" fmla="*/ 6605 w 7013"/>
              <a:gd name="T45" fmla="*/ 816 h 4650"/>
              <a:gd name="T46" fmla="*/ 6518 w 7013"/>
              <a:gd name="T47" fmla="*/ 867 h 4650"/>
              <a:gd name="T48" fmla="*/ 6416 w 7013"/>
              <a:gd name="T49" fmla="*/ 925 h 4650"/>
              <a:gd name="T50" fmla="*/ 6303 w 7013"/>
              <a:gd name="T51" fmla="*/ 991 h 4650"/>
              <a:gd name="T52" fmla="*/ 6179 w 7013"/>
              <a:gd name="T53" fmla="*/ 1061 h 4650"/>
              <a:gd name="T54" fmla="*/ 6023 w 7013"/>
              <a:gd name="T55" fmla="*/ 1152 h 4650"/>
              <a:gd name="T56" fmla="*/ 5849 w 7013"/>
              <a:gd name="T57" fmla="*/ 1253 h 4650"/>
              <a:gd name="T58" fmla="*/ 5645 w 7013"/>
              <a:gd name="T59" fmla="*/ 1372 h 4650"/>
              <a:gd name="T60" fmla="*/ 5387 w 7013"/>
              <a:gd name="T61" fmla="*/ 1522 h 4650"/>
              <a:gd name="T62" fmla="*/ 5094 w 7013"/>
              <a:gd name="T63" fmla="*/ 1692 h 4650"/>
              <a:gd name="T64" fmla="*/ 4654 w 7013"/>
              <a:gd name="T65" fmla="*/ 1946 h 4650"/>
              <a:gd name="T66" fmla="*/ 4031 w 7013"/>
              <a:gd name="T67" fmla="*/ 2308 h 4650"/>
              <a:gd name="T68" fmla="*/ 3232 w 7013"/>
              <a:gd name="T69" fmla="*/ 2771 h 4650"/>
              <a:gd name="T70" fmla="*/ 2226 w 7013"/>
              <a:gd name="T71" fmla="*/ 3355 h 4650"/>
              <a:gd name="T72" fmla="*/ 981 w 7013"/>
              <a:gd name="T73" fmla="*/ 4080 h 4650"/>
              <a:gd name="T74" fmla="*/ 0 w 7013"/>
              <a:gd name="T75" fmla="*/ 4380 h 4650"/>
              <a:gd name="T76" fmla="*/ 0 w 7013"/>
              <a:gd name="T77" fmla="*/ 3572 h 4650"/>
              <a:gd name="T78" fmla="*/ 0 w 7013"/>
              <a:gd name="T79" fmla="*/ 2761 h 4650"/>
              <a:gd name="T80" fmla="*/ 0 w 7013"/>
              <a:gd name="T81" fmla="*/ 1949 h 4650"/>
              <a:gd name="T82" fmla="*/ 0 w 7013"/>
              <a:gd name="T83" fmla="*/ 1137 h 4650"/>
              <a:gd name="T84" fmla="*/ 0 w 7013"/>
              <a:gd name="T85" fmla="*/ 324 h 4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013" h="4650">
                <a:moveTo>
                  <a:pt x="0" y="324"/>
                </a:moveTo>
                <a:lnTo>
                  <a:pt x="507" y="300"/>
                </a:lnTo>
                <a:lnTo>
                  <a:pt x="982" y="279"/>
                </a:lnTo>
                <a:lnTo>
                  <a:pt x="1428" y="258"/>
                </a:lnTo>
                <a:lnTo>
                  <a:pt x="1843" y="238"/>
                </a:lnTo>
                <a:lnTo>
                  <a:pt x="2231" y="220"/>
                </a:lnTo>
                <a:lnTo>
                  <a:pt x="2591" y="203"/>
                </a:lnTo>
                <a:lnTo>
                  <a:pt x="2926" y="187"/>
                </a:lnTo>
                <a:lnTo>
                  <a:pt x="3236" y="173"/>
                </a:lnTo>
                <a:lnTo>
                  <a:pt x="3524" y="161"/>
                </a:lnTo>
                <a:lnTo>
                  <a:pt x="3789" y="147"/>
                </a:lnTo>
                <a:lnTo>
                  <a:pt x="4033" y="136"/>
                </a:lnTo>
                <a:lnTo>
                  <a:pt x="4259" y="125"/>
                </a:lnTo>
                <a:lnTo>
                  <a:pt x="4466" y="117"/>
                </a:lnTo>
                <a:lnTo>
                  <a:pt x="4655" y="107"/>
                </a:lnTo>
                <a:lnTo>
                  <a:pt x="4830" y="100"/>
                </a:lnTo>
                <a:lnTo>
                  <a:pt x="4990" y="93"/>
                </a:lnTo>
                <a:lnTo>
                  <a:pt x="5095" y="88"/>
                </a:lnTo>
                <a:lnTo>
                  <a:pt x="5197" y="83"/>
                </a:lnTo>
                <a:lnTo>
                  <a:pt x="5295" y="78"/>
                </a:lnTo>
                <a:lnTo>
                  <a:pt x="5388" y="74"/>
                </a:lnTo>
                <a:lnTo>
                  <a:pt x="5477" y="70"/>
                </a:lnTo>
                <a:lnTo>
                  <a:pt x="5563" y="66"/>
                </a:lnTo>
                <a:lnTo>
                  <a:pt x="5646" y="62"/>
                </a:lnTo>
                <a:lnTo>
                  <a:pt x="5724" y="59"/>
                </a:lnTo>
                <a:lnTo>
                  <a:pt x="5787" y="55"/>
                </a:lnTo>
                <a:lnTo>
                  <a:pt x="5849" y="53"/>
                </a:lnTo>
                <a:lnTo>
                  <a:pt x="5908" y="50"/>
                </a:lnTo>
                <a:lnTo>
                  <a:pt x="5967" y="48"/>
                </a:lnTo>
                <a:lnTo>
                  <a:pt x="6023" y="45"/>
                </a:lnTo>
                <a:lnTo>
                  <a:pt x="6076" y="43"/>
                </a:lnTo>
                <a:lnTo>
                  <a:pt x="6128" y="40"/>
                </a:lnTo>
                <a:lnTo>
                  <a:pt x="6178" y="38"/>
                </a:lnTo>
                <a:lnTo>
                  <a:pt x="6257" y="34"/>
                </a:lnTo>
                <a:lnTo>
                  <a:pt x="6333" y="31"/>
                </a:lnTo>
                <a:lnTo>
                  <a:pt x="6404" y="27"/>
                </a:lnTo>
                <a:lnTo>
                  <a:pt x="6472" y="25"/>
                </a:lnTo>
                <a:lnTo>
                  <a:pt x="6537" y="21"/>
                </a:lnTo>
                <a:lnTo>
                  <a:pt x="6597" y="19"/>
                </a:lnTo>
                <a:lnTo>
                  <a:pt x="6656" y="16"/>
                </a:lnTo>
                <a:lnTo>
                  <a:pt x="6710" y="14"/>
                </a:lnTo>
                <a:lnTo>
                  <a:pt x="6755" y="11"/>
                </a:lnTo>
                <a:lnTo>
                  <a:pt x="6798" y="10"/>
                </a:lnTo>
                <a:lnTo>
                  <a:pt x="6839" y="8"/>
                </a:lnTo>
                <a:lnTo>
                  <a:pt x="6879" y="6"/>
                </a:lnTo>
                <a:lnTo>
                  <a:pt x="6915" y="5"/>
                </a:lnTo>
                <a:lnTo>
                  <a:pt x="6949" y="4"/>
                </a:lnTo>
                <a:lnTo>
                  <a:pt x="6981" y="2"/>
                </a:lnTo>
                <a:lnTo>
                  <a:pt x="7013" y="0"/>
                </a:lnTo>
                <a:lnTo>
                  <a:pt x="7013" y="73"/>
                </a:lnTo>
                <a:lnTo>
                  <a:pt x="7013" y="146"/>
                </a:lnTo>
                <a:lnTo>
                  <a:pt x="7013" y="219"/>
                </a:lnTo>
                <a:lnTo>
                  <a:pt x="7013" y="291"/>
                </a:lnTo>
                <a:lnTo>
                  <a:pt x="7013" y="364"/>
                </a:lnTo>
                <a:lnTo>
                  <a:pt x="7013" y="435"/>
                </a:lnTo>
                <a:lnTo>
                  <a:pt x="7013" y="508"/>
                </a:lnTo>
                <a:lnTo>
                  <a:pt x="7013" y="580"/>
                </a:lnTo>
                <a:lnTo>
                  <a:pt x="6981" y="598"/>
                </a:lnTo>
                <a:lnTo>
                  <a:pt x="6949" y="616"/>
                </a:lnTo>
                <a:lnTo>
                  <a:pt x="6915" y="636"/>
                </a:lnTo>
                <a:lnTo>
                  <a:pt x="6879" y="657"/>
                </a:lnTo>
                <a:lnTo>
                  <a:pt x="6841" y="680"/>
                </a:lnTo>
                <a:lnTo>
                  <a:pt x="6799" y="703"/>
                </a:lnTo>
                <a:lnTo>
                  <a:pt x="6757" y="728"/>
                </a:lnTo>
                <a:lnTo>
                  <a:pt x="6712" y="754"/>
                </a:lnTo>
                <a:lnTo>
                  <a:pt x="6686" y="770"/>
                </a:lnTo>
                <a:lnTo>
                  <a:pt x="6659" y="784"/>
                </a:lnTo>
                <a:lnTo>
                  <a:pt x="6633" y="800"/>
                </a:lnTo>
                <a:lnTo>
                  <a:pt x="6605" y="816"/>
                </a:lnTo>
                <a:lnTo>
                  <a:pt x="6577" y="833"/>
                </a:lnTo>
                <a:lnTo>
                  <a:pt x="6548" y="850"/>
                </a:lnTo>
                <a:lnTo>
                  <a:pt x="6518" y="867"/>
                </a:lnTo>
                <a:lnTo>
                  <a:pt x="6488" y="884"/>
                </a:lnTo>
                <a:lnTo>
                  <a:pt x="6453" y="904"/>
                </a:lnTo>
                <a:lnTo>
                  <a:pt x="6416" y="925"/>
                </a:lnTo>
                <a:lnTo>
                  <a:pt x="6380" y="946"/>
                </a:lnTo>
                <a:lnTo>
                  <a:pt x="6342" y="968"/>
                </a:lnTo>
                <a:lnTo>
                  <a:pt x="6303" y="991"/>
                </a:lnTo>
                <a:lnTo>
                  <a:pt x="6263" y="1014"/>
                </a:lnTo>
                <a:lnTo>
                  <a:pt x="6222" y="1037"/>
                </a:lnTo>
                <a:lnTo>
                  <a:pt x="6179" y="1061"/>
                </a:lnTo>
                <a:lnTo>
                  <a:pt x="6128" y="1092"/>
                </a:lnTo>
                <a:lnTo>
                  <a:pt x="6076" y="1122"/>
                </a:lnTo>
                <a:lnTo>
                  <a:pt x="6023" y="1152"/>
                </a:lnTo>
                <a:lnTo>
                  <a:pt x="5967" y="1185"/>
                </a:lnTo>
                <a:lnTo>
                  <a:pt x="5908" y="1219"/>
                </a:lnTo>
                <a:lnTo>
                  <a:pt x="5849" y="1253"/>
                </a:lnTo>
                <a:lnTo>
                  <a:pt x="5787" y="1290"/>
                </a:lnTo>
                <a:lnTo>
                  <a:pt x="5724" y="1326"/>
                </a:lnTo>
                <a:lnTo>
                  <a:pt x="5645" y="1372"/>
                </a:lnTo>
                <a:lnTo>
                  <a:pt x="5562" y="1420"/>
                </a:lnTo>
                <a:lnTo>
                  <a:pt x="5476" y="1469"/>
                </a:lnTo>
                <a:lnTo>
                  <a:pt x="5387" y="1522"/>
                </a:lnTo>
                <a:lnTo>
                  <a:pt x="5294" y="1576"/>
                </a:lnTo>
                <a:lnTo>
                  <a:pt x="5196" y="1632"/>
                </a:lnTo>
                <a:lnTo>
                  <a:pt x="5094" y="1692"/>
                </a:lnTo>
                <a:lnTo>
                  <a:pt x="4988" y="1753"/>
                </a:lnTo>
                <a:lnTo>
                  <a:pt x="4828" y="1845"/>
                </a:lnTo>
                <a:lnTo>
                  <a:pt x="4654" y="1946"/>
                </a:lnTo>
                <a:lnTo>
                  <a:pt x="4463" y="2056"/>
                </a:lnTo>
                <a:lnTo>
                  <a:pt x="4256" y="2177"/>
                </a:lnTo>
                <a:lnTo>
                  <a:pt x="4031" y="2308"/>
                </a:lnTo>
                <a:lnTo>
                  <a:pt x="3785" y="2450"/>
                </a:lnTo>
                <a:lnTo>
                  <a:pt x="3520" y="2604"/>
                </a:lnTo>
                <a:lnTo>
                  <a:pt x="3232" y="2771"/>
                </a:lnTo>
                <a:lnTo>
                  <a:pt x="2923" y="2951"/>
                </a:lnTo>
                <a:lnTo>
                  <a:pt x="2587" y="3146"/>
                </a:lnTo>
                <a:lnTo>
                  <a:pt x="2226" y="3355"/>
                </a:lnTo>
                <a:lnTo>
                  <a:pt x="1840" y="3580"/>
                </a:lnTo>
                <a:lnTo>
                  <a:pt x="1424" y="3822"/>
                </a:lnTo>
                <a:lnTo>
                  <a:pt x="981" y="4080"/>
                </a:lnTo>
                <a:lnTo>
                  <a:pt x="505" y="4356"/>
                </a:lnTo>
                <a:lnTo>
                  <a:pt x="0" y="4650"/>
                </a:lnTo>
                <a:lnTo>
                  <a:pt x="0" y="4380"/>
                </a:lnTo>
                <a:lnTo>
                  <a:pt x="0" y="4111"/>
                </a:lnTo>
                <a:lnTo>
                  <a:pt x="0" y="3842"/>
                </a:lnTo>
                <a:lnTo>
                  <a:pt x="0" y="3572"/>
                </a:lnTo>
                <a:lnTo>
                  <a:pt x="0" y="3301"/>
                </a:lnTo>
                <a:lnTo>
                  <a:pt x="0" y="3031"/>
                </a:lnTo>
                <a:lnTo>
                  <a:pt x="0" y="2761"/>
                </a:lnTo>
                <a:lnTo>
                  <a:pt x="0" y="2490"/>
                </a:lnTo>
                <a:lnTo>
                  <a:pt x="0" y="2220"/>
                </a:lnTo>
                <a:lnTo>
                  <a:pt x="0" y="1949"/>
                </a:lnTo>
                <a:lnTo>
                  <a:pt x="0" y="1678"/>
                </a:lnTo>
                <a:lnTo>
                  <a:pt x="0" y="1408"/>
                </a:lnTo>
                <a:lnTo>
                  <a:pt x="0" y="1137"/>
                </a:lnTo>
                <a:lnTo>
                  <a:pt x="0" y="866"/>
                </a:lnTo>
                <a:lnTo>
                  <a:pt x="0" y="595"/>
                </a:lnTo>
                <a:lnTo>
                  <a:pt x="0" y="324"/>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ru-RU">
              <a:latin typeface="72" panose="020B0503030000000003" pitchFamily="34" charset="0"/>
              <a:cs typeface="72" panose="020B0503030000000003" pitchFamily="34" charset="0"/>
            </a:endParaRPr>
          </a:p>
        </p:txBody>
      </p:sp>
      <p:sp>
        <p:nvSpPr>
          <p:cNvPr id="134" name="Freeform 12">
            <a:extLst>
              <a:ext uri="{FF2B5EF4-FFF2-40B4-BE49-F238E27FC236}">
                <a16:creationId xmlns:a16="http://schemas.microsoft.com/office/drawing/2014/main" id="{0ED540C4-058F-8DB9-7368-84EB3B618477}"/>
              </a:ext>
            </a:extLst>
          </p:cNvPr>
          <p:cNvSpPr>
            <a:spLocks/>
          </p:cNvSpPr>
          <p:nvPr/>
        </p:nvSpPr>
        <p:spPr bwMode="auto">
          <a:xfrm>
            <a:off x="2881360" y="3892235"/>
            <a:ext cx="1721845" cy="2325135"/>
          </a:xfrm>
          <a:custGeom>
            <a:avLst/>
            <a:gdLst>
              <a:gd name="T0" fmla="*/ 981 w 7013"/>
              <a:gd name="T1" fmla="*/ 4043 h 8994"/>
              <a:gd name="T2" fmla="*/ 2227 w 7013"/>
              <a:gd name="T3" fmla="*/ 3207 h 8994"/>
              <a:gd name="T4" fmla="*/ 3234 w 7013"/>
              <a:gd name="T5" fmla="*/ 2533 h 8994"/>
              <a:gd name="T6" fmla="*/ 4031 w 7013"/>
              <a:gd name="T7" fmla="*/ 1998 h 8994"/>
              <a:gd name="T8" fmla="*/ 4654 w 7013"/>
              <a:gd name="T9" fmla="*/ 1581 h 8994"/>
              <a:gd name="T10" fmla="*/ 5094 w 7013"/>
              <a:gd name="T11" fmla="*/ 1287 h 8994"/>
              <a:gd name="T12" fmla="*/ 5387 w 7013"/>
              <a:gd name="T13" fmla="*/ 1090 h 8994"/>
              <a:gd name="T14" fmla="*/ 5645 w 7013"/>
              <a:gd name="T15" fmla="*/ 917 h 8994"/>
              <a:gd name="T16" fmla="*/ 5849 w 7013"/>
              <a:gd name="T17" fmla="*/ 779 h 8994"/>
              <a:gd name="T18" fmla="*/ 6023 w 7013"/>
              <a:gd name="T19" fmla="*/ 663 h 8994"/>
              <a:gd name="T20" fmla="*/ 6179 w 7013"/>
              <a:gd name="T21" fmla="*/ 558 h 8994"/>
              <a:gd name="T22" fmla="*/ 6302 w 7013"/>
              <a:gd name="T23" fmla="*/ 476 h 8994"/>
              <a:gd name="T24" fmla="*/ 6416 w 7013"/>
              <a:gd name="T25" fmla="*/ 399 h 8994"/>
              <a:gd name="T26" fmla="*/ 6518 w 7013"/>
              <a:gd name="T27" fmla="*/ 332 h 8994"/>
              <a:gd name="T28" fmla="*/ 6605 w 7013"/>
              <a:gd name="T29" fmla="*/ 274 h 8994"/>
              <a:gd name="T30" fmla="*/ 6686 w 7013"/>
              <a:gd name="T31" fmla="*/ 219 h 8994"/>
              <a:gd name="T32" fmla="*/ 6799 w 7013"/>
              <a:gd name="T33" fmla="*/ 144 h 8994"/>
              <a:gd name="T34" fmla="*/ 6915 w 7013"/>
              <a:gd name="T35" fmla="*/ 66 h 8994"/>
              <a:gd name="T36" fmla="*/ 7013 w 7013"/>
              <a:gd name="T37" fmla="*/ 0 h 8994"/>
              <a:gd name="T38" fmla="*/ 7013 w 7013"/>
              <a:gd name="T39" fmla="*/ 219 h 8994"/>
              <a:gd name="T40" fmla="*/ 7013 w 7013"/>
              <a:gd name="T41" fmla="*/ 437 h 8994"/>
              <a:gd name="T42" fmla="*/ 6980 w 7013"/>
              <a:gd name="T43" fmla="*/ 620 h 8994"/>
              <a:gd name="T44" fmla="*/ 6875 w 7013"/>
              <a:gd name="T45" fmla="*/ 747 h 8994"/>
              <a:gd name="T46" fmla="*/ 6755 w 7013"/>
              <a:gd name="T47" fmla="*/ 890 h 8994"/>
              <a:gd name="T48" fmla="*/ 6661 w 7013"/>
              <a:gd name="T49" fmla="*/ 1004 h 8994"/>
              <a:gd name="T50" fmla="*/ 6578 w 7013"/>
              <a:gd name="T51" fmla="*/ 1103 h 8994"/>
              <a:gd name="T52" fmla="*/ 6489 w 7013"/>
              <a:gd name="T53" fmla="*/ 1210 h 8994"/>
              <a:gd name="T54" fmla="*/ 6381 w 7013"/>
              <a:gd name="T55" fmla="*/ 1338 h 8994"/>
              <a:gd name="T56" fmla="*/ 6263 w 7013"/>
              <a:gd name="T57" fmla="*/ 1479 h 8994"/>
              <a:gd name="T58" fmla="*/ 6130 w 7013"/>
              <a:gd name="T59" fmla="*/ 1640 h 8994"/>
              <a:gd name="T60" fmla="*/ 5967 w 7013"/>
              <a:gd name="T61" fmla="*/ 1835 h 8994"/>
              <a:gd name="T62" fmla="*/ 5787 w 7013"/>
              <a:gd name="T63" fmla="*/ 2050 h 8994"/>
              <a:gd name="T64" fmla="*/ 5645 w 7013"/>
              <a:gd name="T65" fmla="*/ 2222 h 8994"/>
              <a:gd name="T66" fmla="*/ 5520 w 7013"/>
              <a:gd name="T67" fmla="*/ 2372 h 8994"/>
              <a:gd name="T68" fmla="*/ 5386 w 7013"/>
              <a:gd name="T69" fmla="*/ 2533 h 8994"/>
              <a:gd name="T70" fmla="*/ 5244 w 7013"/>
              <a:gd name="T71" fmla="*/ 2703 h 8994"/>
              <a:gd name="T72" fmla="*/ 5092 w 7013"/>
              <a:gd name="T73" fmla="*/ 2885 h 8994"/>
              <a:gd name="T74" fmla="*/ 4826 w 7013"/>
              <a:gd name="T75" fmla="*/ 3205 h 8994"/>
              <a:gd name="T76" fmla="*/ 4253 w 7013"/>
              <a:gd name="T77" fmla="*/ 3891 h 8994"/>
              <a:gd name="T78" fmla="*/ 3517 w 7013"/>
              <a:gd name="T79" fmla="*/ 4775 h 8994"/>
              <a:gd name="T80" fmla="*/ 2584 w 7013"/>
              <a:gd name="T81" fmla="*/ 5894 h 8994"/>
              <a:gd name="T82" fmla="*/ 1422 w 7013"/>
              <a:gd name="T83" fmla="*/ 7287 h 8994"/>
              <a:gd name="T84" fmla="*/ 0 w 7013"/>
              <a:gd name="T85" fmla="*/ 8994 h 8994"/>
              <a:gd name="T86" fmla="*/ 0 w 7013"/>
              <a:gd name="T87" fmla="*/ 8196 h 8994"/>
              <a:gd name="T88" fmla="*/ 0 w 7013"/>
              <a:gd name="T89" fmla="*/ 7394 h 8994"/>
              <a:gd name="T90" fmla="*/ 0 w 7013"/>
              <a:gd name="T91" fmla="*/ 6589 h 8994"/>
              <a:gd name="T92" fmla="*/ 0 w 7013"/>
              <a:gd name="T93" fmla="*/ 5781 h 8994"/>
              <a:gd name="T94" fmla="*/ 0 w 7013"/>
              <a:gd name="T95" fmla="*/ 4972 h 8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7013" h="8994">
                <a:moveTo>
                  <a:pt x="0" y="4701"/>
                </a:moveTo>
                <a:lnTo>
                  <a:pt x="505" y="4362"/>
                </a:lnTo>
                <a:lnTo>
                  <a:pt x="981" y="4043"/>
                </a:lnTo>
                <a:lnTo>
                  <a:pt x="1424" y="3746"/>
                </a:lnTo>
                <a:lnTo>
                  <a:pt x="1840" y="3467"/>
                </a:lnTo>
                <a:lnTo>
                  <a:pt x="2227" y="3207"/>
                </a:lnTo>
                <a:lnTo>
                  <a:pt x="2587" y="2967"/>
                </a:lnTo>
                <a:lnTo>
                  <a:pt x="2923" y="2742"/>
                </a:lnTo>
                <a:lnTo>
                  <a:pt x="3234" y="2533"/>
                </a:lnTo>
                <a:lnTo>
                  <a:pt x="3520" y="2341"/>
                </a:lnTo>
                <a:lnTo>
                  <a:pt x="3787" y="2162"/>
                </a:lnTo>
                <a:lnTo>
                  <a:pt x="4031" y="1998"/>
                </a:lnTo>
                <a:lnTo>
                  <a:pt x="4257" y="1847"/>
                </a:lnTo>
                <a:lnTo>
                  <a:pt x="4463" y="1709"/>
                </a:lnTo>
                <a:lnTo>
                  <a:pt x="4654" y="1581"/>
                </a:lnTo>
                <a:lnTo>
                  <a:pt x="4828" y="1465"/>
                </a:lnTo>
                <a:lnTo>
                  <a:pt x="4988" y="1358"/>
                </a:lnTo>
                <a:lnTo>
                  <a:pt x="5094" y="1287"/>
                </a:lnTo>
                <a:lnTo>
                  <a:pt x="5196" y="1219"/>
                </a:lnTo>
                <a:lnTo>
                  <a:pt x="5294" y="1154"/>
                </a:lnTo>
                <a:lnTo>
                  <a:pt x="5387" y="1090"/>
                </a:lnTo>
                <a:lnTo>
                  <a:pt x="5477" y="1031"/>
                </a:lnTo>
                <a:lnTo>
                  <a:pt x="5563" y="973"/>
                </a:lnTo>
                <a:lnTo>
                  <a:pt x="5645" y="917"/>
                </a:lnTo>
                <a:lnTo>
                  <a:pt x="5724" y="864"/>
                </a:lnTo>
                <a:lnTo>
                  <a:pt x="5788" y="822"/>
                </a:lnTo>
                <a:lnTo>
                  <a:pt x="5849" y="779"/>
                </a:lnTo>
                <a:lnTo>
                  <a:pt x="5908" y="739"/>
                </a:lnTo>
                <a:lnTo>
                  <a:pt x="5967" y="700"/>
                </a:lnTo>
                <a:lnTo>
                  <a:pt x="6023" y="663"/>
                </a:lnTo>
                <a:lnTo>
                  <a:pt x="6076" y="626"/>
                </a:lnTo>
                <a:lnTo>
                  <a:pt x="6128" y="592"/>
                </a:lnTo>
                <a:lnTo>
                  <a:pt x="6179" y="558"/>
                </a:lnTo>
                <a:lnTo>
                  <a:pt x="6222" y="529"/>
                </a:lnTo>
                <a:lnTo>
                  <a:pt x="6262" y="502"/>
                </a:lnTo>
                <a:lnTo>
                  <a:pt x="6302" y="476"/>
                </a:lnTo>
                <a:lnTo>
                  <a:pt x="6342" y="449"/>
                </a:lnTo>
                <a:lnTo>
                  <a:pt x="6380" y="424"/>
                </a:lnTo>
                <a:lnTo>
                  <a:pt x="6416" y="399"/>
                </a:lnTo>
                <a:lnTo>
                  <a:pt x="6453" y="376"/>
                </a:lnTo>
                <a:lnTo>
                  <a:pt x="6488" y="352"/>
                </a:lnTo>
                <a:lnTo>
                  <a:pt x="6518" y="332"/>
                </a:lnTo>
                <a:lnTo>
                  <a:pt x="6548" y="311"/>
                </a:lnTo>
                <a:lnTo>
                  <a:pt x="6577" y="293"/>
                </a:lnTo>
                <a:lnTo>
                  <a:pt x="6605" y="274"/>
                </a:lnTo>
                <a:lnTo>
                  <a:pt x="6633" y="256"/>
                </a:lnTo>
                <a:lnTo>
                  <a:pt x="6659" y="237"/>
                </a:lnTo>
                <a:lnTo>
                  <a:pt x="6686" y="219"/>
                </a:lnTo>
                <a:lnTo>
                  <a:pt x="6712" y="202"/>
                </a:lnTo>
                <a:lnTo>
                  <a:pt x="6757" y="172"/>
                </a:lnTo>
                <a:lnTo>
                  <a:pt x="6799" y="144"/>
                </a:lnTo>
                <a:lnTo>
                  <a:pt x="6841" y="116"/>
                </a:lnTo>
                <a:lnTo>
                  <a:pt x="6879" y="89"/>
                </a:lnTo>
                <a:lnTo>
                  <a:pt x="6915" y="66"/>
                </a:lnTo>
                <a:lnTo>
                  <a:pt x="6949" y="43"/>
                </a:lnTo>
                <a:lnTo>
                  <a:pt x="6981" y="21"/>
                </a:lnTo>
                <a:lnTo>
                  <a:pt x="7013" y="0"/>
                </a:lnTo>
                <a:lnTo>
                  <a:pt x="7013" y="73"/>
                </a:lnTo>
                <a:lnTo>
                  <a:pt x="7013" y="146"/>
                </a:lnTo>
                <a:lnTo>
                  <a:pt x="7013" y="219"/>
                </a:lnTo>
                <a:lnTo>
                  <a:pt x="7013" y="292"/>
                </a:lnTo>
                <a:lnTo>
                  <a:pt x="7013" y="364"/>
                </a:lnTo>
                <a:lnTo>
                  <a:pt x="7013" y="437"/>
                </a:lnTo>
                <a:lnTo>
                  <a:pt x="7013" y="508"/>
                </a:lnTo>
                <a:lnTo>
                  <a:pt x="7013" y="581"/>
                </a:lnTo>
                <a:lnTo>
                  <a:pt x="6980" y="620"/>
                </a:lnTo>
                <a:lnTo>
                  <a:pt x="6946" y="660"/>
                </a:lnTo>
                <a:lnTo>
                  <a:pt x="6911" y="703"/>
                </a:lnTo>
                <a:lnTo>
                  <a:pt x="6875" y="747"/>
                </a:lnTo>
                <a:lnTo>
                  <a:pt x="6837" y="793"/>
                </a:lnTo>
                <a:lnTo>
                  <a:pt x="6797" y="840"/>
                </a:lnTo>
                <a:lnTo>
                  <a:pt x="6755" y="890"/>
                </a:lnTo>
                <a:lnTo>
                  <a:pt x="6712" y="941"/>
                </a:lnTo>
                <a:lnTo>
                  <a:pt x="6686" y="973"/>
                </a:lnTo>
                <a:lnTo>
                  <a:pt x="6661" y="1004"/>
                </a:lnTo>
                <a:lnTo>
                  <a:pt x="6633" y="1036"/>
                </a:lnTo>
                <a:lnTo>
                  <a:pt x="6606" y="1070"/>
                </a:lnTo>
                <a:lnTo>
                  <a:pt x="6578" y="1103"/>
                </a:lnTo>
                <a:lnTo>
                  <a:pt x="6549" y="1138"/>
                </a:lnTo>
                <a:lnTo>
                  <a:pt x="6520" y="1173"/>
                </a:lnTo>
                <a:lnTo>
                  <a:pt x="6489" y="1210"/>
                </a:lnTo>
                <a:lnTo>
                  <a:pt x="6454" y="1251"/>
                </a:lnTo>
                <a:lnTo>
                  <a:pt x="6419" y="1295"/>
                </a:lnTo>
                <a:lnTo>
                  <a:pt x="6381" y="1338"/>
                </a:lnTo>
                <a:lnTo>
                  <a:pt x="6343" y="1384"/>
                </a:lnTo>
                <a:lnTo>
                  <a:pt x="6303" y="1431"/>
                </a:lnTo>
                <a:lnTo>
                  <a:pt x="6263" y="1479"/>
                </a:lnTo>
                <a:lnTo>
                  <a:pt x="6222" y="1529"/>
                </a:lnTo>
                <a:lnTo>
                  <a:pt x="6179" y="1580"/>
                </a:lnTo>
                <a:lnTo>
                  <a:pt x="6130" y="1640"/>
                </a:lnTo>
                <a:lnTo>
                  <a:pt x="6077" y="1703"/>
                </a:lnTo>
                <a:lnTo>
                  <a:pt x="6023" y="1768"/>
                </a:lnTo>
                <a:lnTo>
                  <a:pt x="5967" y="1835"/>
                </a:lnTo>
                <a:lnTo>
                  <a:pt x="5908" y="1905"/>
                </a:lnTo>
                <a:lnTo>
                  <a:pt x="5849" y="1976"/>
                </a:lnTo>
                <a:lnTo>
                  <a:pt x="5787" y="2050"/>
                </a:lnTo>
                <a:lnTo>
                  <a:pt x="5724" y="2127"/>
                </a:lnTo>
                <a:lnTo>
                  <a:pt x="5685" y="2174"/>
                </a:lnTo>
                <a:lnTo>
                  <a:pt x="5645" y="2222"/>
                </a:lnTo>
                <a:lnTo>
                  <a:pt x="5603" y="2272"/>
                </a:lnTo>
                <a:lnTo>
                  <a:pt x="5562" y="2321"/>
                </a:lnTo>
                <a:lnTo>
                  <a:pt x="5520" y="2372"/>
                </a:lnTo>
                <a:lnTo>
                  <a:pt x="5476" y="2425"/>
                </a:lnTo>
                <a:lnTo>
                  <a:pt x="5431" y="2478"/>
                </a:lnTo>
                <a:lnTo>
                  <a:pt x="5386" y="2533"/>
                </a:lnTo>
                <a:lnTo>
                  <a:pt x="5340" y="2588"/>
                </a:lnTo>
                <a:lnTo>
                  <a:pt x="5292" y="2645"/>
                </a:lnTo>
                <a:lnTo>
                  <a:pt x="5244" y="2703"/>
                </a:lnTo>
                <a:lnTo>
                  <a:pt x="5194" y="2763"/>
                </a:lnTo>
                <a:lnTo>
                  <a:pt x="5144" y="2823"/>
                </a:lnTo>
                <a:lnTo>
                  <a:pt x="5092" y="2885"/>
                </a:lnTo>
                <a:lnTo>
                  <a:pt x="5040" y="2948"/>
                </a:lnTo>
                <a:lnTo>
                  <a:pt x="4986" y="3013"/>
                </a:lnTo>
                <a:lnTo>
                  <a:pt x="4826" y="3205"/>
                </a:lnTo>
                <a:lnTo>
                  <a:pt x="4651" y="3414"/>
                </a:lnTo>
                <a:lnTo>
                  <a:pt x="4460" y="3642"/>
                </a:lnTo>
                <a:lnTo>
                  <a:pt x="4253" y="3891"/>
                </a:lnTo>
                <a:lnTo>
                  <a:pt x="4027" y="4161"/>
                </a:lnTo>
                <a:lnTo>
                  <a:pt x="3782" y="4455"/>
                </a:lnTo>
                <a:lnTo>
                  <a:pt x="3517" y="4775"/>
                </a:lnTo>
                <a:lnTo>
                  <a:pt x="3229" y="5120"/>
                </a:lnTo>
                <a:lnTo>
                  <a:pt x="2918" y="5492"/>
                </a:lnTo>
                <a:lnTo>
                  <a:pt x="2584" y="5894"/>
                </a:lnTo>
                <a:lnTo>
                  <a:pt x="2224" y="6325"/>
                </a:lnTo>
                <a:lnTo>
                  <a:pt x="1836" y="6790"/>
                </a:lnTo>
                <a:lnTo>
                  <a:pt x="1422" y="7287"/>
                </a:lnTo>
                <a:lnTo>
                  <a:pt x="978" y="7819"/>
                </a:lnTo>
                <a:lnTo>
                  <a:pt x="504" y="8388"/>
                </a:lnTo>
                <a:lnTo>
                  <a:pt x="0" y="8994"/>
                </a:lnTo>
                <a:lnTo>
                  <a:pt x="0" y="8728"/>
                </a:lnTo>
                <a:lnTo>
                  <a:pt x="0" y="8462"/>
                </a:lnTo>
                <a:lnTo>
                  <a:pt x="0" y="8196"/>
                </a:lnTo>
                <a:lnTo>
                  <a:pt x="0" y="7929"/>
                </a:lnTo>
                <a:lnTo>
                  <a:pt x="0" y="7662"/>
                </a:lnTo>
                <a:lnTo>
                  <a:pt x="0" y="7394"/>
                </a:lnTo>
                <a:lnTo>
                  <a:pt x="0" y="7126"/>
                </a:lnTo>
                <a:lnTo>
                  <a:pt x="0" y="6858"/>
                </a:lnTo>
                <a:lnTo>
                  <a:pt x="0" y="6589"/>
                </a:lnTo>
                <a:lnTo>
                  <a:pt x="0" y="6321"/>
                </a:lnTo>
                <a:lnTo>
                  <a:pt x="0" y="6051"/>
                </a:lnTo>
                <a:lnTo>
                  <a:pt x="0" y="5781"/>
                </a:lnTo>
                <a:lnTo>
                  <a:pt x="0" y="5511"/>
                </a:lnTo>
                <a:lnTo>
                  <a:pt x="0" y="5242"/>
                </a:lnTo>
                <a:lnTo>
                  <a:pt x="0" y="4972"/>
                </a:lnTo>
                <a:lnTo>
                  <a:pt x="0" y="4701"/>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ru-RU">
              <a:latin typeface="72" panose="020B0503030000000003" pitchFamily="34" charset="0"/>
              <a:cs typeface="72" panose="020B0503030000000003" pitchFamily="34" charset="0"/>
            </a:endParaRPr>
          </a:p>
        </p:txBody>
      </p:sp>
      <p:sp>
        <p:nvSpPr>
          <p:cNvPr id="137" name="TextBox 136">
            <a:extLst>
              <a:ext uri="{FF2B5EF4-FFF2-40B4-BE49-F238E27FC236}">
                <a16:creationId xmlns:a16="http://schemas.microsoft.com/office/drawing/2014/main" id="{CFC74BBF-CAFC-7CE7-F765-91133E815E2F}"/>
              </a:ext>
            </a:extLst>
          </p:cNvPr>
          <p:cNvSpPr txBox="1"/>
          <p:nvPr/>
        </p:nvSpPr>
        <p:spPr>
          <a:xfrm>
            <a:off x="407988" y="2852245"/>
            <a:ext cx="2473372" cy="400110"/>
          </a:xfrm>
          <a:prstGeom prst="rect">
            <a:avLst/>
          </a:prstGeom>
          <a:noFill/>
        </p:spPr>
        <p:txBody>
          <a:bodyPr wrap="square" rtlCol="0">
            <a:spAutoFit/>
          </a:bodyPr>
          <a:lstStyle/>
          <a:p>
            <a:pPr algn="ctr"/>
            <a:r>
              <a:rPr lang="en-US" sz="2000">
                <a:solidFill>
                  <a:schemeClr val="bg1"/>
                </a:solidFill>
                <a:latin typeface="72" panose="020B0503030000000003" pitchFamily="34" charset="0"/>
                <a:ea typeface="Roboto" panose="02000000000000000000" pitchFamily="2" charset="0"/>
                <a:cs typeface="72" panose="020B0503030000000003" pitchFamily="34" charset="0"/>
              </a:rPr>
              <a:t>Project Here</a:t>
            </a:r>
            <a:endParaRPr lang="ru-RU" sz="2000">
              <a:solidFill>
                <a:schemeClr val="bg1"/>
              </a:solidFill>
              <a:latin typeface="72" panose="020B0503030000000003" pitchFamily="34" charset="0"/>
              <a:ea typeface="Roboto" panose="02000000000000000000" pitchFamily="2" charset="0"/>
              <a:cs typeface="72" panose="020B0503030000000003" pitchFamily="34" charset="0"/>
            </a:endParaRPr>
          </a:p>
        </p:txBody>
      </p:sp>
      <p:sp>
        <p:nvSpPr>
          <p:cNvPr id="138" name="TextBox 137">
            <a:extLst>
              <a:ext uri="{FF2B5EF4-FFF2-40B4-BE49-F238E27FC236}">
                <a16:creationId xmlns:a16="http://schemas.microsoft.com/office/drawing/2014/main" id="{571918E1-93E7-222E-E47B-862B2C67EAFB}"/>
              </a:ext>
            </a:extLst>
          </p:cNvPr>
          <p:cNvSpPr txBox="1"/>
          <p:nvPr/>
        </p:nvSpPr>
        <p:spPr>
          <a:xfrm>
            <a:off x="407988" y="4159843"/>
            <a:ext cx="2473372" cy="400110"/>
          </a:xfrm>
          <a:prstGeom prst="rect">
            <a:avLst/>
          </a:prstGeom>
          <a:noFill/>
        </p:spPr>
        <p:txBody>
          <a:bodyPr wrap="square" rtlCol="0">
            <a:spAutoFit/>
          </a:bodyPr>
          <a:lstStyle/>
          <a:p>
            <a:pPr algn="ctr"/>
            <a:r>
              <a:rPr lang="en-US" sz="2000">
                <a:solidFill>
                  <a:schemeClr val="bg1"/>
                </a:solidFill>
                <a:latin typeface="72" panose="020B0503030000000003" pitchFamily="34" charset="0"/>
                <a:ea typeface="Roboto" panose="02000000000000000000" pitchFamily="2" charset="0"/>
                <a:cs typeface="72" panose="020B0503030000000003" pitchFamily="34" charset="0"/>
              </a:rPr>
              <a:t>Project Here</a:t>
            </a:r>
            <a:endParaRPr lang="ru-RU" sz="2000">
              <a:solidFill>
                <a:schemeClr val="bg1"/>
              </a:solidFill>
              <a:latin typeface="72" panose="020B0503030000000003" pitchFamily="34" charset="0"/>
              <a:ea typeface="Roboto" panose="02000000000000000000" pitchFamily="2" charset="0"/>
              <a:cs typeface="72" panose="020B0503030000000003" pitchFamily="34" charset="0"/>
            </a:endParaRPr>
          </a:p>
        </p:txBody>
      </p:sp>
      <p:sp>
        <p:nvSpPr>
          <p:cNvPr id="139" name="TextBox 138">
            <a:extLst>
              <a:ext uri="{FF2B5EF4-FFF2-40B4-BE49-F238E27FC236}">
                <a16:creationId xmlns:a16="http://schemas.microsoft.com/office/drawing/2014/main" id="{96DDF415-87CA-8901-D212-C480AA1EF00D}"/>
              </a:ext>
            </a:extLst>
          </p:cNvPr>
          <p:cNvSpPr txBox="1"/>
          <p:nvPr/>
        </p:nvSpPr>
        <p:spPr>
          <a:xfrm>
            <a:off x="407988" y="5462400"/>
            <a:ext cx="2473372" cy="400110"/>
          </a:xfrm>
          <a:prstGeom prst="rect">
            <a:avLst/>
          </a:prstGeom>
          <a:noFill/>
        </p:spPr>
        <p:txBody>
          <a:bodyPr wrap="square" rtlCol="0">
            <a:spAutoFit/>
          </a:bodyPr>
          <a:lstStyle/>
          <a:p>
            <a:pPr algn="ctr"/>
            <a:r>
              <a:rPr lang="en-US" sz="2000">
                <a:solidFill>
                  <a:schemeClr val="bg1"/>
                </a:solidFill>
                <a:latin typeface="72" panose="020B0503030000000003" pitchFamily="34" charset="0"/>
                <a:ea typeface="Roboto" panose="02000000000000000000" pitchFamily="2" charset="0"/>
                <a:cs typeface="72" panose="020B0503030000000003" pitchFamily="34" charset="0"/>
              </a:rPr>
              <a:t>Project Here</a:t>
            </a:r>
            <a:endParaRPr lang="ru-RU" sz="2000">
              <a:solidFill>
                <a:schemeClr val="bg1"/>
              </a:solidFill>
              <a:latin typeface="72" panose="020B0503030000000003" pitchFamily="34" charset="0"/>
              <a:ea typeface="Roboto" panose="02000000000000000000" pitchFamily="2" charset="0"/>
              <a:cs typeface="72" panose="020B0503030000000003" pitchFamily="34" charset="0"/>
            </a:endParaRPr>
          </a:p>
        </p:txBody>
      </p:sp>
      <p:sp>
        <p:nvSpPr>
          <p:cNvPr id="141" name="TextBox 140">
            <a:extLst>
              <a:ext uri="{FF2B5EF4-FFF2-40B4-BE49-F238E27FC236}">
                <a16:creationId xmlns:a16="http://schemas.microsoft.com/office/drawing/2014/main" id="{4F8307CB-DB58-2375-54BC-8655A546E45E}"/>
              </a:ext>
            </a:extLst>
          </p:cNvPr>
          <p:cNvSpPr txBox="1"/>
          <p:nvPr/>
        </p:nvSpPr>
        <p:spPr>
          <a:xfrm>
            <a:off x="4593707" y="2178507"/>
            <a:ext cx="2090309" cy="731103"/>
          </a:xfrm>
          <a:prstGeom prst="rect">
            <a:avLst/>
          </a:prstGeom>
          <a:noFill/>
        </p:spPr>
        <p:txBody>
          <a:bodyPr wrap="square" lIns="0" tIns="0" rIns="0" bIns="0" rtlCol="0">
            <a:noAutofit/>
          </a:bodyPr>
          <a:lstStyle/>
          <a:p>
            <a:pPr algn="ct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nisi ipsum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risus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facilisis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augue</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urna</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a:t>
            </a:r>
          </a:p>
        </p:txBody>
      </p:sp>
      <p:sp>
        <p:nvSpPr>
          <p:cNvPr id="144" name="TextBox 143">
            <a:extLst>
              <a:ext uri="{FF2B5EF4-FFF2-40B4-BE49-F238E27FC236}">
                <a16:creationId xmlns:a16="http://schemas.microsoft.com/office/drawing/2014/main" id="{7FCA5D1E-8F01-83B2-896A-6E325C64DA56}"/>
              </a:ext>
            </a:extLst>
          </p:cNvPr>
          <p:cNvSpPr txBox="1"/>
          <p:nvPr/>
        </p:nvSpPr>
        <p:spPr>
          <a:xfrm>
            <a:off x="6395666" y="1139692"/>
            <a:ext cx="2090309" cy="731103"/>
          </a:xfrm>
          <a:prstGeom prst="rect">
            <a:avLst/>
          </a:prstGeom>
          <a:noFill/>
        </p:spPr>
        <p:txBody>
          <a:bodyPr wrap="square" lIns="0" tIns="0" rIns="0" bIns="0" rtlCol="0">
            <a:noAutofit/>
          </a:bodyPr>
          <a:lstStyle/>
          <a:p>
            <a:pPr algn="ct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nisi ipsum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risus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facilisis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augue</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urna</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a:t>
            </a:r>
          </a:p>
        </p:txBody>
      </p:sp>
      <p:sp>
        <p:nvSpPr>
          <p:cNvPr id="145" name="TextBox 144">
            <a:extLst>
              <a:ext uri="{FF2B5EF4-FFF2-40B4-BE49-F238E27FC236}">
                <a16:creationId xmlns:a16="http://schemas.microsoft.com/office/drawing/2014/main" id="{A6F96371-5D7A-BC7C-C778-76214C308377}"/>
              </a:ext>
            </a:extLst>
          </p:cNvPr>
          <p:cNvSpPr txBox="1"/>
          <p:nvPr/>
        </p:nvSpPr>
        <p:spPr>
          <a:xfrm>
            <a:off x="9899500" y="1139692"/>
            <a:ext cx="2090309" cy="731103"/>
          </a:xfrm>
          <a:prstGeom prst="rect">
            <a:avLst/>
          </a:prstGeom>
          <a:noFill/>
        </p:spPr>
        <p:txBody>
          <a:bodyPr wrap="square" lIns="0" tIns="0" rIns="0" bIns="0" rtlCol="0">
            <a:noAutofit/>
          </a:bodyPr>
          <a:lstStyle/>
          <a:p>
            <a:pPr algn="ct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nisi ipsum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risus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facilisis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augue</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urna</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a:t>
            </a:r>
          </a:p>
        </p:txBody>
      </p:sp>
      <p:sp>
        <p:nvSpPr>
          <p:cNvPr id="148" name="TextBox 147">
            <a:extLst>
              <a:ext uri="{FF2B5EF4-FFF2-40B4-BE49-F238E27FC236}">
                <a16:creationId xmlns:a16="http://schemas.microsoft.com/office/drawing/2014/main" id="{DCC14975-F2CC-D665-6398-4F6550CA081E}"/>
              </a:ext>
            </a:extLst>
          </p:cNvPr>
          <p:cNvSpPr txBox="1"/>
          <p:nvPr/>
        </p:nvSpPr>
        <p:spPr>
          <a:xfrm>
            <a:off x="8213529" y="2178507"/>
            <a:ext cx="2090309" cy="731103"/>
          </a:xfrm>
          <a:prstGeom prst="rect">
            <a:avLst/>
          </a:prstGeom>
          <a:noFill/>
        </p:spPr>
        <p:txBody>
          <a:bodyPr wrap="square" lIns="0" tIns="0" rIns="0" bIns="0" rtlCol="0">
            <a:noAutofit/>
          </a:bodyPr>
          <a:lstStyle/>
          <a:p>
            <a:pPr algn="ct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nisi ipsum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risus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facilisis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ultrices</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augue</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50" err="1">
                <a:solidFill>
                  <a:srgbClr val="00144A"/>
                </a:solidFill>
                <a:latin typeface="72" panose="020B0503030000000003" pitchFamily="34" charset="0"/>
                <a:ea typeface="Roboto Light" panose="02000000000000000000" pitchFamily="2" charset="0"/>
                <a:cs typeface="72" panose="020B0503030000000003" pitchFamily="34" charset="0"/>
              </a:rPr>
              <a:t>urna</a:t>
            </a:r>
            <a:r>
              <a:rPr lang="en-US" sz="1050">
                <a:solidFill>
                  <a:srgbClr val="00144A"/>
                </a:solidFill>
                <a:latin typeface="72" panose="020B0503030000000003" pitchFamily="34" charset="0"/>
                <a:ea typeface="Roboto Light" panose="02000000000000000000" pitchFamily="2" charset="0"/>
                <a:cs typeface="72" panose="020B0503030000000003" pitchFamily="34" charset="0"/>
              </a:rPr>
              <a:t>.</a:t>
            </a:r>
          </a:p>
        </p:txBody>
      </p:sp>
      <p:grpSp>
        <p:nvGrpSpPr>
          <p:cNvPr id="153" name="Group 152">
            <a:extLst>
              <a:ext uri="{FF2B5EF4-FFF2-40B4-BE49-F238E27FC236}">
                <a16:creationId xmlns:a16="http://schemas.microsoft.com/office/drawing/2014/main" id="{C9FD673D-464C-2781-01C6-ACE7A4756548}"/>
              </a:ext>
            </a:extLst>
          </p:cNvPr>
          <p:cNvGrpSpPr/>
          <p:nvPr/>
        </p:nvGrpSpPr>
        <p:grpSpPr>
          <a:xfrm>
            <a:off x="5497894" y="4638083"/>
            <a:ext cx="269138" cy="269138"/>
            <a:chOff x="4491838" y="5597733"/>
            <a:chExt cx="269138" cy="269138"/>
          </a:xfrm>
        </p:grpSpPr>
        <p:sp>
          <p:nvSpPr>
            <p:cNvPr id="151" name="Oval 150">
              <a:extLst>
                <a:ext uri="{FF2B5EF4-FFF2-40B4-BE49-F238E27FC236}">
                  <a16:creationId xmlns:a16="http://schemas.microsoft.com/office/drawing/2014/main" id="{5EE816EB-8A09-EBDE-233A-5993D2896467}"/>
                </a:ext>
              </a:extLst>
            </p:cNvPr>
            <p:cNvSpPr/>
            <p:nvPr/>
          </p:nvSpPr>
          <p:spPr>
            <a:xfrm>
              <a:off x="4491838" y="5597733"/>
              <a:ext cx="269138" cy="269138"/>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52" name="Oval 151">
              <a:extLst>
                <a:ext uri="{FF2B5EF4-FFF2-40B4-BE49-F238E27FC236}">
                  <a16:creationId xmlns:a16="http://schemas.microsoft.com/office/drawing/2014/main" id="{06C0F476-D8A0-03EB-BC8A-EB1904F04043}"/>
                </a:ext>
              </a:extLst>
            </p:cNvPr>
            <p:cNvSpPr/>
            <p:nvPr/>
          </p:nvSpPr>
          <p:spPr>
            <a:xfrm>
              <a:off x="4534967" y="5640862"/>
              <a:ext cx="182880" cy="182880"/>
            </a:xfrm>
            <a:prstGeom prst="ellipse">
              <a:avLst/>
            </a:prstGeom>
            <a:solidFill>
              <a:schemeClr val="accent5"/>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grpSp>
      <p:grpSp>
        <p:nvGrpSpPr>
          <p:cNvPr id="154" name="Group 153">
            <a:extLst>
              <a:ext uri="{FF2B5EF4-FFF2-40B4-BE49-F238E27FC236}">
                <a16:creationId xmlns:a16="http://schemas.microsoft.com/office/drawing/2014/main" id="{ED44F1B4-32D1-5D8F-055C-025F7E3D56D0}"/>
              </a:ext>
            </a:extLst>
          </p:cNvPr>
          <p:cNvGrpSpPr/>
          <p:nvPr/>
        </p:nvGrpSpPr>
        <p:grpSpPr>
          <a:xfrm>
            <a:off x="7306251" y="4646477"/>
            <a:ext cx="269138" cy="269138"/>
            <a:chOff x="4491838" y="5597733"/>
            <a:chExt cx="269138" cy="269138"/>
          </a:xfrm>
        </p:grpSpPr>
        <p:sp>
          <p:nvSpPr>
            <p:cNvPr id="155" name="Oval 154">
              <a:extLst>
                <a:ext uri="{FF2B5EF4-FFF2-40B4-BE49-F238E27FC236}">
                  <a16:creationId xmlns:a16="http://schemas.microsoft.com/office/drawing/2014/main" id="{169E33F3-F6CC-6958-2C32-ACF84F97A50D}"/>
                </a:ext>
              </a:extLst>
            </p:cNvPr>
            <p:cNvSpPr/>
            <p:nvPr/>
          </p:nvSpPr>
          <p:spPr>
            <a:xfrm>
              <a:off x="4491838" y="5597733"/>
              <a:ext cx="269138" cy="269138"/>
            </a:xfrm>
            <a:prstGeom prst="ellipse">
              <a:avLst/>
            </a:prstGeom>
            <a:solidFill>
              <a:schemeClr val="bg1"/>
            </a:solidFill>
            <a:ln>
              <a:solidFill>
                <a:srgbClr val="89D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56" name="Oval 155">
              <a:extLst>
                <a:ext uri="{FF2B5EF4-FFF2-40B4-BE49-F238E27FC236}">
                  <a16:creationId xmlns:a16="http://schemas.microsoft.com/office/drawing/2014/main" id="{F51A9D3D-138B-A67A-E76A-19A76D451136}"/>
                </a:ext>
              </a:extLst>
            </p:cNvPr>
            <p:cNvSpPr/>
            <p:nvPr/>
          </p:nvSpPr>
          <p:spPr>
            <a:xfrm>
              <a:off x="4534967" y="5640862"/>
              <a:ext cx="182880" cy="182880"/>
            </a:xfrm>
            <a:prstGeom prst="ellipse">
              <a:avLst/>
            </a:prstGeom>
            <a:solidFill>
              <a:srgbClr val="89D1FF"/>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grpSp>
      <p:grpSp>
        <p:nvGrpSpPr>
          <p:cNvPr id="160" name="Group 159">
            <a:extLst>
              <a:ext uri="{FF2B5EF4-FFF2-40B4-BE49-F238E27FC236}">
                <a16:creationId xmlns:a16="http://schemas.microsoft.com/office/drawing/2014/main" id="{90D4CFBB-EC3B-69AD-66A8-A029C3A9BD55}"/>
              </a:ext>
            </a:extLst>
          </p:cNvPr>
          <p:cNvGrpSpPr/>
          <p:nvPr/>
        </p:nvGrpSpPr>
        <p:grpSpPr>
          <a:xfrm>
            <a:off x="9108210" y="4657361"/>
            <a:ext cx="269138" cy="269138"/>
            <a:chOff x="4491838" y="5597733"/>
            <a:chExt cx="269138" cy="269138"/>
          </a:xfrm>
        </p:grpSpPr>
        <p:sp>
          <p:nvSpPr>
            <p:cNvPr id="161" name="Oval 160">
              <a:extLst>
                <a:ext uri="{FF2B5EF4-FFF2-40B4-BE49-F238E27FC236}">
                  <a16:creationId xmlns:a16="http://schemas.microsoft.com/office/drawing/2014/main" id="{771E560F-7386-F789-93D1-732AD3BFA1F0}"/>
                </a:ext>
              </a:extLst>
            </p:cNvPr>
            <p:cNvSpPr/>
            <p:nvPr/>
          </p:nvSpPr>
          <p:spPr>
            <a:xfrm>
              <a:off x="4491838" y="5597733"/>
              <a:ext cx="269138" cy="269138"/>
            </a:xfrm>
            <a:prstGeom prst="ellipse">
              <a:avLst/>
            </a:prstGeom>
            <a:solidFill>
              <a:schemeClr val="bg1"/>
            </a:solidFill>
            <a:ln>
              <a:solidFill>
                <a:srgbClr val="199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62" name="Oval 161">
              <a:extLst>
                <a:ext uri="{FF2B5EF4-FFF2-40B4-BE49-F238E27FC236}">
                  <a16:creationId xmlns:a16="http://schemas.microsoft.com/office/drawing/2014/main" id="{AA2008D6-BEB0-EAC4-38A1-F1214B96F62F}"/>
                </a:ext>
              </a:extLst>
            </p:cNvPr>
            <p:cNvSpPr/>
            <p:nvPr/>
          </p:nvSpPr>
          <p:spPr>
            <a:xfrm>
              <a:off x="4534967" y="5640862"/>
              <a:ext cx="182880" cy="182880"/>
            </a:xfrm>
            <a:prstGeom prst="ellipse">
              <a:avLst/>
            </a:prstGeom>
            <a:solidFill>
              <a:srgbClr val="1990FF"/>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grpSp>
      <p:grpSp>
        <p:nvGrpSpPr>
          <p:cNvPr id="163" name="Group 162">
            <a:extLst>
              <a:ext uri="{FF2B5EF4-FFF2-40B4-BE49-F238E27FC236}">
                <a16:creationId xmlns:a16="http://schemas.microsoft.com/office/drawing/2014/main" id="{71834755-5664-AB8B-904D-FD1065D1886B}"/>
              </a:ext>
            </a:extLst>
          </p:cNvPr>
          <p:cNvGrpSpPr/>
          <p:nvPr/>
        </p:nvGrpSpPr>
        <p:grpSpPr>
          <a:xfrm>
            <a:off x="10903800" y="4651321"/>
            <a:ext cx="269138" cy="269138"/>
            <a:chOff x="4491838" y="5597733"/>
            <a:chExt cx="269138" cy="269138"/>
          </a:xfrm>
        </p:grpSpPr>
        <p:sp>
          <p:nvSpPr>
            <p:cNvPr id="164" name="Oval 163">
              <a:extLst>
                <a:ext uri="{FF2B5EF4-FFF2-40B4-BE49-F238E27FC236}">
                  <a16:creationId xmlns:a16="http://schemas.microsoft.com/office/drawing/2014/main" id="{8A99AE85-3267-8E48-B16B-9CAC22DBF6EC}"/>
                </a:ext>
              </a:extLst>
            </p:cNvPr>
            <p:cNvSpPr/>
            <p:nvPr/>
          </p:nvSpPr>
          <p:spPr>
            <a:xfrm>
              <a:off x="4491838" y="5597733"/>
              <a:ext cx="269138" cy="269138"/>
            </a:xfrm>
            <a:prstGeom prst="ellipse">
              <a:avLst/>
            </a:prstGeom>
            <a:solidFill>
              <a:schemeClr val="bg1"/>
            </a:solidFill>
            <a:ln>
              <a:solidFill>
                <a:srgbClr val="00298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sp>
          <p:nvSpPr>
            <p:cNvPr id="165" name="Oval 164">
              <a:extLst>
                <a:ext uri="{FF2B5EF4-FFF2-40B4-BE49-F238E27FC236}">
                  <a16:creationId xmlns:a16="http://schemas.microsoft.com/office/drawing/2014/main" id="{4666E5D2-2705-9DAA-669F-73914589B917}"/>
                </a:ext>
              </a:extLst>
            </p:cNvPr>
            <p:cNvSpPr/>
            <p:nvPr/>
          </p:nvSpPr>
          <p:spPr>
            <a:xfrm>
              <a:off x="4534967" y="5640862"/>
              <a:ext cx="182880" cy="182880"/>
            </a:xfrm>
            <a:prstGeom prst="ellipse">
              <a:avLst/>
            </a:prstGeom>
            <a:solidFill>
              <a:srgbClr val="002986"/>
            </a:solidFill>
            <a:ln w="444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72" panose="020B0503030000000003" pitchFamily="34" charset="0"/>
              </a:endParaRPr>
            </a:p>
          </p:txBody>
        </p:sp>
      </p:grpSp>
      <p:sp>
        <p:nvSpPr>
          <p:cNvPr id="3" name="Title 2">
            <a:extLst>
              <a:ext uri="{FF2B5EF4-FFF2-40B4-BE49-F238E27FC236}">
                <a16:creationId xmlns:a16="http://schemas.microsoft.com/office/drawing/2014/main" id="{F9C58FB5-B151-C687-EB32-ADC2CB37772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860366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TextBox 128">
            <a:extLst>
              <a:ext uri="{FF2B5EF4-FFF2-40B4-BE49-F238E27FC236}">
                <a16:creationId xmlns:a16="http://schemas.microsoft.com/office/drawing/2014/main" id="{4F6D63CB-9DDB-4979-D5E1-B3C06938D39B}"/>
              </a:ext>
            </a:extLst>
          </p:cNvPr>
          <p:cNvSpPr txBox="1"/>
          <p:nvPr/>
        </p:nvSpPr>
        <p:spPr>
          <a:xfrm>
            <a:off x="4806781" y="480646"/>
            <a:ext cx="3612628" cy="784830"/>
          </a:xfrm>
          <a:prstGeom prst="rect">
            <a:avLst/>
          </a:prstGeom>
          <a:noFill/>
        </p:spPr>
        <p:txBody>
          <a:bodyPr wrap="square" rtlCol="0">
            <a:spAutoFit/>
          </a:bodyPr>
          <a:lstStyle/>
          <a:p>
            <a:pPr algn="ctr"/>
            <a:r>
              <a:rPr lang="en-US" sz="4500">
                <a:solidFill>
                  <a:schemeClr val="bg1"/>
                </a:solidFill>
                <a:latin typeface="72" panose="020B0503030000000003" pitchFamily="34" charset="0"/>
                <a:ea typeface="Roboto Black" panose="02000000000000000000" pitchFamily="2" charset="0"/>
                <a:cs typeface="Open Sans Light" panose="020B0306030504020204" pitchFamily="34" charset="0"/>
              </a:rPr>
              <a:t>Timeline</a:t>
            </a:r>
            <a:endParaRPr lang="ru-RU" sz="4500">
              <a:solidFill>
                <a:schemeClr val="bg1"/>
              </a:solidFill>
              <a:latin typeface="72" panose="020B0503030000000003" pitchFamily="34" charset="0"/>
              <a:ea typeface="Roboto Black" panose="02000000000000000000" pitchFamily="2" charset="0"/>
              <a:cs typeface="Open Sans Light" panose="020B0306030504020204" pitchFamily="34" charset="0"/>
            </a:endParaRPr>
          </a:p>
        </p:txBody>
      </p:sp>
      <p:sp>
        <p:nvSpPr>
          <p:cNvPr id="7" name="Block Arc 6">
            <a:extLst>
              <a:ext uri="{FF2B5EF4-FFF2-40B4-BE49-F238E27FC236}">
                <a16:creationId xmlns:a16="http://schemas.microsoft.com/office/drawing/2014/main" id="{77985DFE-63A4-864F-72E9-CE3CC9A5B0F3}"/>
              </a:ext>
            </a:extLst>
          </p:cNvPr>
          <p:cNvSpPr/>
          <p:nvPr/>
        </p:nvSpPr>
        <p:spPr>
          <a:xfrm flipV="1">
            <a:off x="1486901" y="2769970"/>
            <a:ext cx="1777937" cy="1777937"/>
          </a:xfrm>
          <a:prstGeom prst="blockArc">
            <a:avLst>
              <a:gd name="adj1" fmla="val 10800000"/>
              <a:gd name="adj2" fmla="val 88983"/>
              <a:gd name="adj3" fmla="val 1625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black"/>
              </a:solidFill>
              <a:effectLst/>
              <a:uLnTx/>
              <a:uFillTx/>
              <a:latin typeface="72" panose="020B0503030000000003" pitchFamily="34" charset="0"/>
              <a:ea typeface="+mn-ea"/>
              <a:cs typeface="+mn-cs"/>
            </a:endParaRPr>
          </a:p>
        </p:txBody>
      </p:sp>
      <p:sp>
        <p:nvSpPr>
          <p:cNvPr id="8" name="Block Arc 7">
            <a:extLst>
              <a:ext uri="{FF2B5EF4-FFF2-40B4-BE49-F238E27FC236}">
                <a16:creationId xmlns:a16="http://schemas.microsoft.com/office/drawing/2014/main" id="{A19E6359-99F5-05EA-5C38-F974E9E6FD6B}"/>
              </a:ext>
            </a:extLst>
          </p:cNvPr>
          <p:cNvSpPr/>
          <p:nvPr/>
        </p:nvSpPr>
        <p:spPr>
          <a:xfrm>
            <a:off x="2976982" y="2769970"/>
            <a:ext cx="1777937" cy="1777937"/>
          </a:xfrm>
          <a:prstGeom prst="blockArc">
            <a:avLst>
              <a:gd name="adj1" fmla="val 10800000"/>
              <a:gd name="adj2" fmla="val 88983"/>
              <a:gd name="adj3" fmla="val 1625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black"/>
              </a:solidFill>
              <a:effectLst/>
              <a:uLnTx/>
              <a:uFillTx/>
              <a:latin typeface="72" panose="020B0503030000000003" pitchFamily="34" charset="0"/>
              <a:ea typeface="+mn-ea"/>
              <a:cs typeface="+mn-cs"/>
            </a:endParaRPr>
          </a:p>
        </p:txBody>
      </p:sp>
      <p:sp>
        <p:nvSpPr>
          <p:cNvPr id="9" name="Block Arc 8">
            <a:extLst>
              <a:ext uri="{FF2B5EF4-FFF2-40B4-BE49-F238E27FC236}">
                <a16:creationId xmlns:a16="http://schemas.microsoft.com/office/drawing/2014/main" id="{A8496A36-55E2-6C64-44B6-45F7C94C5D82}"/>
              </a:ext>
            </a:extLst>
          </p:cNvPr>
          <p:cNvSpPr/>
          <p:nvPr/>
        </p:nvSpPr>
        <p:spPr>
          <a:xfrm flipV="1">
            <a:off x="4467064" y="2769970"/>
            <a:ext cx="1777937" cy="1777937"/>
          </a:xfrm>
          <a:prstGeom prst="blockArc">
            <a:avLst>
              <a:gd name="adj1" fmla="val 10800000"/>
              <a:gd name="adj2" fmla="val 88983"/>
              <a:gd name="adj3" fmla="val 1625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black"/>
              </a:solidFill>
              <a:effectLst/>
              <a:uLnTx/>
              <a:uFillTx/>
              <a:latin typeface="72" panose="020B0503030000000003" pitchFamily="34" charset="0"/>
              <a:ea typeface="+mn-ea"/>
              <a:cs typeface="+mn-cs"/>
            </a:endParaRPr>
          </a:p>
        </p:txBody>
      </p:sp>
      <p:sp>
        <p:nvSpPr>
          <p:cNvPr id="10" name="Block Arc 9">
            <a:extLst>
              <a:ext uri="{FF2B5EF4-FFF2-40B4-BE49-F238E27FC236}">
                <a16:creationId xmlns:a16="http://schemas.microsoft.com/office/drawing/2014/main" id="{137E8440-A362-2AB7-C516-5515B7538905}"/>
              </a:ext>
            </a:extLst>
          </p:cNvPr>
          <p:cNvSpPr/>
          <p:nvPr/>
        </p:nvSpPr>
        <p:spPr>
          <a:xfrm>
            <a:off x="5957145" y="2769970"/>
            <a:ext cx="1777937" cy="1777937"/>
          </a:xfrm>
          <a:prstGeom prst="blockArc">
            <a:avLst>
              <a:gd name="adj1" fmla="val 10800000"/>
              <a:gd name="adj2" fmla="val 88983"/>
              <a:gd name="adj3" fmla="val 1625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black"/>
              </a:solidFill>
              <a:effectLst/>
              <a:uLnTx/>
              <a:uFillTx/>
              <a:latin typeface="72" panose="020B0503030000000003" pitchFamily="34" charset="0"/>
              <a:ea typeface="+mn-ea"/>
              <a:cs typeface="+mn-cs"/>
            </a:endParaRPr>
          </a:p>
        </p:txBody>
      </p:sp>
      <p:sp>
        <p:nvSpPr>
          <p:cNvPr id="11" name="Block Arc 10">
            <a:extLst>
              <a:ext uri="{FF2B5EF4-FFF2-40B4-BE49-F238E27FC236}">
                <a16:creationId xmlns:a16="http://schemas.microsoft.com/office/drawing/2014/main" id="{00542662-D5B4-FA34-0773-A3EE36CD359D}"/>
              </a:ext>
            </a:extLst>
          </p:cNvPr>
          <p:cNvSpPr/>
          <p:nvPr/>
        </p:nvSpPr>
        <p:spPr>
          <a:xfrm flipV="1">
            <a:off x="7447225" y="2769970"/>
            <a:ext cx="1777937" cy="1777937"/>
          </a:xfrm>
          <a:prstGeom prst="blockArc">
            <a:avLst>
              <a:gd name="adj1" fmla="val 10800000"/>
              <a:gd name="adj2" fmla="val 88983"/>
              <a:gd name="adj3" fmla="val 1625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black"/>
              </a:solidFill>
              <a:effectLst/>
              <a:uLnTx/>
              <a:uFillTx/>
              <a:latin typeface="72" panose="020B0503030000000003" pitchFamily="34" charset="0"/>
              <a:ea typeface="+mn-ea"/>
              <a:cs typeface="+mn-cs"/>
            </a:endParaRPr>
          </a:p>
        </p:txBody>
      </p:sp>
      <p:sp>
        <p:nvSpPr>
          <p:cNvPr id="12" name="Block Arc 11">
            <a:extLst>
              <a:ext uri="{FF2B5EF4-FFF2-40B4-BE49-F238E27FC236}">
                <a16:creationId xmlns:a16="http://schemas.microsoft.com/office/drawing/2014/main" id="{185AE561-9F44-819A-5D4A-3FAD66C225CE}"/>
              </a:ext>
            </a:extLst>
          </p:cNvPr>
          <p:cNvSpPr/>
          <p:nvPr/>
        </p:nvSpPr>
        <p:spPr>
          <a:xfrm>
            <a:off x="8937746" y="2769970"/>
            <a:ext cx="1777937" cy="1777937"/>
          </a:xfrm>
          <a:prstGeom prst="blockArc">
            <a:avLst>
              <a:gd name="adj1" fmla="val 10800000"/>
              <a:gd name="adj2" fmla="val 88983"/>
              <a:gd name="adj3" fmla="val 16255"/>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black"/>
              </a:solidFill>
              <a:effectLst/>
              <a:uLnTx/>
              <a:uFillTx/>
              <a:latin typeface="72" panose="020B0503030000000003" pitchFamily="34" charset="0"/>
              <a:ea typeface="+mn-ea"/>
              <a:cs typeface="+mn-cs"/>
            </a:endParaRPr>
          </a:p>
        </p:txBody>
      </p:sp>
      <p:grpSp>
        <p:nvGrpSpPr>
          <p:cNvPr id="13" name="Group 12">
            <a:extLst>
              <a:ext uri="{FF2B5EF4-FFF2-40B4-BE49-F238E27FC236}">
                <a16:creationId xmlns:a16="http://schemas.microsoft.com/office/drawing/2014/main" id="{C0F625EB-4A1B-92AC-60ED-116341876E2C}"/>
              </a:ext>
            </a:extLst>
          </p:cNvPr>
          <p:cNvGrpSpPr/>
          <p:nvPr/>
        </p:nvGrpSpPr>
        <p:grpSpPr>
          <a:xfrm>
            <a:off x="-13398" y="1626996"/>
            <a:ext cx="1788156" cy="2040409"/>
            <a:chOff x="-10049" y="1047750"/>
            <a:chExt cx="1341117" cy="1530307"/>
          </a:xfrm>
          <a:solidFill>
            <a:schemeClr val="tx1"/>
          </a:solidFill>
        </p:grpSpPr>
        <p:sp>
          <p:nvSpPr>
            <p:cNvPr id="14" name="Rectangle 13">
              <a:extLst>
                <a:ext uri="{FF2B5EF4-FFF2-40B4-BE49-F238E27FC236}">
                  <a16:creationId xmlns:a16="http://schemas.microsoft.com/office/drawing/2014/main" id="{8F96B2B7-6B7C-BF77-83F7-65FDFEEE25ED}"/>
                </a:ext>
              </a:extLst>
            </p:cNvPr>
            <p:cNvSpPr/>
            <p:nvPr/>
          </p:nvSpPr>
          <p:spPr>
            <a:xfrm>
              <a:off x="1115175" y="1047750"/>
              <a:ext cx="215893" cy="153030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15" name="Rectangle 14">
              <a:extLst>
                <a:ext uri="{FF2B5EF4-FFF2-40B4-BE49-F238E27FC236}">
                  <a16:creationId xmlns:a16="http://schemas.microsoft.com/office/drawing/2014/main" id="{C4982DF8-6EE1-15DD-ABA6-089B5D6D756C}"/>
                </a:ext>
              </a:extLst>
            </p:cNvPr>
            <p:cNvSpPr/>
            <p:nvPr/>
          </p:nvSpPr>
          <p:spPr>
            <a:xfrm rot="5400000">
              <a:off x="548733" y="488968"/>
              <a:ext cx="215893" cy="1333457"/>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grpSp>
      <p:grpSp>
        <p:nvGrpSpPr>
          <p:cNvPr id="16" name="Group 15">
            <a:extLst>
              <a:ext uri="{FF2B5EF4-FFF2-40B4-BE49-F238E27FC236}">
                <a16:creationId xmlns:a16="http://schemas.microsoft.com/office/drawing/2014/main" id="{2B6B0301-736F-EAD6-C094-BFC6A8A40088}"/>
              </a:ext>
            </a:extLst>
          </p:cNvPr>
          <p:cNvGrpSpPr/>
          <p:nvPr/>
        </p:nvGrpSpPr>
        <p:grpSpPr>
          <a:xfrm>
            <a:off x="10427826" y="3658938"/>
            <a:ext cx="1764173" cy="2133657"/>
            <a:chOff x="7820869" y="2571707"/>
            <a:chExt cx="1323130" cy="1600243"/>
          </a:xfrm>
          <a:solidFill>
            <a:schemeClr val="accent3"/>
          </a:solidFill>
        </p:grpSpPr>
        <p:sp>
          <p:nvSpPr>
            <p:cNvPr id="17" name="Rectangle 16">
              <a:extLst>
                <a:ext uri="{FF2B5EF4-FFF2-40B4-BE49-F238E27FC236}">
                  <a16:creationId xmlns:a16="http://schemas.microsoft.com/office/drawing/2014/main" id="{7447FF9A-427D-042B-0133-F031BDCAED78}"/>
                </a:ext>
              </a:extLst>
            </p:cNvPr>
            <p:cNvSpPr/>
            <p:nvPr/>
          </p:nvSpPr>
          <p:spPr>
            <a:xfrm>
              <a:off x="7820869" y="2571707"/>
              <a:ext cx="215893" cy="160024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18" name="Rectangle 17">
              <a:extLst>
                <a:ext uri="{FF2B5EF4-FFF2-40B4-BE49-F238E27FC236}">
                  <a16:creationId xmlns:a16="http://schemas.microsoft.com/office/drawing/2014/main" id="{B2EACD7D-35D6-15D5-61ED-74DB9708A1AC}"/>
                </a:ext>
              </a:extLst>
            </p:cNvPr>
            <p:cNvSpPr/>
            <p:nvPr/>
          </p:nvSpPr>
          <p:spPr>
            <a:xfrm rot="5400000">
              <a:off x="8386158" y="3413307"/>
              <a:ext cx="215893" cy="129978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grpSp>
      <p:sp>
        <p:nvSpPr>
          <p:cNvPr id="19" name="Rectangle 18">
            <a:extLst>
              <a:ext uri="{FF2B5EF4-FFF2-40B4-BE49-F238E27FC236}">
                <a16:creationId xmlns:a16="http://schemas.microsoft.com/office/drawing/2014/main" id="{E3C76B41-8101-4E32-6AC4-F6DB3C9E9F0C}"/>
              </a:ext>
            </a:extLst>
          </p:cNvPr>
          <p:cNvSpPr/>
          <p:nvPr/>
        </p:nvSpPr>
        <p:spPr>
          <a:xfrm>
            <a:off x="2860394" y="2138079"/>
            <a:ext cx="1984740" cy="451406"/>
          </a:xfrm>
          <a:prstGeom prst="rect">
            <a:avLst/>
          </a:prstGeom>
        </p:spPr>
        <p:txBody>
          <a:bodyPr wrap="square">
            <a:spAutoFit/>
          </a:bodyPr>
          <a:lstStyle/>
          <a:p>
            <a:pPr marL="0" marR="0" lvl="0" indent="0" algn="ctr" defTabSz="914377" rtl="0" eaLnBrk="1" fontAlgn="auto" latinLnBrk="0" hangingPunct="1">
              <a:lnSpc>
                <a:spcPts val="1440"/>
              </a:lnSpc>
              <a:spcBef>
                <a:spcPts val="0"/>
              </a:spcBef>
              <a:spcAft>
                <a:spcPts val="0"/>
              </a:spcAft>
              <a:buClrTx/>
              <a:buSzTx/>
              <a:buFontTx/>
              <a:buNone/>
              <a:tabLst/>
              <a:defRPr/>
            </a:pP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Synth chartreuse XOXO, tacos </a:t>
            </a:r>
            <a:r>
              <a:rPr kumimoji="0" lang="en-US" sz="1200" u="none" strike="noStrike" kern="1200" cap="none" spc="0" normalizeH="0" baseline="0" noProof="0" err="1">
                <a:ln>
                  <a:noFill/>
                </a:ln>
                <a:solidFill>
                  <a:prstClr val="black"/>
                </a:solidFill>
                <a:effectLst/>
                <a:uLnTx/>
                <a:uFillTx/>
                <a:latin typeface="72" panose="020B0503030000000003" pitchFamily="34" charset="0"/>
                <a:cs typeface="72" panose="020B0503030000000003" pitchFamily="34" charset="0"/>
              </a:rPr>
              <a:t>brooklyn</a:t>
            </a: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 VHS plaid.</a:t>
            </a:r>
            <a:endParaRPr kumimoji="0" lang="en-US" sz="1200" u="none" strike="noStrike" kern="1200" cap="none" spc="0" normalizeH="0" baseline="0" noProof="0">
              <a:ln>
                <a:noFill/>
              </a:ln>
              <a:solidFill>
                <a:prstClr val="black"/>
              </a:solidFill>
              <a:effectLst/>
              <a:uLnTx/>
              <a:uFillTx/>
              <a:latin typeface="72" panose="020B0503030000000003" pitchFamily="34" charset="0"/>
              <a:ea typeface="Open Sans" panose="020B0606030504020204" pitchFamily="34" charset="0"/>
              <a:cs typeface="72" panose="020B0503030000000003" pitchFamily="34" charset="0"/>
            </a:endParaRPr>
          </a:p>
        </p:txBody>
      </p:sp>
      <p:sp>
        <p:nvSpPr>
          <p:cNvPr id="20" name="Rectangle 19">
            <a:extLst>
              <a:ext uri="{FF2B5EF4-FFF2-40B4-BE49-F238E27FC236}">
                <a16:creationId xmlns:a16="http://schemas.microsoft.com/office/drawing/2014/main" id="{DE47CDD7-9359-408E-BC1E-054B627FC73F}"/>
              </a:ext>
            </a:extLst>
          </p:cNvPr>
          <p:cNvSpPr/>
          <p:nvPr/>
        </p:nvSpPr>
        <p:spPr>
          <a:xfrm>
            <a:off x="1383498" y="4743645"/>
            <a:ext cx="1984740" cy="451406"/>
          </a:xfrm>
          <a:prstGeom prst="rect">
            <a:avLst/>
          </a:prstGeom>
        </p:spPr>
        <p:txBody>
          <a:bodyPr wrap="square">
            <a:spAutoFit/>
          </a:bodyPr>
          <a:lstStyle/>
          <a:p>
            <a:pPr marL="0" marR="0" lvl="0" indent="0" algn="ctr" defTabSz="914377" rtl="0" eaLnBrk="1" fontAlgn="auto" latinLnBrk="0" hangingPunct="1">
              <a:lnSpc>
                <a:spcPts val="1440"/>
              </a:lnSpc>
              <a:spcBef>
                <a:spcPts val="0"/>
              </a:spcBef>
              <a:spcAft>
                <a:spcPts val="0"/>
              </a:spcAft>
              <a:buClrTx/>
              <a:buSzTx/>
              <a:buFontTx/>
              <a:buNone/>
              <a:tabLst/>
              <a:defRPr/>
            </a:pP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Synth chartreuse XOXO, tacos </a:t>
            </a:r>
            <a:r>
              <a:rPr kumimoji="0" lang="en-US" sz="1200" u="none" strike="noStrike" kern="1200" cap="none" spc="0" normalizeH="0" baseline="0" noProof="0" err="1">
                <a:ln>
                  <a:noFill/>
                </a:ln>
                <a:solidFill>
                  <a:prstClr val="black"/>
                </a:solidFill>
                <a:effectLst/>
                <a:uLnTx/>
                <a:uFillTx/>
                <a:latin typeface="72" panose="020B0503030000000003" pitchFamily="34" charset="0"/>
                <a:cs typeface="72" panose="020B0503030000000003" pitchFamily="34" charset="0"/>
              </a:rPr>
              <a:t>brooklyn</a:t>
            </a: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 VHS plaid.</a:t>
            </a:r>
            <a:endParaRPr kumimoji="0" lang="en-US" sz="1200" u="none" strike="noStrike" kern="1200" cap="none" spc="0" normalizeH="0" baseline="0" noProof="0">
              <a:ln>
                <a:noFill/>
              </a:ln>
              <a:solidFill>
                <a:prstClr val="black"/>
              </a:solidFill>
              <a:effectLst/>
              <a:uLnTx/>
              <a:uFillTx/>
              <a:latin typeface="72" panose="020B0503030000000003" pitchFamily="34" charset="0"/>
              <a:ea typeface="Open Sans" panose="020B0606030504020204" pitchFamily="34" charset="0"/>
              <a:cs typeface="72" panose="020B0503030000000003" pitchFamily="34" charset="0"/>
            </a:endParaRPr>
          </a:p>
        </p:txBody>
      </p:sp>
      <p:sp>
        <p:nvSpPr>
          <p:cNvPr id="21" name="Rectangle 20">
            <a:extLst>
              <a:ext uri="{FF2B5EF4-FFF2-40B4-BE49-F238E27FC236}">
                <a16:creationId xmlns:a16="http://schemas.microsoft.com/office/drawing/2014/main" id="{654F3912-3EC8-1258-3F65-5981AE5AF54C}"/>
              </a:ext>
            </a:extLst>
          </p:cNvPr>
          <p:cNvSpPr/>
          <p:nvPr/>
        </p:nvSpPr>
        <p:spPr>
          <a:xfrm>
            <a:off x="4363661" y="4744487"/>
            <a:ext cx="1984740" cy="451406"/>
          </a:xfrm>
          <a:prstGeom prst="rect">
            <a:avLst/>
          </a:prstGeom>
        </p:spPr>
        <p:txBody>
          <a:bodyPr wrap="square">
            <a:spAutoFit/>
          </a:bodyPr>
          <a:lstStyle/>
          <a:p>
            <a:pPr marL="0" marR="0" lvl="0" indent="0" algn="ctr" defTabSz="914377" rtl="0" eaLnBrk="1" fontAlgn="auto" latinLnBrk="0" hangingPunct="1">
              <a:lnSpc>
                <a:spcPts val="1440"/>
              </a:lnSpc>
              <a:spcBef>
                <a:spcPts val="0"/>
              </a:spcBef>
              <a:spcAft>
                <a:spcPts val="0"/>
              </a:spcAft>
              <a:buClrTx/>
              <a:buSzTx/>
              <a:buFontTx/>
              <a:buNone/>
              <a:tabLst/>
              <a:defRPr/>
            </a:pP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Synth chartreuse XOXO, tacos </a:t>
            </a:r>
            <a:r>
              <a:rPr kumimoji="0" lang="en-US" sz="1200" u="none" strike="noStrike" kern="1200" cap="none" spc="0" normalizeH="0" baseline="0" noProof="0" err="1">
                <a:ln>
                  <a:noFill/>
                </a:ln>
                <a:solidFill>
                  <a:prstClr val="black"/>
                </a:solidFill>
                <a:effectLst/>
                <a:uLnTx/>
                <a:uFillTx/>
                <a:latin typeface="72" panose="020B0503030000000003" pitchFamily="34" charset="0"/>
                <a:cs typeface="72" panose="020B0503030000000003" pitchFamily="34" charset="0"/>
              </a:rPr>
              <a:t>brooklyn</a:t>
            </a: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 VHS plaid.</a:t>
            </a:r>
            <a:endParaRPr kumimoji="0" lang="en-US" sz="1200" u="none" strike="noStrike" kern="1200" cap="none" spc="0" normalizeH="0" baseline="0" noProof="0">
              <a:ln>
                <a:noFill/>
              </a:ln>
              <a:solidFill>
                <a:prstClr val="black"/>
              </a:solidFill>
              <a:effectLst/>
              <a:uLnTx/>
              <a:uFillTx/>
              <a:latin typeface="72" panose="020B0503030000000003" pitchFamily="34" charset="0"/>
              <a:ea typeface="Open Sans" panose="020B0606030504020204" pitchFamily="34" charset="0"/>
              <a:cs typeface="72" panose="020B0503030000000003" pitchFamily="34" charset="0"/>
            </a:endParaRPr>
          </a:p>
        </p:txBody>
      </p:sp>
      <p:sp>
        <p:nvSpPr>
          <p:cNvPr id="22" name="Rectangle 21">
            <a:extLst>
              <a:ext uri="{FF2B5EF4-FFF2-40B4-BE49-F238E27FC236}">
                <a16:creationId xmlns:a16="http://schemas.microsoft.com/office/drawing/2014/main" id="{DC790D43-ECBB-F846-89D7-4ECD3AD28B01}"/>
              </a:ext>
            </a:extLst>
          </p:cNvPr>
          <p:cNvSpPr/>
          <p:nvPr/>
        </p:nvSpPr>
        <p:spPr>
          <a:xfrm>
            <a:off x="5853742" y="2138353"/>
            <a:ext cx="1984740" cy="451406"/>
          </a:xfrm>
          <a:prstGeom prst="rect">
            <a:avLst/>
          </a:prstGeom>
        </p:spPr>
        <p:txBody>
          <a:bodyPr wrap="square">
            <a:spAutoFit/>
          </a:bodyPr>
          <a:lstStyle/>
          <a:p>
            <a:pPr marL="0" marR="0" lvl="0" indent="0" algn="ctr" defTabSz="914377" rtl="0" eaLnBrk="1" fontAlgn="auto" latinLnBrk="0" hangingPunct="1">
              <a:lnSpc>
                <a:spcPts val="1440"/>
              </a:lnSpc>
              <a:spcBef>
                <a:spcPts val="0"/>
              </a:spcBef>
              <a:spcAft>
                <a:spcPts val="0"/>
              </a:spcAft>
              <a:buClrTx/>
              <a:buSzTx/>
              <a:buFontTx/>
              <a:buNone/>
              <a:tabLst/>
              <a:defRPr/>
            </a:pP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Synth chartreuse XOXO, tacos </a:t>
            </a:r>
            <a:r>
              <a:rPr kumimoji="0" lang="en-US" sz="1200" u="none" strike="noStrike" kern="1200" cap="none" spc="0" normalizeH="0" baseline="0" noProof="0" err="1">
                <a:ln>
                  <a:noFill/>
                </a:ln>
                <a:solidFill>
                  <a:prstClr val="black"/>
                </a:solidFill>
                <a:effectLst/>
                <a:uLnTx/>
                <a:uFillTx/>
                <a:latin typeface="72" panose="020B0503030000000003" pitchFamily="34" charset="0"/>
                <a:cs typeface="72" panose="020B0503030000000003" pitchFamily="34" charset="0"/>
              </a:rPr>
              <a:t>brooklyn</a:t>
            </a: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 VHS plaid.</a:t>
            </a:r>
            <a:endParaRPr kumimoji="0" lang="en-US" sz="1200" u="none" strike="noStrike" kern="1200" cap="none" spc="0" normalizeH="0" baseline="0" noProof="0">
              <a:ln>
                <a:noFill/>
              </a:ln>
              <a:solidFill>
                <a:prstClr val="black"/>
              </a:solidFill>
              <a:effectLst/>
              <a:uLnTx/>
              <a:uFillTx/>
              <a:latin typeface="72" panose="020B0503030000000003" pitchFamily="34" charset="0"/>
              <a:ea typeface="Open Sans" panose="020B0606030504020204" pitchFamily="34" charset="0"/>
              <a:cs typeface="72" panose="020B0503030000000003" pitchFamily="34" charset="0"/>
            </a:endParaRPr>
          </a:p>
        </p:txBody>
      </p:sp>
      <p:sp>
        <p:nvSpPr>
          <p:cNvPr id="23" name="Rectangle 22">
            <a:extLst>
              <a:ext uri="{FF2B5EF4-FFF2-40B4-BE49-F238E27FC236}">
                <a16:creationId xmlns:a16="http://schemas.microsoft.com/office/drawing/2014/main" id="{19AF5310-AF4E-6204-DBBB-443E99A30AE2}"/>
              </a:ext>
            </a:extLst>
          </p:cNvPr>
          <p:cNvSpPr/>
          <p:nvPr/>
        </p:nvSpPr>
        <p:spPr>
          <a:xfrm>
            <a:off x="7383819" y="4743645"/>
            <a:ext cx="1984740" cy="451406"/>
          </a:xfrm>
          <a:prstGeom prst="rect">
            <a:avLst/>
          </a:prstGeom>
        </p:spPr>
        <p:txBody>
          <a:bodyPr wrap="square">
            <a:spAutoFit/>
          </a:bodyPr>
          <a:lstStyle/>
          <a:p>
            <a:pPr marL="0" marR="0" lvl="0" indent="0" algn="ctr" defTabSz="914377" rtl="0" eaLnBrk="1" fontAlgn="auto" latinLnBrk="0" hangingPunct="1">
              <a:lnSpc>
                <a:spcPts val="1440"/>
              </a:lnSpc>
              <a:spcBef>
                <a:spcPts val="0"/>
              </a:spcBef>
              <a:spcAft>
                <a:spcPts val="0"/>
              </a:spcAft>
              <a:buClrTx/>
              <a:buSzTx/>
              <a:buFontTx/>
              <a:buNone/>
              <a:tabLst/>
              <a:defRPr/>
            </a:pP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Synth chartreuse XOXO, tacos </a:t>
            </a:r>
            <a:r>
              <a:rPr kumimoji="0" lang="en-US" sz="1200" u="none" strike="noStrike" kern="1200" cap="none" spc="0" normalizeH="0" baseline="0" noProof="0" err="1">
                <a:ln>
                  <a:noFill/>
                </a:ln>
                <a:solidFill>
                  <a:prstClr val="black"/>
                </a:solidFill>
                <a:effectLst/>
                <a:uLnTx/>
                <a:uFillTx/>
                <a:latin typeface="72" panose="020B0503030000000003" pitchFamily="34" charset="0"/>
                <a:cs typeface="72" panose="020B0503030000000003" pitchFamily="34" charset="0"/>
              </a:rPr>
              <a:t>brooklyn</a:t>
            </a: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 VHS plaid.</a:t>
            </a:r>
            <a:endParaRPr kumimoji="0" lang="en-US" sz="1200" u="none" strike="noStrike" kern="1200" cap="none" spc="0" normalizeH="0" baseline="0" noProof="0">
              <a:ln>
                <a:noFill/>
              </a:ln>
              <a:solidFill>
                <a:prstClr val="black"/>
              </a:solidFill>
              <a:effectLst/>
              <a:uLnTx/>
              <a:uFillTx/>
              <a:latin typeface="72" panose="020B0503030000000003" pitchFamily="34" charset="0"/>
              <a:ea typeface="Open Sans" panose="020B0606030504020204" pitchFamily="34" charset="0"/>
              <a:cs typeface="72" panose="020B0503030000000003" pitchFamily="34" charset="0"/>
            </a:endParaRPr>
          </a:p>
        </p:txBody>
      </p:sp>
      <p:sp>
        <p:nvSpPr>
          <p:cNvPr id="24" name="Rectangle 23">
            <a:extLst>
              <a:ext uri="{FF2B5EF4-FFF2-40B4-BE49-F238E27FC236}">
                <a16:creationId xmlns:a16="http://schemas.microsoft.com/office/drawing/2014/main" id="{3DC495B1-3AF5-E1B9-C8D9-1FEA80DDC511}"/>
              </a:ext>
            </a:extLst>
          </p:cNvPr>
          <p:cNvSpPr/>
          <p:nvPr/>
        </p:nvSpPr>
        <p:spPr>
          <a:xfrm>
            <a:off x="8833903" y="2138079"/>
            <a:ext cx="1984740" cy="451406"/>
          </a:xfrm>
          <a:prstGeom prst="rect">
            <a:avLst/>
          </a:prstGeom>
        </p:spPr>
        <p:txBody>
          <a:bodyPr wrap="square">
            <a:spAutoFit/>
          </a:bodyPr>
          <a:lstStyle/>
          <a:p>
            <a:pPr marL="0" marR="0" lvl="0" indent="0" algn="ctr" defTabSz="914377" rtl="0" eaLnBrk="1" fontAlgn="auto" latinLnBrk="0" hangingPunct="1">
              <a:lnSpc>
                <a:spcPts val="1440"/>
              </a:lnSpc>
              <a:spcBef>
                <a:spcPts val="0"/>
              </a:spcBef>
              <a:spcAft>
                <a:spcPts val="0"/>
              </a:spcAft>
              <a:buClrTx/>
              <a:buSzTx/>
              <a:buFontTx/>
              <a:buNone/>
              <a:tabLst/>
              <a:defRPr/>
            </a:pP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Synth chartreuse XOXO, tacos </a:t>
            </a:r>
            <a:r>
              <a:rPr kumimoji="0" lang="en-US" sz="1200" u="none" strike="noStrike" kern="1200" cap="none" spc="0" normalizeH="0" baseline="0" noProof="0" err="1">
                <a:ln>
                  <a:noFill/>
                </a:ln>
                <a:solidFill>
                  <a:prstClr val="black"/>
                </a:solidFill>
                <a:effectLst/>
                <a:uLnTx/>
                <a:uFillTx/>
                <a:latin typeface="72" panose="020B0503030000000003" pitchFamily="34" charset="0"/>
                <a:cs typeface="72" panose="020B0503030000000003" pitchFamily="34" charset="0"/>
              </a:rPr>
              <a:t>brooklyn</a:t>
            </a:r>
            <a:r>
              <a:rPr kumimoji="0" lang="en-US" sz="1200" u="none" strike="noStrike" kern="1200" cap="none" spc="0" normalizeH="0" baseline="0" noProof="0">
                <a:ln>
                  <a:noFill/>
                </a:ln>
                <a:solidFill>
                  <a:prstClr val="black"/>
                </a:solidFill>
                <a:effectLst/>
                <a:uLnTx/>
                <a:uFillTx/>
                <a:latin typeface="72" panose="020B0503030000000003" pitchFamily="34" charset="0"/>
                <a:cs typeface="72" panose="020B0503030000000003" pitchFamily="34" charset="0"/>
              </a:rPr>
              <a:t> VHS plaid.</a:t>
            </a:r>
            <a:endParaRPr kumimoji="0" lang="en-US" sz="1200" u="none" strike="noStrike" kern="1200" cap="none" spc="0" normalizeH="0" baseline="0" noProof="0">
              <a:ln>
                <a:noFill/>
              </a:ln>
              <a:solidFill>
                <a:prstClr val="black"/>
              </a:solidFill>
              <a:effectLst/>
              <a:uLnTx/>
              <a:uFillTx/>
              <a:latin typeface="72" panose="020B0503030000000003" pitchFamily="34" charset="0"/>
              <a:ea typeface="Open Sans" panose="020B0606030504020204" pitchFamily="34" charset="0"/>
              <a:cs typeface="72" panose="020B0503030000000003" pitchFamily="34" charset="0"/>
            </a:endParaRPr>
          </a:p>
        </p:txBody>
      </p:sp>
      <p:sp>
        <p:nvSpPr>
          <p:cNvPr id="26" name="Oval 25">
            <a:extLst>
              <a:ext uri="{FF2B5EF4-FFF2-40B4-BE49-F238E27FC236}">
                <a16:creationId xmlns:a16="http://schemas.microsoft.com/office/drawing/2014/main" id="{F21D5D6D-C023-E327-CD3F-D3E18C847340}"/>
              </a:ext>
            </a:extLst>
          </p:cNvPr>
          <p:cNvSpPr/>
          <p:nvPr/>
        </p:nvSpPr>
        <p:spPr>
          <a:xfrm>
            <a:off x="1970633" y="3250437"/>
            <a:ext cx="833937" cy="833937"/>
          </a:xfrm>
          <a:prstGeom prst="ellipse">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29" name="Oval 28">
            <a:extLst>
              <a:ext uri="{FF2B5EF4-FFF2-40B4-BE49-F238E27FC236}">
                <a16:creationId xmlns:a16="http://schemas.microsoft.com/office/drawing/2014/main" id="{DA994F49-FDDF-F4BE-9A9E-FB418F283774}"/>
              </a:ext>
            </a:extLst>
          </p:cNvPr>
          <p:cNvSpPr/>
          <p:nvPr/>
        </p:nvSpPr>
        <p:spPr>
          <a:xfrm>
            <a:off x="4953880" y="3250437"/>
            <a:ext cx="833937" cy="833937"/>
          </a:xfrm>
          <a:prstGeom prst="ellipse">
            <a:avLst/>
          </a:prstGeom>
          <a:noFill/>
          <a:ln w="762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32" name="Oval 31">
            <a:extLst>
              <a:ext uri="{FF2B5EF4-FFF2-40B4-BE49-F238E27FC236}">
                <a16:creationId xmlns:a16="http://schemas.microsoft.com/office/drawing/2014/main" id="{5D131C1B-4C1F-EC23-0437-F82476B834A1}"/>
              </a:ext>
            </a:extLst>
          </p:cNvPr>
          <p:cNvSpPr/>
          <p:nvPr/>
        </p:nvSpPr>
        <p:spPr>
          <a:xfrm>
            <a:off x="3443833" y="3258904"/>
            <a:ext cx="833937" cy="833937"/>
          </a:xfrm>
          <a:prstGeom prst="ellipse">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35" name="Oval 34">
            <a:extLst>
              <a:ext uri="{FF2B5EF4-FFF2-40B4-BE49-F238E27FC236}">
                <a16:creationId xmlns:a16="http://schemas.microsoft.com/office/drawing/2014/main" id="{9E00312A-C271-2D8C-96B4-985739C9E3B9}"/>
              </a:ext>
            </a:extLst>
          </p:cNvPr>
          <p:cNvSpPr/>
          <p:nvPr/>
        </p:nvSpPr>
        <p:spPr>
          <a:xfrm>
            <a:off x="6443960" y="3258904"/>
            <a:ext cx="833937" cy="833937"/>
          </a:xfrm>
          <a:prstGeom prst="ellipse">
            <a:avLst/>
          </a:prstGeom>
          <a:no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38" name="Oval 37">
            <a:extLst>
              <a:ext uri="{FF2B5EF4-FFF2-40B4-BE49-F238E27FC236}">
                <a16:creationId xmlns:a16="http://schemas.microsoft.com/office/drawing/2014/main" id="{DAFDB440-6A09-25A2-FD1A-33FBEB522D81}"/>
              </a:ext>
            </a:extLst>
          </p:cNvPr>
          <p:cNvSpPr/>
          <p:nvPr/>
        </p:nvSpPr>
        <p:spPr>
          <a:xfrm>
            <a:off x="7909082" y="3241970"/>
            <a:ext cx="833937" cy="833937"/>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41" name="Oval 40">
            <a:extLst>
              <a:ext uri="{FF2B5EF4-FFF2-40B4-BE49-F238E27FC236}">
                <a16:creationId xmlns:a16="http://schemas.microsoft.com/office/drawing/2014/main" id="{874EE26A-1D9D-F08B-1F7C-128A5FC33CA2}"/>
              </a:ext>
            </a:extLst>
          </p:cNvPr>
          <p:cNvSpPr/>
          <p:nvPr/>
        </p:nvSpPr>
        <p:spPr>
          <a:xfrm>
            <a:off x="9409306" y="3241970"/>
            <a:ext cx="833937" cy="833937"/>
          </a:xfrm>
          <a:prstGeom prst="ellipse">
            <a:avLst/>
          </a:prstGeom>
          <a:noFill/>
          <a:ln w="762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2000" u="none" strike="noStrike" kern="1200" cap="none" spc="0" normalizeH="0" baseline="0" noProof="0">
              <a:ln>
                <a:noFill/>
              </a:ln>
              <a:solidFill>
                <a:prstClr val="white"/>
              </a:solidFill>
              <a:effectLst/>
              <a:uLnTx/>
              <a:uFillTx/>
              <a:latin typeface="72" panose="020B0503030000000003" pitchFamily="34" charset="0"/>
              <a:ea typeface="+mn-ea"/>
              <a:cs typeface="+mn-cs"/>
            </a:endParaRPr>
          </a:p>
        </p:txBody>
      </p:sp>
      <p:sp>
        <p:nvSpPr>
          <p:cNvPr id="43" name="TextBox 42">
            <a:extLst>
              <a:ext uri="{FF2B5EF4-FFF2-40B4-BE49-F238E27FC236}">
                <a16:creationId xmlns:a16="http://schemas.microsoft.com/office/drawing/2014/main" id="{C32A746F-BA8E-ED49-7D2F-ABAC3C346E06}"/>
              </a:ext>
            </a:extLst>
          </p:cNvPr>
          <p:cNvSpPr txBox="1"/>
          <p:nvPr/>
        </p:nvSpPr>
        <p:spPr>
          <a:xfrm>
            <a:off x="1997517" y="3381953"/>
            <a:ext cx="802102" cy="553998"/>
          </a:xfrm>
          <a:prstGeom prst="rect">
            <a:avLst/>
          </a:prstGeom>
          <a:noFill/>
          <a:ln>
            <a:noFill/>
          </a:ln>
        </p:spPr>
        <p:txBody>
          <a:bodyPr wrap="square" rtlCol="0">
            <a:spAutoFit/>
          </a:bodyPr>
          <a:lstStyle/>
          <a:p>
            <a:pPr algn="ctr"/>
            <a:r>
              <a:rPr lang="en-US" sz="3000">
                <a:latin typeface="72" panose="020B0503030000000003" pitchFamily="34" charset="0"/>
                <a:ea typeface="Roboto" panose="02000000000000000000" pitchFamily="2" charset="0"/>
                <a:cs typeface="72" panose="020B0503030000000003" pitchFamily="34" charset="0"/>
              </a:rPr>
              <a:t>1</a:t>
            </a:r>
            <a:endParaRPr lang="ru-RU" sz="3000">
              <a:latin typeface="72" panose="020B0503030000000003" pitchFamily="34" charset="0"/>
              <a:ea typeface="Roboto" panose="02000000000000000000" pitchFamily="2" charset="0"/>
              <a:cs typeface="72" panose="020B0503030000000003" pitchFamily="34" charset="0"/>
            </a:endParaRPr>
          </a:p>
        </p:txBody>
      </p:sp>
      <p:sp>
        <p:nvSpPr>
          <p:cNvPr id="44" name="TextBox 43">
            <a:extLst>
              <a:ext uri="{FF2B5EF4-FFF2-40B4-BE49-F238E27FC236}">
                <a16:creationId xmlns:a16="http://schemas.microsoft.com/office/drawing/2014/main" id="{676E815F-0E04-3997-486A-29332A02202F}"/>
              </a:ext>
            </a:extLst>
          </p:cNvPr>
          <p:cNvSpPr txBox="1"/>
          <p:nvPr/>
        </p:nvSpPr>
        <p:spPr>
          <a:xfrm>
            <a:off x="3485374" y="3381953"/>
            <a:ext cx="802102" cy="553998"/>
          </a:xfrm>
          <a:prstGeom prst="rect">
            <a:avLst/>
          </a:prstGeom>
          <a:noFill/>
          <a:ln>
            <a:noFill/>
          </a:ln>
        </p:spPr>
        <p:txBody>
          <a:bodyPr wrap="square" rtlCol="0">
            <a:spAutoFit/>
          </a:bodyPr>
          <a:lstStyle/>
          <a:p>
            <a:pPr algn="ctr"/>
            <a:r>
              <a:rPr lang="en-US" sz="3000">
                <a:latin typeface="72" panose="020B0503030000000003" pitchFamily="34" charset="0"/>
                <a:ea typeface="Roboto" panose="02000000000000000000" pitchFamily="2" charset="0"/>
                <a:cs typeface="72" panose="020B0503030000000003" pitchFamily="34" charset="0"/>
              </a:rPr>
              <a:t>2</a:t>
            </a:r>
            <a:endParaRPr lang="ru-RU" sz="3000">
              <a:latin typeface="72" panose="020B0503030000000003" pitchFamily="34" charset="0"/>
              <a:ea typeface="Roboto" panose="02000000000000000000" pitchFamily="2" charset="0"/>
              <a:cs typeface="72" panose="020B0503030000000003" pitchFamily="34" charset="0"/>
            </a:endParaRPr>
          </a:p>
        </p:txBody>
      </p:sp>
      <p:sp>
        <p:nvSpPr>
          <p:cNvPr id="45" name="TextBox 44">
            <a:extLst>
              <a:ext uri="{FF2B5EF4-FFF2-40B4-BE49-F238E27FC236}">
                <a16:creationId xmlns:a16="http://schemas.microsoft.com/office/drawing/2014/main" id="{7ABF91CE-6FF9-B2BE-73B9-D125D7FDEDC5}"/>
              </a:ext>
            </a:extLst>
          </p:cNvPr>
          <p:cNvSpPr txBox="1"/>
          <p:nvPr/>
        </p:nvSpPr>
        <p:spPr>
          <a:xfrm>
            <a:off x="4973231" y="3381953"/>
            <a:ext cx="802102" cy="553998"/>
          </a:xfrm>
          <a:prstGeom prst="rect">
            <a:avLst/>
          </a:prstGeom>
          <a:noFill/>
          <a:ln>
            <a:noFill/>
          </a:ln>
        </p:spPr>
        <p:txBody>
          <a:bodyPr wrap="square" rtlCol="0">
            <a:spAutoFit/>
          </a:bodyPr>
          <a:lstStyle/>
          <a:p>
            <a:pPr algn="ctr"/>
            <a:r>
              <a:rPr lang="en-US" sz="3000">
                <a:latin typeface="72" panose="020B0503030000000003" pitchFamily="34" charset="0"/>
                <a:ea typeface="Roboto" panose="02000000000000000000" pitchFamily="2" charset="0"/>
                <a:cs typeface="72" panose="020B0503030000000003" pitchFamily="34" charset="0"/>
              </a:rPr>
              <a:t>3</a:t>
            </a:r>
            <a:endParaRPr lang="ru-RU" sz="3000">
              <a:latin typeface="72" panose="020B0503030000000003" pitchFamily="34" charset="0"/>
              <a:ea typeface="Roboto" panose="02000000000000000000" pitchFamily="2" charset="0"/>
              <a:cs typeface="72" panose="020B0503030000000003" pitchFamily="34" charset="0"/>
            </a:endParaRPr>
          </a:p>
        </p:txBody>
      </p:sp>
      <p:sp>
        <p:nvSpPr>
          <p:cNvPr id="46" name="TextBox 45">
            <a:extLst>
              <a:ext uri="{FF2B5EF4-FFF2-40B4-BE49-F238E27FC236}">
                <a16:creationId xmlns:a16="http://schemas.microsoft.com/office/drawing/2014/main" id="{29E4A0FE-00E1-7954-8DDC-F36B0AD09A9B}"/>
              </a:ext>
            </a:extLst>
          </p:cNvPr>
          <p:cNvSpPr txBox="1"/>
          <p:nvPr/>
        </p:nvSpPr>
        <p:spPr>
          <a:xfrm>
            <a:off x="6461088" y="3381953"/>
            <a:ext cx="802102" cy="553998"/>
          </a:xfrm>
          <a:prstGeom prst="rect">
            <a:avLst/>
          </a:prstGeom>
          <a:noFill/>
          <a:ln>
            <a:noFill/>
          </a:ln>
        </p:spPr>
        <p:txBody>
          <a:bodyPr wrap="square" rtlCol="0">
            <a:spAutoFit/>
          </a:bodyPr>
          <a:lstStyle/>
          <a:p>
            <a:pPr algn="ctr"/>
            <a:r>
              <a:rPr lang="en-US" sz="3000">
                <a:latin typeface="72" panose="020B0503030000000003" pitchFamily="34" charset="0"/>
                <a:ea typeface="Roboto" panose="02000000000000000000" pitchFamily="2" charset="0"/>
                <a:cs typeface="72" panose="020B0503030000000003" pitchFamily="34" charset="0"/>
              </a:rPr>
              <a:t>4</a:t>
            </a:r>
            <a:endParaRPr lang="ru-RU" sz="3000">
              <a:latin typeface="72" panose="020B0503030000000003" pitchFamily="34" charset="0"/>
              <a:ea typeface="Roboto" panose="02000000000000000000" pitchFamily="2" charset="0"/>
              <a:cs typeface="72" panose="020B0503030000000003" pitchFamily="34" charset="0"/>
            </a:endParaRPr>
          </a:p>
        </p:txBody>
      </p:sp>
      <p:sp>
        <p:nvSpPr>
          <p:cNvPr id="47" name="TextBox 46">
            <a:extLst>
              <a:ext uri="{FF2B5EF4-FFF2-40B4-BE49-F238E27FC236}">
                <a16:creationId xmlns:a16="http://schemas.microsoft.com/office/drawing/2014/main" id="{E1AEBB54-E709-34B7-4417-37AB51E4E2CA}"/>
              </a:ext>
            </a:extLst>
          </p:cNvPr>
          <p:cNvSpPr txBox="1"/>
          <p:nvPr/>
        </p:nvSpPr>
        <p:spPr>
          <a:xfrm>
            <a:off x="7948945" y="3381953"/>
            <a:ext cx="802102" cy="553998"/>
          </a:xfrm>
          <a:prstGeom prst="rect">
            <a:avLst/>
          </a:prstGeom>
          <a:noFill/>
          <a:ln>
            <a:noFill/>
          </a:ln>
        </p:spPr>
        <p:txBody>
          <a:bodyPr wrap="square" rtlCol="0">
            <a:spAutoFit/>
          </a:bodyPr>
          <a:lstStyle/>
          <a:p>
            <a:pPr algn="ctr"/>
            <a:r>
              <a:rPr lang="en-US" sz="3000">
                <a:latin typeface="72" panose="020B0503030000000003" pitchFamily="34" charset="0"/>
                <a:ea typeface="Roboto" panose="02000000000000000000" pitchFamily="2" charset="0"/>
                <a:cs typeface="72" panose="020B0503030000000003" pitchFamily="34" charset="0"/>
              </a:rPr>
              <a:t>5</a:t>
            </a:r>
            <a:endParaRPr lang="ru-RU" sz="3000">
              <a:latin typeface="72" panose="020B0503030000000003" pitchFamily="34" charset="0"/>
              <a:ea typeface="Roboto" panose="02000000000000000000" pitchFamily="2" charset="0"/>
              <a:cs typeface="72" panose="020B0503030000000003" pitchFamily="34" charset="0"/>
            </a:endParaRPr>
          </a:p>
        </p:txBody>
      </p:sp>
      <p:sp>
        <p:nvSpPr>
          <p:cNvPr id="48" name="TextBox 47">
            <a:extLst>
              <a:ext uri="{FF2B5EF4-FFF2-40B4-BE49-F238E27FC236}">
                <a16:creationId xmlns:a16="http://schemas.microsoft.com/office/drawing/2014/main" id="{D3FBFFF4-9AC7-C40C-5824-DC12A02E6269}"/>
              </a:ext>
            </a:extLst>
          </p:cNvPr>
          <p:cNvSpPr txBox="1"/>
          <p:nvPr/>
        </p:nvSpPr>
        <p:spPr>
          <a:xfrm>
            <a:off x="9436802" y="3381953"/>
            <a:ext cx="802102" cy="553998"/>
          </a:xfrm>
          <a:prstGeom prst="rect">
            <a:avLst/>
          </a:prstGeom>
          <a:noFill/>
          <a:ln>
            <a:noFill/>
          </a:ln>
        </p:spPr>
        <p:txBody>
          <a:bodyPr wrap="square" rtlCol="0">
            <a:spAutoFit/>
          </a:bodyPr>
          <a:lstStyle/>
          <a:p>
            <a:pPr algn="ctr"/>
            <a:r>
              <a:rPr lang="en-US" sz="3000">
                <a:latin typeface="72" panose="020B0503030000000003" pitchFamily="34" charset="0"/>
                <a:ea typeface="Roboto" panose="02000000000000000000" pitchFamily="2" charset="0"/>
                <a:cs typeface="72" panose="020B0503030000000003" pitchFamily="34" charset="0"/>
              </a:rPr>
              <a:t>6</a:t>
            </a:r>
            <a:endParaRPr lang="ru-RU" sz="3000">
              <a:latin typeface="72" panose="020B0503030000000003" pitchFamily="34" charset="0"/>
              <a:ea typeface="Roboto" panose="02000000000000000000" pitchFamily="2" charset="0"/>
              <a:cs typeface="72" panose="020B0503030000000003" pitchFamily="34" charset="0"/>
            </a:endParaRPr>
          </a:p>
        </p:txBody>
      </p:sp>
      <p:sp>
        <p:nvSpPr>
          <p:cNvPr id="3" name="Title 2">
            <a:extLst>
              <a:ext uri="{FF2B5EF4-FFF2-40B4-BE49-F238E27FC236}">
                <a16:creationId xmlns:a16="http://schemas.microsoft.com/office/drawing/2014/main" id="{B45F51DA-84E0-8888-2159-7695C511751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106927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2">
            <a:extLst>
              <a:ext uri="{FF2B5EF4-FFF2-40B4-BE49-F238E27FC236}">
                <a16:creationId xmlns:a16="http://schemas.microsoft.com/office/drawing/2014/main" id="{B8C76C0F-20FC-F722-1A69-C32E297E9B1D}"/>
              </a:ext>
            </a:extLst>
          </p:cNvPr>
          <p:cNvGrpSpPr/>
          <p:nvPr/>
        </p:nvGrpSpPr>
        <p:grpSpPr>
          <a:xfrm>
            <a:off x="8962739" y="2353124"/>
            <a:ext cx="2821274" cy="3299301"/>
            <a:chOff x="8028455" y="1469743"/>
            <a:chExt cx="3755115" cy="4391369"/>
          </a:xfrm>
        </p:grpSpPr>
        <p:sp>
          <p:nvSpPr>
            <p:cNvPr id="6" name="Freeform 5">
              <a:extLst>
                <a:ext uri="{FF2B5EF4-FFF2-40B4-BE49-F238E27FC236}">
                  <a16:creationId xmlns:a16="http://schemas.microsoft.com/office/drawing/2014/main" id="{D33BB4BD-C8EE-C6B4-9880-45FB34C1272C}"/>
                </a:ext>
              </a:extLst>
            </p:cNvPr>
            <p:cNvSpPr/>
            <p:nvPr/>
          </p:nvSpPr>
          <p:spPr>
            <a:xfrm>
              <a:off x="8095537" y="1469743"/>
              <a:ext cx="114934" cy="588697"/>
            </a:xfrm>
            <a:custGeom>
              <a:avLst/>
              <a:gdLst>
                <a:gd name="connsiteX0" fmla="*/ 0 w 114934"/>
                <a:gd name="connsiteY0" fmla="*/ 0 h 588697"/>
                <a:gd name="connsiteX1" fmla="*/ 114934 w 114934"/>
                <a:gd name="connsiteY1" fmla="*/ 0 h 588697"/>
                <a:gd name="connsiteX2" fmla="*/ 114934 w 114934"/>
                <a:gd name="connsiteY2" fmla="*/ 588697 h 588697"/>
                <a:gd name="connsiteX3" fmla="*/ 0 w 114934"/>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4934" h="588697">
                  <a:moveTo>
                    <a:pt x="0" y="0"/>
                  </a:moveTo>
                  <a:lnTo>
                    <a:pt x="114934" y="0"/>
                  </a:lnTo>
                  <a:lnTo>
                    <a:pt x="114934" y="588697"/>
                  </a:lnTo>
                  <a:lnTo>
                    <a:pt x="0" y="588697"/>
                  </a:lnTo>
                  <a:close/>
                </a:path>
              </a:pathLst>
            </a:custGeom>
            <a:solidFill>
              <a:srgbClr val="B68A74"/>
            </a:solidFill>
            <a:ln w="0"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28D31969-532A-8ABD-CFC6-2393BFDCCAB2}"/>
                </a:ext>
              </a:extLst>
            </p:cNvPr>
            <p:cNvSpPr/>
            <p:nvPr/>
          </p:nvSpPr>
          <p:spPr>
            <a:xfrm>
              <a:off x="8095537" y="1469743"/>
              <a:ext cx="114934" cy="588697"/>
            </a:xfrm>
            <a:custGeom>
              <a:avLst/>
              <a:gdLst>
                <a:gd name="connsiteX0" fmla="*/ 114935 w 114934"/>
                <a:gd name="connsiteY0" fmla="*/ 0 h 588697"/>
                <a:gd name="connsiteX1" fmla="*/ 114935 w 114934"/>
                <a:gd name="connsiteY1" fmla="*/ 588697 h 588697"/>
                <a:gd name="connsiteX2" fmla="*/ 0 w 114934"/>
                <a:gd name="connsiteY2" fmla="*/ 588697 h 588697"/>
                <a:gd name="connsiteX3" fmla="*/ 0 w 114934"/>
                <a:gd name="connsiteY3" fmla="*/ 571691 h 588697"/>
                <a:gd name="connsiteX4" fmla="*/ 101137 w 114934"/>
                <a:gd name="connsiteY4" fmla="*/ 571691 h 588697"/>
                <a:gd name="connsiteX5" fmla="*/ 101137 w 114934"/>
                <a:gd name="connsiteY5" fmla="*/ 0 h 588697"/>
                <a:gd name="connsiteX6" fmla="*/ 114935 w 114934"/>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934" h="588697">
                  <a:moveTo>
                    <a:pt x="114935" y="0"/>
                  </a:moveTo>
                  <a:lnTo>
                    <a:pt x="114935" y="588697"/>
                  </a:lnTo>
                  <a:lnTo>
                    <a:pt x="0" y="588697"/>
                  </a:lnTo>
                  <a:lnTo>
                    <a:pt x="0" y="571691"/>
                  </a:lnTo>
                  <a:lnTo>
                    <a:pt x="101137" y="571691"/>
                  </a:lnTo>
                  <a:lnTo>
                    <a:pt x="101137" y="0"/>
                  </a:lnTo>
                  <a:lnTo>
                    <a:pt x="114935" y="0"/>
                  </a:lnTo>
                  <a:close/>
                </a:path>
              </a:pathLst>
            </a:custGeom>
            <a:solidFill>
              <a:srgbClr val="A3715E"/>
            </a:solidFill>
            <a:ln w="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526BA0DA-0063-E037-9F8E-20033BD735CA}"/>
                </a:ext>
              </a:extLst>
            </p:cNvPr>
            <p:cNvSpPr/>
            <p:nvPr/>
          </p:nvSpPr>
          <p:spPr>
            <a:xfrm>
              <a:off x="8353516" y="1469743"/>
              <a:ext cx="114934" cy="588697"/>
            </a:xfrm>
            <a:custGeom>
              <a:avLst/>
              <a:gdLst>
                <a:gd name="connsiteX0" fmla="*/ 0 w 114934"/>
                <a:gd name="connsiteY0" fmla="*/ 0 h 588697"/>
                <a:gd name="connsiteX1" fmla="*/ 114935 w 114934"/>
                <a:gd name="connsiteY1" fmla="*/ 0 h 588697"/>
                <a:gd name="connsiteX2" fmla="*/ 114935 w 114934"/>
                <a:gd name="connsiteY2" fmla="*/ 588697 h 588697"/>
                <a:gd name="connsiteX3" fmla="*/ 0 w 114934"/>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4934" h="588697">
                  <a:moveTo>
                    <a:pt x="0" y="0"/>
                  </a:moveTo>
                  <a:lnTo>
                    <a:pt x="114935" y="0"/>
                  </a:lnTo>
                  <a:lnTo>
                    <a:pt x="114935" y="588697"/>
                  </a:lnTo>
                  <a:lnTo>
                    <a:pt x="0" y="588697"/>
                  </a:lnTo>
                  <a:close/>
                </a:path>
              </a:pathLst>
            </a:custGeom>
            <a:solidFill>
              <a:srgbClr val="B68A74"/>
            </a:solidFill>
            <a:ln w="0"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B34A21CC-0B00-728F-DF62-36DAE76C0185}"/>
                </a:ext>
              </a:extLst>
            </p:cNvPr>
            <p:cNvSpPr/>
            <p:nvPr/>
          </p:nvSpPr>
          <p:spPr>
            <a:xfrm>
              <a:off x="8353516" y="1469743"/>
              <a:ext cx="114934" cy="588697"/>
            </a:xfrm>
            <a:custGeom>
              <a:avLst/>
              <a:gdLst>
                <a:gd name="connsiteX0" fmla="*/ 114935 w 114934"/>
                <a:gd name="connsiteY0" fmla="*/ 0 h 588697"/>
                <a:gd name="connsiteX1" fmla="*/ 114935 w 114934"/>
                <a:gd name="connsiteY1" fmla="*/ 588697 h 588697"/>
                <a:gd name="connsiteX2" fmla="*/ 0 w 114934"/>
                <a:gd name="connsiteY2" fmla="*/ 588697 h 588697"/>
                <a:gd name="connsiteX3" fmla="*/ 0 w 114934"/>
                <a:gd name="connsiteY3" fmla="*/ 571691 h 588697"/>
                <a:gd name="connsiteX4" fmla="*/ 101137 w 114934"/>
                <a:gd name="connsiteY4" fmla="*/ 571691 h 588697"/>
                <a:gd name="connsiteX5" fmla="*/ 101137 w 114934"/>
                <a:gd name="connsiteY5" fmla="*/ 0 h 588697"/>
                <a:gd name="connsiteX6" fmla="*/ 114935 w 114934"/>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934" h="588697">
                  <a:moveTo>
                    <a:pt x="114935" y="0"/>
                  </a:moveTo>
                  <a:lnTo>
                    <a:pt x="114935" y="588697"/>
                  </a:lnTo>
                  <a:lnTo>
                    <a:pt x="0" y="588697"/>
                  </a:lnTo>
                  <a:lnTo>
                    <a:pt x="0" y="571691"/>
                  </a:lnTo>
                  <a:lnTo>
                    <a:pt x="101137" y="571691"/>
                  </a:lnTo>
                  <a:lnTo>
                    <a:pt x="101137" y="0"/>
                  </a:lnTo>
                  <a:lnTo>
                    <a:pt x="114935" y="0"/>
                  </a:lnTo>
                  <a:close/>
                </a:path>
              </a:pathLst>
            </a:custGeom>
            <a:solidFill>
              <a:srgbClr val="A3715E"/>
            </a:solidFill>
            <a:ln w="0"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41C62516-114B-447C-FA9B-213D29703E3D}"/>
                </a:ext>
              </a:extLst>
            </p:cNvPr>
            <p:cNvSpPr/>
            <p:nvPr/>
          </p:nvSpPr>
          <p:spPr>
            <a:xfrm>
              <a:off x="8611422" y="1469743"/>
              <a:ext cx="114934" cy="588697"/>
            </a:xfrm>
            <a:custGeom>
              <a:avLst/>
              <a:gdLst>
                <a:gd name="connsiteX0" fmla="*/ 0 w 114934"/>
                <a:gd name="connsiteY0" fmla="*/ 0 h 588697"/>
                <a:gd name="connsiteX1" fmla="*/ 114935 w 114934"/>
                <a:gd name="connsiteY1" fmla="*/ 0 h 588697"/>
                <a:gd name="connsiteX2" fmla="*/ 114935 w 114934"/>
                <a:gd name="connsiteY2" fmla="*/ 588697 h 588697"/>
                <a:gd name="connsiteX3" fmla="*/ 0 w 114934"/>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4934" h="588697">
                  <a:moveTo>
                    <a:pt x="0" y="0"/>
                  </a:moveTo>
                  <a:lnTo>
                    <a:pt x="114935" y="0"/>
                  </a:lnTo>
                  <a:lnTo>
                    <a:pt x="114935" y="588697"/>
                  </a:lnTo>
                  <a:lnTo>
                    <a:pt x="0" y="588697"/>
                  </a:lnTo>
                  <a:close/>
                </a:path>
              </a:pathLst>
            </a:custGeom>
            <a:solidFill>
              <a:srgbClr val="B68A74"/>
            </a:solidFill>
            <a:ln w="0"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7FD0CE97-8C94-7B1D-5989-F87D2CBAAF8F}"/>
                </a:ext>
              </a:extLst>
            </p:cNvPr>
            <p:cNvSpPr/>
            <p:nvPr/>
          </p:nvSpPr>
          <p:spPr>
            <a:xfrm>
              <a:off x="8611421" y="1469743"/>
              <a:ext cx="114934" cy="588697"/>
            </a:xfrm>
            <a:custGeom>
              <a:avLst/>
              <a:gdLst>
                <a:gd name="connsiteX0" fmla="*/ 114935 w 114934"/>
                <a:gd name="connsiteY0" fmla="*/ 0 h 588697"/>
                <a:gd name="connsiteX1" fmla="*/ 114935 w 114934"/>
                <a:gd name="connsiteY1" fmla="*/ 588697 h 588697"/>
                <a:gd name="connsiteX2" fmla="*/ 0 w 114934"/>
                <a:gd name="connsiteY2" fmla="*/ 588697 h 588697"/>
                <a:gd name="connsiteX3" fmla="*/ 0 w 114934"/>
                <a:gd name="connsiteY3" fmla="*/ 571691 h 588697"/>
                <a:gd name="connsiteX4" fmla="*/ 101137 w 114934"/>
                <a:gd name="connsiteY4" fmla="*/ 571691 h 588697"/>
                <a:gd name="connsiteX5" fmla="*/ 101137 w 114934"/>
                <a:gd name="connsiteY5" fmla="*/ 0 h 588697"/>
                <a:gd name="connsiteX6" fmla="*/ 114935 w 114934"/>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934" h="588697">
                  <a:moveTo>
                    <a:pt x="114935" y="0"/>
                  </a:moveTo>
                  <a:lnTo>
                    <a:pt x="114935" y="588697"/>
                  </a:lnTo>
                  <a:lnTo>
                    <a:pt x="0" y="588697"/>
                  </a:lnTo>
                  <a:lnTo>
                    <a:pt x="0" y="571691"/>
                  </a:lnTo>
                  <a:lnTo>
                    <a:pt x="101137" y="571691"/>
                  </a:lnTo>
                  <a:lnTo>
                    <a:pt x="101137" y="0"/>
                  </a:lnTo>
                  <a:lnTo>
                    <a:pt x="114935" y="0"/>
                  </a:lnTo>
                  <a:close/>
                </a:path>
              </a:pathLst>
            </a:custGeom>
            <a:solidFill>
              <a:srgbClr val="A3715E"/>
            </a:solidFill>
            <a:ln w="0"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BC105136-097D-831C-FA56-9D39452BF4FB}"/>
                </a:ext>
              </a:extLst>
            </p:cNvPr>
            <p:cNvSpPr/>
            <p:nvPr/>
          </p:nvSpPr>
          <p:spPr>
            <a:xfrm>
              <a:off x="8849511" y="1469743"/>
              <a:ext cx="114934" cy="588697"/>
            </a:xfrm>
            <a:custGeom>
              <a:avLst/>
              <a:gdLst>
                <a:gd name="connsiteX0" fmla="*/ 0 w 114934"/>
                <a:gd name="connsiteY0" fmla="*/ 0 h 588697"/>
                <a:gd name="connsiteX1" fmla="*/ 114935 w 114934"/>
                <a:gd name="connsiteY1" fmla="*/ 0 h 588697"/>
                <a:gd name="connsiteX2" fmla="*/ 114935 w 114934"/>
                <a:gd name="connsiteY2" fmla="*/ 588697 h 588697"/>
                <a:gd name="connsiteX3" fmla="*/ 0 w 114934"/>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4934" h="588697">
                  <a:moveTo>
                    <a:pt x="0" y="0"/>
                  </a:moveTo>
                  <a:lnTo>
                    <a:pt x="114935" y="0"/>
                  </a:lnTo>
                  <a:lnTo>
                    <a:pt x="114935" y="588697"/>
                  </a:lnTo>
                  <a:lnTo>
                    <a:pt x="0" y="588697"/>
                  </a:lnTo>
                  <a:close/>
                </a:path>
              </a:pathLst>
            </a:custGeom>
            <a:solidFill>
              <a:srgbClr val="B68A74"/>
            </a:solidFill>
            <a:ln w="0"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E5B33DA2-BD49-C089-3010-167DE06DFA68}"/>
                </a:ext>
              </a:extLst>
            </p:cNvPr>
            <p:cNvSpPr/>
            <p:nvPr/>
          </p:nvSpPr>
          <p:spPr>
            <a:xfrm>
              <a:off x="8849511" y="1469743"/>
              <a:ext cx="114933" cy="588697"/>
            </a:xfrm>
            <a:custGeom>
              <a:avLst/>
              <a:gdLst>
                <a:gd name="connsiteX0" fmla="*/ 114934 w 114933"/>
                <a:gd name="connsiteY0" fmla="*/ 0 h 588697"/>
                <a:gd name="connsiteX1" fmla="*/ 114934 w 114933"/>
                <a:gd name="connsiteY1" fmla="*/ 588697 h 588697"/>
                <a:gd name="connsiteX2" fmla="*/ 0 w 114933"/>
                <a:gd name="connsiteY2" fmla="*/ 588697 h 588697"/>
                <a:gd name="connsiteX3" fmla="*/ 0 w 114933"/>
                <a:gd name="connsiteY3" fmla="*/ 571691 h 588697"/>
                <a:gd name="connsiteX4" fmla="*/ 101136 w 114933"/>
                <a:gd name="connsiteY4" fmla="*/ 571691 h 588697"/>
                <a:gd name="connsiteX5" fmla="*/ 101136 w 114933"/>
                <a:gd name="connsiteY5" fmla="*/ 0 h 588697"/>
                <a:gd name="connsiteX6" fmla="*/ 114934 w 114933"/>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933" h="588697">
                  <a:moveTo>
                    <a:pt x="114934" y="0"/>
                  </a:moveTo>
                  <a:lnTo>
                    <a:pt x="114934" y="588697"/>
                  </a:lnTo>
                  <a:lnTo>
                    <a:pt x="0" y="588697"/>
                  </a:lnTo>
                  <a:lnTo>
                    <a:pt x="0" y="571691"/>
                  </a:lnTo>
                  <a:lnTo>
                    <a:pt x="101136" y="571691"/>
                  </a:lnTo>
                  <a:lnTo>
                    <a:pt x="101136" y="0"/>
                  </a:lnTo>
                  <a:lnTo>
                    <a:pt x="114934" y="0"/>
                  </a:lnTo>
                  <a:close/>
                </a:path>
              </a:pathLst>
            </a:custGeom>
            <a:solidFill>
              <a:srgbClr val="A3715E"/>
            </a:solidFill>
            <a:ln w="0"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55DDA105-9C01-AF9B-E186-721BE5FBE4F8}"/>
                </a:ext>
              </a:extLst>
            </p:cNvPr>
            <p:cNvSpPr/>
            <p:nvPr/>
          </p:nvSpPr>
          <p:spPr>
            <a:xfrm>
              <a:off x="9107490" y="1469743"/>
              <a:ext cx="114934" cy="588697"/>
            </a:xfrm>
            <a:custGeom>
              <a:avLst/>
              <a:gdLst>
                <a:gd name="connsiteX0" fmla="*/ 0 w 114934"/>
                <a:gd name="connsiteY0" fmla="*/ 0 h 588697"/>
                <a:gd name="connsiteX1" fmla="*/ 114934 w 114934"/>
                <a:gd name="connsiteY1" fmla="*/ 0 h 588697"/>
                <a:gd name="connsiteX2" fmla="*/ 114934 w 114934"/>
                <a:gd name="connsiteY2" fmla="*/ 588697 h 588697"/>
                <a:gd name="connsiteX3" fmla="*/ 0 w 114934"/>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4934" h="588697">
                  <a:moveTo>
                    <a:pt x="0" y="0"/>
                  </a:moveTo>
                  <a:lnTo>
                    <a:pt x="114934" y="0"/>
                  </a:lnTo>
                  <a:lnTo>
                    <a:pt x="114934" y="588697"/>
                  </a:lnTo>
                  <a:lnTo>
                    <a:pt x="0" y="588697"/>
                  </a:lnTo>
                  <a:close/>
                </a:path>
              </a:pathLst>
            </a:custGeom>
            <a:solidFill>
              <a:srgbClr val="B68A74"/>
            </a:solidFill>
            <a:ln w="0"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1C2047BD-A971-E809-70D1-A339166C54C4}"/>
                </a:ext>
              </a:extLst>
            </p:cNvPr>
            <p:cNvSpPr/>
            <p:nvPr/>
          </p:nvSpPr>
          <p:spPr>
            <a:xfrm>
              <a:off x="9107489" y="1469743"/>
              <a:ext cx="114934" cy="588697"/>
            </a:xfrm>
            <a:custGeom>
              <a:avLst/>
              <a:gdLst>
                <a:gd name="connsiteX0" fmla="*/ 114935 w 114934"/>
                <a:gd name="connsiteY0" fmla="*/ 0 h 588697"/>
                <a:gd name="connsiteX1" fmla="*/ 114935 w 114934"/>
                <a:gd name="connsiteY1" fmla="*/ 588697 h 588697"/>
                <a:gd name="connsiteX2" fmla="*/ 0 w 114934"/>
                <a:gd name="connsiteY2" fmla="*/ 588697 h 588697"/>
                <a:gd name="connsiteX3" fmla="*/ 0 w 114934"/>
                <a:gd name="connsiteY3" fmla="*/ 571691 h 588697"/>
                <a:gd name="connsiteX4" fmla="*/ 101137 w 114934"/>
                <a:gd name="connsiteY4" fmla="*/ 571691 h 588697"/>
                <a:gd name="connsiteX5" fmla="*/ 101137 w 114934"/>
                <a:gd name="connsiteY5" fmla="*/ 0 h 588697"/>
                <a:gd name="connsiteX6" fmla="*/ 114935 w 114934"/>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934" h="588697">
                  <a:moveTo>
                    <a:pt x="114935" y="0"/>
                  </a:moveTo>
                  <a:lnTo>
                    <a:pt x="114935" y="588697"/>
                  </a:lnTo>
                  <a:lnTo>
                    <a:pt x="0" y="588697"/>
                  </a:lnTo>
                  <a:lnTo>
                    <a:pt x="0" y="571691"/>
                  </a:lnTo>
                  <a:lnTo>
                    <a:pt x="101137" y="571691"/>
                  </a:lnTo>
                  <a:lnTo>
                    <a:pt x="101137" y="0"/>
                  </a:lnTo>
                  <a:lnTo>
                    <a:pt x="114935" y="0"/>
                  </a:lnTo>
                  <a:close/>
                </a:path>
              </a:pathLst>
            </a:custGeom>
            <a:solidFill>
              <a:srgbClr val="A3715E"/>
            </a:solidFill>
            <a:ln w="0"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C15369C4-A061-9E34-91D1-7ECFC676E67A}"/>
                </a:ext>
              </a:extLst>
            </p:cNvPr>
            <p:cNvSpPr/>
            <p:nvPr/>
          </p:nvSpPr>
          <p:spPr>
            <a:xfrm>
              <a:off x="9365395" y="1469743"/>
              <a:ext cx="114934" cy="588697"/>
            </a:xfrm>
            <a:custGeom>
              <a:avLst/>
              <a:gdLst>
                <a:gd name="connsiteX0" fmla="*/ 0 w 114934"/>
                <a:gd name="connsiteY0" fmla="*/ 0 h 588697"/>
                <a:gd name="connsiteX1" fmla="*/ 114935 w 114934"/>
                <a:gd name="connsiteY1" fmla="*/ 0 h 588697"/>
                <a:gd name="connsiteX2" fmla="*/ 114935 w 114934"/>
                <a:gd name="connsiteY2" fmla="*/ 588697 h 588697"/>
                <a:gd name="connsiteX3" fmla="*/ 0 w 114934"/>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4934" h="588697">
                  <a:moveTo>
                    <a:pt x="0" y="0"/>
                  </a:moveTo>
                  <a:lnTo>
                    <a:pt x="114935" y="0"/>
                  </a:lnTo>
                  <a:lnTo>
                    <a:pt x="114935" y="588697"/>
                  </a:lnTo>
                  <a:lnTo>
                    <a:pt x="0" y="588697"/>
                  </a:lnTo>
                  <a:close/>
                </a:path>
              </a:pathLst>
            </a:custGeom>
            <a:solidFill>
              <a:srgbClr val="B68A74"/>
            </a:solidFill>
            <a:ln w="0" cap="flat">
              <a:noFill/>
              <a:prstDash val="solid"/>
              <a:miter/>
            </a:ln>
          </p:spPr>
          <p:txBody>
            <a:bodyPr rtlCol="0" anchor="ctr"/>
            <a:lstStyle/>
            <a:p>
              <a:endParaRPr lang="en-US"/>
            </a:p>
          </p:txBody>
        </p:sp>
        <p:sp>
          <p:nvSpPr>
            <p:cNvPr id="40" name="Freeform 39">
              <a:extLst>
                <a:ext uri="{FF2B5EF4-FFF2-40B4-BE49-F238E27FC236}">
                  <a16:creationId xmlns:a16="http://schemas.microsoft.com/office/drawing/2014/main" id="{33664D27-CB50-7B69-8E37-83F1688F64E9}"/>
                </a:ext>
              </a:extLst>
            </p:cNvPr>
            <p:cNvSpPr/>
            <p:nvPr/>
          </p:nvSpPr>
          <p:spPr>
            <a:xfrm>
              <a:off x="9365395" y="1469743"/>
              <a:ext cx="114934" cy="588697"/>
            </a:xfrm>
            <a:custGeom>
              <a:avLst/>
              <a:gdLst>
                <a:gd name="connsiteX0" fmla="*/ 114935 w 114934"/>
                <a:gd name="connsiteY0" fmla="*/ 0 h 588697"/>
                <a:gd name="connsiteX1" fmla="*/ 114935 w 114934"/>
                <a:gd name="connsiteY1" fmla="*/ 588697 h 588697"/>
                <a:gd name="connsiteX2" fmla="*/ 0 w 114934"/>
                <a:gd name="connsiteY2" fmla="*/ 588697 h 588697"/>
                <a:gd name="connsiteX3" fmla="*/ 0 w 114934"/>
                <a:gd name="connsiteY3" fmla="*/ 571691 h 588697"/>
                <a:gd name="connsiteX4" fmla="*/ 101137 w 114934"/>
                <a:gd name="connsiteY4" fmla="*/ 571691 h 588697"/>
                <a:gd name="connsiteX5" fmla="*/ 101137 w 114934"/>
                <a:gd name="connsiteY5" fmla="*/ 0 h 588697"/>
                <a:gd name="connsiteX6" fmla="*/ 114935 w 114934"/>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934" h="588697">
                  <a:moveTo>
                    <a:pt x="114935" y="0"/>
                  </a:moveTo>
                  <a:lnTo>
                    <a:pt x="114935" y="588697"/>
                  </a:lnTo>
                  <a:lnTo>
                    <a:pt x="0" y="588697"/>
                  </a:lnTo>
                  <a:lnTo>
                    <a:pt x="0" y="571691"/>
                  </a:lnTo>
                  <a:lnTo>
                    <a:pt x="101137" y="571691"/>
                  </a:lnTo>
                  <a:lnTo>
                    <a:pt x="101137" y="0"/>
                  </a:lnTo>
                  <a:lnTo>
                    <a:pt x="114935" y="0"/>
                  </a:lnTo>
                  <a:close/>
                </a:path>
              </a:pathLst>
            </a:custGeom>
            <a:solidFill>
              <a:srgbClr val="A3715E"/>
            </a:solidFill>
            <a:ln w="0" cap="flat">
              <a:noFill/>
              <a:prstDash val="solid"/>
              <a:miter/>
            </a:ln>
          </p:spPr>
          <p:txBody>
            <a:bodyPr rtlCol="0" anchor="ctr"/>
            <a:lstStyle/>
            <a:p>
              <a:endParaRPr lang="en-US"/>
            </a:p>
          </p:txBody>
        </p:sp>
        <p:sp>
          <p:nvSpPr>
            <p:cNvPr id="42" name="Freeform 41">
              <a:extLst>
                <a:ext uri="{FF2B5EF4-FFF2-40B4-BE49-F238E27FC236}">
                  <a16:creationId xmlns:a16="http://schemas.microsoft.com/office/drawing/2014/main" id="{AFC799BE-AB74-8C5F-5997-89FC6233C330}"/>
                </a:ext>
              </a:extLst>
            </p:cNvPr>
            <p:cNvSpPr/>
            <p:nvPr/>
          </p:nvSpPr>
          <p:spPr>
            <a:xfrm>
              <a:off x="9600622" y="1470109"/>
              <a:ext cx="137980" cy="592362"/>
            </a:xfrm>
            <a:custGeom>
              <a:avLst/>
              <a:gdLst>
                <a:gd name="connsiteX0" fmla="*/ 137981 w 137980"/>
                <a:gd name="connsiteY0" fmla="*/ 5058 h 592362"/>
                <a:gd name="connsiteX1" fmla="*/ 97394 w 137980"/>
                <a:gd name="connsiteY1" fmla="*/ 592362 h 592362"/>
                <a:gd name="connsiteX2" fmla="*/ 73100 w 137980"/>
                <a:gd name="connsiteY2" fmla="*/ 590823 h 592362"/>
                <a:gd name="connsiteX3" fmla="*/ 60917 w 137980"/>
                <a:gd name="connsiteY3" fmla="*/ 590237 h 592362"/>
                <a:gd name="connsiteX4" fmla="*/ 48734 w 137980"/>
                <a:gd name="connsiteY4" fmla="*/ 589797 h 592362"/>
                <a:gd name="connsiteX5" fmla="*/ 24366 w 137980"/>
                <a:gd name="connsiteY5" fmla="*/ 588917 h 592362"/>
                <a:gd name="connsiteX6" fmla="*/ 0 w 137980"/>
                <a:gd name="connsiteY6" fmla="*/ 588624 h 592362"/>
                <a:gd name="connsiteX7" fmla="*/ 5505 w 137980"/>
                <a:gd name="connsiteY7" fmla="*/ 0 h 592362"/>
                <a:gd name="connsiteX8" fmla="*/ 38605 w 137980"/>
                <a:gd name="connsiteY8" fmla="*/ 440 h 592362"/>
                <a:gd name="connsiteX9" fmla="*/ 71706 w 137980"/>
                <a:gd name="connsiteY9" fmla="*/ 1613 h 592362"/>
                <a:gd name="connsiteX10" fmla="*/ 88219 w 137980"/>
                <a:gd name="connsiteY10" fmla="*/ 2272 h 592362"/>
                <a:gd name="connsiteX11" fmla="*/ 104733 w 137980"/>
                <a:gd name="connsiteY11" fmla="*/ 3079 h 592362"/>
                <a:gd name="connsiteX12" fmla="*/ 137834 w 137980"/>
                <a:gd name="connsiteY12" fmla="*/ 5131 h 592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980" h="592362">
                  <a:moveTo>
                    <a:pt x="137981" y="5058"/>
                  </a:moveTo>
                  <a:lnTo>
                    <a:pt x="97394" y="592362"/>
                  </a:lnTo>
                  <a:lnTo>
                    <a:pt x="73100" y="590823"/>
                  </a:lnTo>
                  <a:cubicBezTo>
                    <a:pt x="69064" y="590530"/>
                    <a:pt x="65027" y="590383"/>
                    <a:pt x="60917" y="590237"/>
                  </a:cubicBezTo>
                  <a:lnTo>
                    <a:pt x="48734" y="589797"/>
                  </a:lnTo>
                  <a:cubicBezTo>
                    <a:pt x="40587" y="589504"/>
                    <a:pt x="32513" y="589137"/>
                    <a:pt x="24366" y="588917"/>
                  </a:cubicBezTo>
                  <a:lnTo>
                    <a:pt x="0" y="588624"/>
                  </a:lnTo>
                  <a:lnTo>
                    <a:pt x="5505" y="0"/>
                  </a:lnTo>
                  <a:lnTo>
                    <a:pt x="38605" y="440"/>
                  </a:lnTo>
                  <a:cubicBezTo>
                    <a:pt x="49614" y="733"/>
                    <a:pt x="60697" y="1246"/>
                    <a:pt x="71706" y="1613"/>
                  </a:cubicBezTo>
                  <a:lnTo>
                    <a:pt x="88219" y="2272"/>
                  </a:lnTo>
                  <a:cubicBezTo>
                    <a:pt x="93724" y="2492"/>
                    <a:pt x="99228" y="2712"/>
                    <a:pt x="104733" y="3079"/>
                  </a:cubicBezTo>
                  <a:lnTo>
                    <a:pt x="137834" y="5131"/>
                  </a:lnTo>
                  <a:close/>
                </a:path>
              </a:pathLst>
            </a:custGeom>
            <a:solidFill>
              <a:srgbClr val="B68A74"/>
            </a:solidFill>
            <a:ln w="0"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ED7C53DA-6B70-4CF8-D750-C38A4A8B0BA0}"/>
                </a:ext>
              </a:extLst>
            </p:cNvPr>
            <p:cNvSpPr/>
            <p:nvPr/>
          </p:nvSpPr>
          <p:spPr>
            <a:xfrm>
              <a:off x="9600622" y="1474287"/>
              <a:ext cx="137980" cy="588184"/>
            </a:xfrm>
            <a:custGeom>
              <a:avLst/>
              <a:gdLst>
                <a:gd name="connsiteX0" fmla="*/ 137981 w 137980"/>
                <a:gd name="connsiteY0" fmla="*/ 880 h 588184"/>
                <a:gd name="connsiteX1" fmla="*/ 97394 w 137980"/>
                <a:gd name="connsiteY1" fmla="*/ 588184 h 588184"/>
                <a:gd name="connsiteX2" fmla="*/ 73100 w 137980"/>
                <a:gd name="connsiteY2" fmla="*/ 586645 h 588184"/>
                <a:gd name="connsiteX3" fmla="*/ 60917 w 137980"/>
                <a:gd name="connsiteY3" fmla="*/ 586058 h 588184"/>
                <a:gd name="connsiteX4" fmla="*/ 48734 w 137980"/>
                <a:gd name="connsiteY4" fmla="*/ 585619 h 588184"/>
                <a:gd name="connsiteX5" fmla="*/ 24366 w 137980"/>
                <a:gd name="connsiteY5" fmla="*/ 584739 h 588184"/>
                <a:gd name="connsiteX6" fmla="*/ 0 w 137980"/>
                <a:gd name="connsiteY6" fmla="*/ 584446 h 588184"/>
                <a:gd name="connsiteX7" fmla="*/ 147 w 137980"/>
                <a:gd name="connsiteY7" fmla="*/ 567439 h 588184"/>
                <a:gd name="connsiteX8" fmla="*/ 21798 w 137980"/>
                <a:gd name="connsiteY8" fmla="*/ 567733 h 588184"/>
                <a:gd name="connsiteX9" fmla="*/ 43449 w 137980"/>
                <a:gd name="connsiteY9" fmla="*/ 568466 h 588184"/>
                <a:gd name="connsiteX10" fmla="*/ 65100 w 137980"/>
                <a:gd name="connsiteY10" fmla="*/ 569272 h 588184"/>
                <a:gd name="connsiteX11" fmla="*/ 86678 w 137980"/>
                <a:gd name="connsiteY11" fmla="*/ 570591 h 588184"/>
                <a:gd name="connsiteX12" fmla="*/ 121980 w 137980"/>
                <a:gd name="connsiteY12" fmla="*/ 0 h 588184"/>
                <a:gd name="connsiteX13" fmla="*/ 137907 w 137980"/>
                <a:gd name="connsiteY13" fmla="*/ 1026 h 58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980" h="588184">
                  <a:moveTo>
                    <a:pt x="137981" y="880"/>
                  </a:moveTo>
                  <a:lnTo>
                    <a:pt x="97394" y="588184"/>
                  </a:lnTo>
                  <a:lnTo>
                    <a:pt x="73100" y="586645"/>
                  </a:lnTo>
                  <a:cubicBezTo>
                    <a:pt x="69064" y="586352"/>
                    <a:pt x="65027" y="586205"/>
                    <a:pt x="60917" y="586058"/>
                  </a:cubicBezTo>
                  <a:lnTo>
                    <a:pt x="48734" y="585619"/>
                  </a:lnTo>
                  <a:cubicBezTo>
                    <a:pt x="40587" y="585325"/>
                    <a:pt x="32513" y="584959"/>
                    <a:pt x="24366" y="584739"/>
                  </a:cubicBezTo>
                  <a:lnTo>
                    <a:pt x="0" y="584446"/>
                  </a:lnTo>
                  <a:lnTo>
                    <a:pt x="147" y="567439"/>
                  </a:lnTo>
                  <a:lnTo>
                    <a:pt x="21798" y="567733"/>
                  </a:lnTo>
                  <a:cubicBezTo>
                    <a:pt x="28990" y="567733"/>
                    <a:pt x="36183" y="568246"/>
                    <a:pt x="43449" y="568466"/>
                  </a:cubicBezTo>
                  <a:lnTo>
                    <a:pt x="65100" y="569272"/>
                  </a:lnTo>
                  <a:cubicBezTo>
                    <a:pt x="72293" y="569565"/>
                    <a:pt x="79485" y="570152"/>
                    <a:pt x="86678" y="570591"/>
                  </a:cubicBezTo>
                  <a:lnTo>
                    <a:pt x="121980" y="0"/>
                  </a:lnTo>
                  <a:lnTo>
                    <a:pt x="137907" y="1026"/>
                  </a:lnTo>
                  <a:close/>
                </a:path>
              </a:pathLst>
            </a:custGeom>
            <a:solidFill>
              <a:srgbClr val="A3715E"/>
            </a:solidFill>
            <a:ln w="0"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D413B7DB-9616-80B2-37AB-099B56AB6708}"/>
                </a:ext>
              </a:extLst>
            </p:cNvPr>
            <p:cNvSpPr/>
            <p:nvPr/>
          </p:nvSpPr>
          <p:spPr>
            <a:xfrm>
              <a:off x="9818308" y="1492613"/>
              <a:ext cx="215263" cy="599326"/>
            </a:xfrm>
            <a:custGeom>
              <a:avLst/>
              <a:gdLst>
                <a:gd name="connsiteX0" fmla="*/ 215190 w 215263"/>
                <a:gd name="connsiteY0" fmla="*/ 22871 h 599326"/>
                <a:gd name="connsiteX1" fmla="*/ 95558 w 215263"/>
                <a:gd name="connsiteY1" fmla="*/ 599326 h 599326"/>
                <a:gd name="connsiteX2" fmla="*/ 71778 w 215263"/>
                <a:gd name="connsiteY2" fmla="*/ 594708 h 599326"/>
                <a:gd name="connsiteX3" fmla="*/ 47925 w 215263"/>
                <a:gd name="connsiteY3" fmla="*/ 590237 h 599326"/>
                <a:gd name="connsiteX4" fmla="*/ 23999 w 215263"/>
                <a:gd name="connsiteY4" fmla="*/ 586278 h 599326"/>
                <a:gd name="connsiteX5" fmla="*/ 12037 w 215263"/>
                <a:gd name="connsiteY5" fmla="*/ 584299 h 599326"/>
                <a:gd name="connsiteX6" fmla="*/ 0 w 215263"/>
                <a:gd name="connsiteY6" fmla="*/ 582613 h 599326"/>
                <a:gd name="connsiteX7" fmla="*/ 84476 w 215263"/>
                <a:gd name="connsiteY7" fmla="*/ 0 h 599326"/>
                <a:gd name="connsiteX8" fmla="*/ 100916 w 215263"/>
                <a:gd name="connsiteY8" fmla="*/ 2346 h 599326"/>
                <a:gd name="connsiteX9" fmla="*/ 117283 w 215263"/>
                <a:gd name="connsiteY9" fmla="*/ 4985 h 599326"/>
                <a:gd name="connsiteX10" fmla="*/ 150016 w 215263"/>
                <a:gd name="connsiteY10" fmla="*/ 10409 h 599326"/>
                <a:gd name="connsiteX11" fmla="*/ 182677 w 215263"/>
                <a:gd name="connsiteY11" fmla="*/ 16493 h 599326"/>
                <a:gd name="connsiteX12" fmla="*/ 215263 w 215263"/>
                <a:gd name="connsiteY12" fmla="*/ 22871 h 59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263" h="599326">
                  <a:moveTo>
                    <a:pt x="215190" y="22871"/>
                  </a:moveTo>
                  <a:lnTo>
                    <a:pt x="95558" y="599326"/>
                  </a:lnTo>
                  <a:cubicBezTo>
                    <a:pt x="87632" y="597567"/>
                    <a:pt x="79705" y="596248"/>
                    <a:pt x="71778" y="594708"/>
                  </a:cubicBezTo>
                  <a:cubicBezTo>
                    <a:pt x="63852" y="593242"/>
                    <a:pt x="55926" y="591556"/>
                    <a:pt x="47925" y="590237"/>
                  </a:cubicBezTo>
                  <a:lnTo>
                    <a:pt x="23999" y="586278"/>
                  </a:lnTo>
                  <a:lnTo>
                    <a:pt x="12037" y="584299"/>
                  </a:lnTo>
                  <a:lnTo>
                    <a:pt x="0" y="582613"/>
                  </a:lnTo>
                  <a:lnTo>
                    <a:pt x="84476" y="0"/>
                  </a:lnTo>
                  <a:lnTo>
                    <a:pt x="100916" y="2346"/>
                  </a:lnTo>
                  <a:lnTo>
                    <a:pt x="117283" y="4985"/>
                  </a:lnTo>
                  <a:lnTo>
                    <a:pt x="150016" y="10409"/>
                  </a:lnTo>
                  <a:cubicBezTo>
                    <a:pt x="160952" y="12242"/>
                    <a:pt x="171741" y="14441"/>
                    <a:pt x="182677" y="16493"/>
                  </a:cubicBezTo>
                  <a:cubicBezTo>
                    <a:pt x="193539" y="18619"/>
                    <a:pt x="204401" y="20525"/>
                    <a:pt x="215263" y="22871"/>
                  </a:cubicBezTo>
                  <a:close/>
                </a:path>
              </a:pathLst>
            </a:custGeom>
            <a:solidFill>
              <a:srgbClr val="B68A74"/>
            </a:solidFill>
            <a:ln w="0"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6DE7D0FF-5B2E-1853-D96D-7B08E5BD0B64}"/>
                </a:ext>
              </a:extLst>
            </p:cNvPr>
            <p:cNvSpPr/>
            <p:nvPr/>
          </p:nvSpPr>
          <p:spPr>
            <a:xfrm>
              <a:off x="9818308" y="1512405"/>
              <a:ext cx="215189" cy="579534"/>
            </a:xfrm>
            <a:custGeom>
              <a:avLst/>
              <a:gdLst>
                <a:gd name="connsiteX0" fmla="*/ 215190 w 215189"/>
                <a:gd name="connsiteY0" fmla="*/ 3079 h 579534"/>
                <a:gd name="connsiteX1" fmla="*/ 95558 w 215189"/>
                <a:gd name="connsiteY1" fmla="*/ 579534 h 579534"/>
                <a:gd name="connsiteX2" fmla="*/ 71778 w 215189"/>
                <a:gd name="connsiteY2" fmla="*/ 574916 h 579534"/>
                <a:gd name="connsiteX3" fmla="*/ 47925 w 215189"/>
                <a:gd name="connsiteY3" fmla="*/ 570445 h 579534"/>
                <a:gd name="connsiteX4" fmla="*/ 23999 w 215189"/>
                <a:gd name="connsiteY4" fmla="*/ 566486 h 579534"/>
                <a:gd name="connsiteX5" fmla="*/ 12037 w 215189"/>
                <a:gd name="connsiteY5" fmla="*/ 564507 h 579534"/>
                <a:gd name="connsiteX6" fmla="*/ 0 w 215189"/>
                <a:gd name="connsiteY6" fmla="*/ 562821 h 579534"/>
                <a:gd name="connsiteX7" fmla="*/ 2422 w 215189"/>
                <a:gd name="connsiteY7" fmla="*/ 546035 h 579534"/>
                <a:gd name="connsiteX8" fmla="*/ 87485 w 215189"/>
                <a:gd name="connsiteY8" fmla="*/ 560622 h 579534"/>
                <a:gd name="connsiteX9" fmla="*/ 199557 w 215189"/>
                <a:gd name="connsiteY9" fmla="*/ 0 h 579534"/>
                <a:gd name="connsiteX10" fmla="*/ 215190 w 215189"/>
                <a:gd name="connsiteY10" fmla="*/ 3152 h 57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5189" h="579534">
                  <a:moveTo>
                    <a:pt x="215190" y="3079"/>
                  </a:moveTo>
                  <a:lnTo>
                    <a:pt x="95558" y="579534"/>
                  </a:lnTo>
                  <a:cubicBezTo>
                    <a:pt x="87632" y="577775"/>
                    <a:pt x="79705" y="576456"/>
                    <a:pt x="71778" y="574916"/>
                  </a:cubicBezTo>
                  <a:cubicBezTo>
                    <a:pt x="63852" y="573450"/>
                    <a:pt x="55926" y="571764"/>
                    <a:pt x="47925" y="570445"/>
                  </a:cubicBezTo>
                  <a:lnTo>
                    <a:pt x="23999" y="566486"/>
                  </a:lnTo>
                  <a:lnTo>
                    <a:pt x="12037" y="564507"/>
                  </a:lnTo>
                  <a:lnTo>
                    <a:pt x="0" y="562821"/>
                  </a:lnTo>
                  <a:lnTo>
                    <a:pt x="2422" y="546035"/>
                  </a:lnTo>
                  <a:cubicBezTo>
                    <a:pt x="30898" y="550067"/>
                    <a:pt x="59302" y="555051"/>
                    <a:pt x="87485" y="560622"/>
                  </a:cubicBezTo>
                  <a:lnTo>
                    <a:pt x="199557" y="0"/>
                  </a:lnTo>
                  <a:cubicBezTo>
                    <a:pt x="204768" y="1026"/>
                    <a:pt x="209979" y="1979"/>
                    <a:pt x="215190" y="3152"/>
                  </a:cubicBezTo>
                  <a:close/>
                </a:path>
              </a:pathLst>
            </a:custGeom>
            <a:solidFill>
              <a:srgbClr val="A3715E"/>
            </a:solidFill>
            <a:ln w="0"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1EF9645F-1FB6-0304-3FF3-3485D0D15B81}"/>
                </a:ext>
              </a:extLst>
            </p:cNvPr>
            <p:cNvSpPr/>
            <p:nvPr/>
          </p:nvSpPr>
          <p:spPr>
            <a:xfrm>
              <a:off x="10031076" y="1555067"/>
              <a:ext cx="289317" cy="595441"/>
            </a:xfrm>
            <a:custGeom>
              <a:avLst/>
              <a:gdLst>
                <a:gd name="connsiteX0" fmla="*/ 289317 w 289317"/>
                <a:gd name="connsiteY0" fmla="*/ 40610 h 595441"/>
                <a:gd name="connsiteX1" fmla="*/ 92329 w 289317"/>
                <a:gd name="connsiteY1" fmla="*/ 595441 h 595441"/>
                <a:gd name="connsiteX2" fmla="*/ 69430 w 289317"/>
                <a:gd name="connsiteY2" fmla="*/ 587378 h 595441"/>
                <a:gd name="connsiteX3" fmla="*/ 46384 w 289317"/>
                <a:gd name="connsiteY3" fmla="*/ 579901 h 595441"/>
                <a:gd name="connsiteX4" fmla="*/ 34862 w 289317"/>
                <a:gd name="connsiteY4" fmla="*/ 576162 h 595441"/>
                <a:gd name="connsiteX5" fmla="*/ 23265 w 289317"/>
                <a:gd name="connsiteY5" fmla="*/ 572644 h 595441"/>
                <a:gd name="connsiteX6" fmla="*/ 0 w 289317"/>
                <a:gd name="connsiteY6" fmla="*/ 565753 h 595441"/>
                <a:gd name="connsiteX7" fmla="*/ 162860 w 289317"/>
                <a:gd name="connsiteY7" fmla="*/ 0 h 595441"/>
                <a:gd name="connsiteX8" fmla="*/ 194713 w 289317"/>
                <a:gd name="connsiteY8" fmla="*/ 9456 h 595441"/>
                <a:gd name="connsiteX9" fmla="*/ 210640 w 289317"/>
                <a:gd name="connsiteY9" fmla="*/ 14294 h 595441"/>
                <a:gd name="connsiteX10" fmla="*/ 226419 w 289317"/>
                <a:gd name="connsiteY10" fmla="*/ 19425 h 595441"/>
                <a:gd name="connsiteX11" fmla="*/ 257979 w 289317"/>
                <a:gd name="connsiteY11" fmla="*/ 29688 h 595441"/>
                <a:gd name="connsiteX12" fmla="*/ 289317 w 289317"/>
                <a:gd name="connsiteY12" fmla="*/ 40683 h 595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9317" h="595441">
                  <a:moveTo>
                    <a:pt x="289317" y="40610"/>
                  </a:moveTo>
                  <a:lnTo>
                    <a:pt x="92329" y="595441"/>
                  </a:lnTo>
                  <a:lnTo>
                    <a:pt x="69430" y="587378"/>
                  </a:lnTo>
                  <a:lnTo>
                    <a:pt x="46384" y="579901"/>
                  </a:lnTo>
                  <a:lnTo>
                    <a:pt x="34862" y="576162"/>
                  </a:lnTo>
                  <a:cubicBezTo>
                    <a:pt x="31045" y="574916"/>
                    <a:pt x="27155" y="573817"/>
                    <a:pt x="23265" y="572644"/>
                  </a:cubicBezTo>
                  <a:lnTo>
                    <a:pt x="0" y="565753"/>
                  </a:lnTo>
                  <a:lnTo>
                    <a:pt x="162860" y="0"/>
                  </a:lnTo>
                  <a:lnTo>
                    <a:pt x="194713" y="9456"/>
                  </a:lnTo>
                  <a:cubicBezTo>
                    <a:pt x="199998" y="11069"/>
                    <a:pt x="205355" y="12535"/>
                    <a:pt x="210640" y="14294"/>
                  </a:cubicBezTo>
                  <a:lnTo>
                    <a:pt x="226419" y="19425"/>
                  </a:lnTo>
                  <a:lnTo>
                    <a:pt x="257979" y="29688"/>
                  </a:lnTo>
                  <a:lnTo>
                    <a:pt x="289317" y="40683"/>
                  </a:lnTo>
                  <a:close/>
                </a:path>
              </a:pathLst>
            </a:custGeom>
            <a:solidFill>
              <a:srgbClr val="B68A74"/>
            </a:solidFill>
            <a:ln w="0"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46016B2A-6290-00A7-EE78-10F34EE0B336}"/>
                </a:ext>
              </a:extLst>
            </p:cNvPr>
            <p:cNvSpPr/>
            <p:nvPr/>
          </p:nvSpPr>
          <p:spPr>
            <a:xfrm>
              <a:off x="10031076" y="1590326"/>
              <a:ext cx="289317" cy="560182"/>
            </a:xfrm>
            <a:custGeom>
              <a:avLst/>
              <a:gdLst>
                <a:gd name="connsiteX0" fmla="*/ 289317 w 289317"/>
                <a:gd name="connsiteY0" fmla="*/ 5351 h 560182"/>
                <a:gd name="connsiteX1" fmla="*/ 92329 w 289317"/>
                <a:gd name="connsiteY1" fmla="*/ 560182 h 560182"/>
                <a:gd name="connsiteX2" fmla="*/ 69430 w 289317"/>
                <a:gd name="connsiteY2" fmla="*/ 552119 h 560182"/>
                <a:gd name="connsiteX3" fmla="*/ 46384 w 289317"/>
                <a:gd name="connsiteY3" fmla="*/ 544642 h 560182"/>
                <a:gd name="connsiteX4" fmla="*/ 34862 w 289317"/>
                <a:gd name="connsiteY4" fmla="*/ 540904 h 560182"/>
                <a:gd name="connsiteX5" fmla="*/ 23265 w 289317"/>
                <a:gd name="connsiteY5" fmla="*/ 537385 h 560182"/>
                <a:gd name="connsiteX6" fmla="*/ 0 w 289317"/>
                <a:gd name="connsiteY6" fmla="*/ 530495 h 560182"/>
                <a:gd name="connsiteX7" fmla="*/ 4697 w 289317"/>
                <a:gd name="connsiteY7" fmla="*/ 514148 h 560182"/>
                <a:gd name="connsiteX8" fmla="*/ 25394 w 289317"/>
                <a:gd name="connsiteY8" fmla="*/ 520305 h 560182"/>
                <a:gd name="connsiteX9" fmla="*/ 46018 w 289317"/>
                <a:gd name="connsiteY9" fmla="*/ 526610 h 560182"/>
                <a:gd name="connsiteX10" fmla="*/ 66494 w 289317"/>
                <a:gd name="connsiteY10" fmla="*/ 533280 h 560182"/>
                <a:gd name="connsiteX11" fmla="*/ 76770 w 289317"/>
                <a:gd name="connsiteY11" fmla="*/ 536579 h 560182"/>
                <a:gd name="connsiteX12" fmla="*/ 86898 w 289317"/>
                <a:gd name="connsiteY12" fmla="*/ 540171 h 560182"/>
                <a:gd name="connsiteX13" fmla="*/ 274272 w 289317"/>
                <a:gd name="connsiteY13" fmla="*/ 0 h 560182"/>
                <a:gd name="connsiteX14" fmla="*/ 289317 w 289317"/>
                <a:gd name="connsiteY14" fmla="*/ 5278 h 560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9317" h="560182">
                  <a:moveTo>
                    <a:pt x="289317" y="5351"/>
                  </a:moveTo>
                  <a:lnTo>
                    <a:pt x="92329" y="560182"/>
                  </a:lnTo>
                  <a:lnTo>
                    <a:pt x="69430" y="552119"/>
                  </a:lnTo>
                  <a:lnTo>
                    <a:pt x="46384" y="544642"/>
                  </a:lnTo>
                  <a:lnTo>
                    <a:pt x="34862" y="540904"/>
                  </a:lnTo>
                  <a:cubicBezTo>
                    <a:pt x="31045" y="539658"/>
                    <a:pt x="27155" y="538558"/>
                    <a:pt x="23265" y="537385"/>
                  </a:cubicBezTo>
                  <a:lnTo>
                    <a:pt x="0" y="530495"/>
                  </a:lnTo>
                  <a:lnTo>
                    <a:pt x="4697" y="514148"/>
                  </a:lnTo>
                  <a:lnTo>
                    <a:pt x="25394" y="520305"/>
                  </a:lnTo>
                  <a:cubicBezTo>
                    <a:pt x="32293" y="522358"/>
                    <a:pt x="39192" y="524337"/>
                    <a:pt x="46018" y="526610"/>
                  </a:cubicBezTo>
                  <a:lnTo>
                    <a:pt x="66494" y="533280"/>
                  </a:lnTo>
                  <a:lnTo>
                    <a:pt x="76770" y="536579"/>
                  </a:lnTo>
                  <a:lnTo>
                    <a:pt x="86898" y="540171"/>
                  </a:lnTo>
                  <a:lnTo>
                    <a:pt x="274272" y="0"/>
                  </a:lnTo>
                  <a:lnTo>
                    <a:pt x="289317" y="5278"/>
                  </a:lnTo>
                  <a:close/>
                </a:path>
              </a:pathLst>
            </a:custGeom>
            <a:solidFill>
              <a:srgbClr val="A3715E"/>
            </a:solidFill>
            <a:ln w="0" cap="flat">
              <a:noFill/>
              <a:prstDash val="solid"/>
              <a:miter/>
            </a:ln>
          </p:spPr>
          <p:txBody>
            <a:bodyPr rtlCol="0" anchor="ctr"/>
            <a:lstStyle/>
            <a:p>
              <a:endParaRPr lang="en-US"/>
            </a:p>
          </p:txBody>
        </p:sp>
        <p:sp>
          <p:nvSpPr>
            <p:cNvPr id="54" name="Freeform 53">
              <a:extLst>
                <a:ext uri="{FF2B5EF4-FFF2-40B4-BE49-F238E27FC236}">
                  <a16:creationId xmlns:a16="http://schemas.microsoft.com/office/drawing/2014/main" id="{0C0A0ADE-E9D0-4AA3-B7A8-990FCAA0648F}"/>
                </a:ext>
              </a:extLst>
            </p:cNvPr>
            <p:cNvSpPr/>
            <p:nvPr/>
          </p:nvSpPr>
          <p:spPr>
            <a:xfrm>
              <a:off x="10220139" y="1647576"/>
              <a:ext cx="353097" cy="581733"/>
            </a:xfrm>
            <a:custGeom>
              <a:avLst/>
              <a:gdLst>
                <a:gd name="connsiteX0" fmla="*/ 353097 w 353097"/>
                <a:gd name="connsiteY0" fmla="*/ 56004 h 581733"/>
                <a:gd name="connsiteX1" fmla="*/ 87999 w 353097"/>
                <a:gd name="connsiteY1" fmla="*/ 581734 h 581733"/>
                <a:gd name="connsiteX2" fmla="*/ 66274 w 353097"/>
                <a:gd name="connsiteY2" fmla="*/ 570958 h 581733"/>
                <a:gd name="connsiteX3" fmla="*/ 44329 w 353097"/>
                <a:gd name="connsiteY3" fmla="*/ 560622 h 581733"/>
                <a:gd name="connsiteX4" fmla="*/ 33320 w 353097"/>
                <a:gd name="connsiteY4" fmla="*/ 555491 h 581733"/>
                <a:gd name="connsiteX5" fmla="*/ 22238 w 353097"/>
                <a:gd name="connsiteY5" fmla="*/ 550506 h 581733"/>
                <a:gd name="connsiteX6" fmla="*/ 0 w 353097"/>
                <a:gd name="connsiteY6" fmla="*/ 540830 h 581733"/>
                <a:gd name="connsiteX7" fmla="*/ 232731 w 353097"/>
                <a:gd name="connsiteY7" fmla="*/ 0 h 581733"/>
                <a:gd name="connsiteX8" fmla="*/ 263116 w 353097"/>
                <a:gd name="connsiteY8" fmla="*/ 13268 h 581733"/>
                <a:gd name="connsiteX9" fmla="*/ 278235 w 353097"/>
                <a:gd name="connsiteY9" fmla="*/ 20085 h 581733"/>
                <a:gd name="connsiteX10" fmla="*/ 293281 w 353097"/>
                <a:gd name="connsiteY10" fmla="*/ 27122 h 581733"/>
                <a:gd name="connsiteX11" fmla="*/ 323299 w 353097"/>
                <a:gd name="connsiteY11" fmla="*/ 41270 h 581733"/>
                <a:gd name="connsiteX12" fmla="*/ 353024 w 353097"/>
                <a:gd name="connsiteY12" fmla="*/ 56004 h 581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097" h="581733">
                  <a:moveTo>
                    <a:pt x="353097" y="56004"/>
                  </a:moveTo>
                  <a:lnTo>
                    <a:pt x="87999" y="581734"/>
                  </a:lnTo>
                  <a:lnTo>
                    <a:pt x="66274" y="570958"/>
                  </a:lnTo>
                  <a:cubicBezTo>
                    <a:pt x="59008" y="567366"/>
                    <a:pt x="51595" y="564067"/>
                    <a:pt x="44329" y="560622"/>
                  </a:cubicBezTo>
                  <a:lnTo>
                    <a:pt x="33320" y="555491"/>
                  </a:lnTo>
                  <a:cubicBezTo>
                    <a:pt x="29650" y="553732"/>
                    <a:pt x="25981" y="552046"/>
                    <a:pt x="22238" y="550506"/>
                  </a:cubicBezTo>
                  <a:lnTo>
                    <a:pt x="0" y="540830"/>
                  </a:lnTo>
                  <a:lnTo>
                    <a:pt x="232731" y="0"/>
                  </a:lnTo>
                  <a:lnTo>
                    <a:pt x="263116" y="13268"/>
                  </a:lnTo>
                  <a:cubicBezTo>
                    <a:pt x="268180" y="15467"/>
                    <a:pt x="273245" y="17739"/>
                    <a:pt x="278235" y="20085"/>
                  </a:cubicBezTo>
                  <a:lnTo>
                    <a:pt x="293281" y="27122"/>
                  </a:lnTo>
                  <a:cubicBezTo>
                    <a:pt x="303262" y="31814"/>
                    <a:pt x="313391" y="36358"/>
                    <a:pt x="323299" y="41270"/>
                  </a:cubicBezTo>
                  <a:lnTo>
                    <a:pt x="353024" y="56004"/>
                  </a:lnTo>
                  <a:close/>
                </a:path>
              </a:pathLst>
            </a:custGeom>
            <a:solidFill>
              <a:srgbClr val="B68A74"/>
            </a:solidFill>
            <a:ln w="0"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BFA56F0C-47DB-C293-14E2-10D9A5D5BAC7}"/>
                </a:ext>
              </a:extLst>
            </p:cNvPr>
            <p:cNvSpPr/>
            <p:nvPr/>
          </p:nvSpPr>
          <p:spPr>
            <a:xfrm>
              <a:off x="10220139" y="1696469"/>
              <a:ext cx="353097" cy="532840"/>
            </a:xfrm>
            <a:custGeom>
              <a:avLst/>
              <a:gdLst>
                <a:gd name="connsiteX0" fmla="*/ 353097 w 353097"/>
                <a:gd name="connsiteY0" fmla="*/ 7110 h 532840"/>
                <a:gd name="connsiteX1" fmla="*/ 87999 w 353097"/>
                <a:gd name="connsiteY1" fmla="*/ 532840 h 532840"/>
                <a:gd name="connsiteX2" fmla="*/ 66274 w 353097"/>
                <a:gd name="connsiteY2" fmla="*/ 522065 h 532840"/>
                <a:gd name="connsiteX3" fmla="*/ 44329 w 353097"/>
                <a:gd name="connsiteY3" fmla="*/ 511729 h 532840"/>
                <a:gd name="connsiteX4" fmla="*/ 33320 w 353097"/>
                <a:gd name="connsiteY4" fmla="*/ 506598 h 532840"/>
                <a:gd name="connsiteX5" fmla="*/ 22238 w 353097"/>
                <a:gd name="connsiteY5" fmla="*/ 501613 h 532840"/>
                <a:gd name="connsiteX6" fmla="*/ 0 w 353097"/>
                <a:gd name="connsiteY6" fmla="*/ 491937 h 532840"/>
                <a:gd name="connsiteX7" fmla="*/ 6678 w 353097"/>
                <a:gd name="connsiteY7" fmla="*/ 476324 h 532840"/>
                <a:gd name="connsiteX8" fmla="*/ 46091 w 353097"/>
                <a:gd name="connsiteY8" fmla="*/ 493916 h 532840"/>
                <a:gd name="connsiteX9" fmla="*/ 65614 w 353097"/>
                <a:gd name="connsiteY9" fmla="*/ 503006 h 532840"/>
                <a:gd name="connsiteX10" fmla="*/ 84990 w 353097"/>
                <a:gd name="connsiteY10" fmla="*/ 512462 h 532840"/>
                <a:gd name="connsiteX11" fmla="*/ 338785 w 353097"/>
                <a:gd name="connsiteY11" fmla="*/ 0 h 532840"/>
                <a:gd name="connsiteX12" fmla="*/ 353097 w 353097"/>
                <a:gd name="connsiteY12" fmla="*/ 7110 h 53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097" h="532840">
                  <a:moveTo>
                    <a:pt x="353097" y="7110"/>
                  </a:moveTo>
                  <a:lnTo>
                    <a:pt x="87999" y="532840"/>
                  </a:lnTo>
                  <a:lnTo>
                    <a:pt x="66274" y="522065"/>
                  </a:lnTo>
                  <a:cubicBezTo>
                    <a:pt x="59008" y="518473"/>
                    <a:pt x="51595" y="515174"/>
                    <a:pt x="44329" y="511729"/>
                  </a:cubicBezTo>
                  <a:lnTo>
                    <a:pt x="33320" y="506598"/>
                  </a:lnTo>
                  <a:cubicBezTo>
                    <a:pt x="29650" y="504839"/>
                    <a:pt x="25981" y="503153"/>
                    <a:pt x="22238" y="501613"/>
                  </a:cubicBezTo>
                  <a:lnTo>
                    <a:pt x="0" y="491937"/>
                  </a:lnTo>
                  <a:lnTo>
                    <a:pt x="6678" y="476324"/>
                  </a:lnTo>
                  <a:cubicBezTo>
                    <a:pt x="19816" y="482188"/>
                    <a:pt x="33101" y="487612"/>
                    <a:pt x="46091" y="493916"/>
                  </a:cubicBezTo>
                  <a:lnTo>
                    <a:pt x="65614" y="503006"/>
                  </a:lnTo>
                  <a:cubicBezTo>
                    <a:pt x="72146" y="505938"/>
                    <a:pt x="78531" y="509383"/>
                    <a:pt x="84990" y="512462"/>
                  </a:cubicBezTo>
                  <a:lnTo>
                    <a:pt x="338785" y="0"/>
                  </a:lnTo>
                  <a:lnTo>
                    <a:pt x="353097" y="7110"/>
                  </a:lnTo>
                  <a:close/>
                </a:path>
              </a:pathLst>
            </a:custGeom>
            <a:solidFill>
              <a:srgbClr val="A3715E"/>
            </a:solidFill>
            <a:ln w="0" cap="flat">
              <a:noFill/>
              <a:prstDash val="solid"/>
              <a:miter/>
            </a:ln>
          </p:spPr>
          <p:txBody>
            <a:bodyPr rtlCol="0" anchor="ctr"/>
            <a:lstStyle/>
            <a:p>
              <a:endParaRPr lang="en-US"/>
            </a:p>
          </p:txBody>
        </p:sp>
        <p:sp>
          <p:nvSpPr>
            <p:cNvPr id="56" name="Freeform 55">
              <a:extLst>
                <a:ext uri="{FF2B5EF4-FFF2-40B4-BE49-F238E27FC236}">
                  <a16:creationId xmlns:a16="http://schemas.microsoft.com/office/drawing/2014/main" id="{94178729-4D0A-7733-5B54-E14DDB1DC20F}"/>
                </a:ext>
              </a:extLst>
            </p:cNvPr>
            <p:cNvSpPr/>
            <p:nvPr/>
          </p:nvSpPr>
          <p:spPr>
            <a:xfrm>
              <a:off x="10413897" y="1783260"/>
              <a:ext cx="415482" cy="556810"/>
            </a:xfrm>
            <a:custGeom>
              <a:avLst/>
              <a:gdLst>
                <a:gd name="connsiteX0" fmla="*/ 415483 w 415482"/>
                <a:gd name="connsiteY0" fmla="*/ 71690 h 556810"/>
                <a:gd name="connsiteX1" fmla="*/ 81614 w 415482"/>
                <a:gd name="connsiteY1" fmla="*/ 556810 h 556810"/>
                <a:gd name="connsiteX2" fmla="*/ 71632 w 415482"/>
                <a:gd name="connsiteY2" fmla="*/ 549920 h 556810"/>
                <a:gd name="connsiteX3" fmla="*/ 61504 w 415482"/>
                <a:gd name="connsiteY3" fmla="*/ 543249 h 556810"/>
                <a:gd name="connsiteX4" fmla="*/ 41247 w 415482"/>
                <a:gd name="connsiteY4" fmla="*/ 529908 h 556810"/>
                <a:gd name="connsiteX5" fmla="*/ 20698 w 415482"/>
                <a:gd name="connsiteY5" fmla="*/ 517007 h 556810"/>
                <a:gd name="connsiteX6" fmla="*/ 0 w 415482"/>
                <a:gd name="connsiteY6" fmla="*/ 504325 h 556810"/>
                <a:gd name="connsiteX7" fmla="*/ 303924 w 415482"/>
                <a:gd name="connsiteY7" fmla="*/ 0 h 556810"/>
                <a:gd name="connsiteX8" fmla="*/ 332180 w 415482"/>
                <a:gd name="connsiteY8" fmla="*/ 17373 h 556810"/>
                <a:gd name="connsiteX9" fmla="*/ 360290 w 415482"/>
                <a:gd name="connsiteY9" fmla="*/ 35039 h 556810"/>
                <a:gd name="connsiteX10" fmla="*/ 388033 w 415482"/>
                <a:gd name="connsiteY10" fmla="*/ 53218 h 556810"/>
                <a:gd name="connsiteX11" fmla="*/ 401831 w 415482"/>
                <a:gd name="connsiteY11" fmla="*/ 62381 h 556810"/>
                <a:gd name="connsiteX12" fmla="*/ 415483 w 415482"/>
                <a:gd name="connsiteY12" fmla="*/ 71837 h 55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5482" h="556810">
                  <a:moveTo>
                    <a:pt x="415483" y="71690"/>
                  </a:moveTo>
                  <a:lnTo>
                    <a:pt x="81614" y="556810"/>
                  </a:lnTo>
                  <a:lnTo>
                    <a:pt x="71632" y="549920"/>
                  </a:lnTo>
                  <a:lnTo>
                    <a:pt x="61504" y="543249"/>
                  </a:lnTo>
                  <a:lnTo>
                    <a:pt x="41247" y="529908"/>
                  </a:lnTo>
                  <a:cubicBezTo>
                    <a:pt x="34496" y="525510"/>
                    <a:pt x="27523" y="521332"/>
                    <a:pt x="20698" y="517007"/>
                  </a:cubicBezTo>
                  <a:cubicBezTo>
                    <a:pt x="13798" y="512755"/>
                    <a:pt x="7046" y="508284"/>
                    <a:pt x="0" y="504325"/>
                  </a:cubicBezTo>
                  <a:lnTo>
                    <a:pt x="303924" y="0"/>
                  </a:lnTo>
                  <a:cubicBezTo>
                    <a:pt x="313465" y="5571"/>
                    <a:pt x="322786" y="11582"/>
                    <a:pt x="332180" y="17373"/>
                  </a:cubicBezTo>
                  <a:cubicBezTo>
                    <a:pt x="341575" y="23237"/>
                    <a:pt x="350969" y="29028"/>
                    <a:pt x="360290" y="35039"/>
                  </a:cubicBezTo>
                  <a:lnTo>
                    <a:pt x="388033" y="53218"/>
                  </a:lnTo>
                  <a:lnTo>
                    <a:pt x="401831" y="62381"/>
                  </a:lnTo>
                  <a:lnTo>
                    <a:pt x="415483" y="71837"/>
                  </a:lnTo>
                  <a:close/>
                </a:path>
              </a:pathLst>
            </a:custGeom>
            <a:solidFill>
              <a:srgbClr val="B68A74"/>
            </a:solidFill>
            <a:ln w="0"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765EA701-55FD-FB30-7627-CCEFA6297391}"/>
                </a:ext>
              </a:extLst>
            </p:cNvPr>
            <p:cNvSpPr/>
            <p:nvPr/>
          </p:nvSpPr>
          <p:spPr>
            <a:xfrm>
              <a:off x="10413897" y="1846007"/>
              <a:ext cx="415555" cy="494062"/>
            </a:xfrm>
            <a:custGeom>
              <a:avLst/>
              <a:gdLst>
                <a:gd name="connsiteX0" fmla="*/ 415483 w 415555"/>
                <a:gd name="connsiteY0" fmla="*/ 8943 h 494062"/>
                <a:gd name="connsiteX1" fmla="*/ 81614 w 415555"/>
                <a:gd name="connsiteY1" fmla="*/ 494063 h 494062"/>
                <a:gd name="connsiteX2" fmla="*/ 71632 w 415555"/>
                <a:gd name="connsiteY2" fmla="*/ 487172 h 494062"/>
                <a:gd name="connsiteX3" fmla="*/ 61504 w 415555"/>
                <a:gd name="connsiteY3" fmla="*/ 480502 h 494062"/>
                <a:gd name="connsiteX4" fmla="*/ 41247 w 415555"/>
                <a:gd name="connsiteY4" fmla="*/ 467161 h 494062"/>
                <a:gd name="connsiteX5" fmla="*/ 20698 w 415555"/>
                <a:gd name="connsiteY5" fmla="*/ 454259 h 494062"/>
                <a:gd name="connsiteX6" fmla="*/ 0 w 415555"/>
                <a:gd name="connsiteY6" fmla="*/ 441578 h 494062"/>
                <a:gd name="connsiteX7" fmla="*/ 8734 w 415555"/>
                <a:gd name="connsiteY7" fmla="*/ 427064 h 494062"/>
                <a:gd name="connsiteX8" fmla="*/ 27156 w 415555"/>
                <a:gd name="connsiteY8" fmla="*/ 438353 h 494062"/>
                <a:gd name="connsiteX9" fmla="*/ 45505 w 415555"/>
                <a:gd name="connsiteY9" fmla="*/ 449788 h 494062"/>
                <a:gd name="connsiteX10" fmla="*/ 81614 w 415555"/>
                <a:gd name="connsiteY10" fmla="*/ 473465 h 494062"/>
                <a:gd name="connsiteX11" fmla="*/ 402418 w 415555"/>
                <a:gd name="connsiteY11" fmla="*/ 0 h 494062"/>
                <a:gd name="connsiteX12" fmla="*/ 415555 w 415555"/>
                <a:gd name="connsiteY12" fmla="*/ 9090 h 49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5555" h="494062">
                  <a:moveTo>
                    <a:pt x="415483" y="8943"/>
                  </a:moveTo>
                  <a:lnTo>
                    <a:pt x="81614" y="494063"/>
                  </a:lnTo>
                  <a:lnTo>
                    <a:pt x="71632" y="487172"/>
                  </a:lnTo>
                  <a:lnTo>
                    <a:pt x="61504" y="480502"/>
                  </a:lnTo>
                  <a:lnTo>
                    <a:pt x="41247" y="467161"/>
                  </a:lnTo>
                  <a:cubicBezTo>
                    <a:pt x="34496" y="462763"/>
                    <a:pt x="27523" y="458584"/>
                    <a:pt x="20698" y="454259"/>
                  </a:cubicBezTo>
                  <a:cubicBezTo>
                    <a:pt x="13798" y="450008"/>
                    <a:pt x="7046" y="445536"/>
                    <a:pt x="0" y="441578"/>
                  </a:cubicBezTo>
                  <a:lnTo>
                    <a:pt x="8734" y="427064"/>
                  </a:lnTo>
                  <a:cubicBezTo>
                    <a:pt x="14973" y="430656"/>
                    <a:pt x="20991" y="434541"/>
                    <a:pt x="27156" y="438353"/>
                  </a:cubicBezTo>
                  <a:lnTo>
                    <a:pt x="45505" y="449788"/>
                  </a:lnTo>
                  <a:cubicBezTo>
                    <a:pt x="57615" y="457631"/>
                    <a:pt x="69578" y="465548"/>
                    <a:pt x="81614" y="473465"/>
                  </a:cubicBezTo>
                  <a:lnTo>
                    <a:pt x="402418" y="0"/>
                  </a:lnTo>
                  <a:lnTo>
                    <a:pt x="415555" y="9090"/>
                  </a:lnTo>
                  <a:close/>
                </a:path>
              </a:pathLst>
            </a:custGeom>
            <a:solidFill>
              <a:srgbClr val="A3715E"/>
            </a:solidFill>
            <a:ln w="0"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E9E671EE-B14E-9FBB-99B2-218B6C586336}"/>
                </a:ext>
              </a:extLst>
            </p:cNvPr>
            <p:cNvSpPr/>
            <p:nvPr/>
          </p:nvSpPr>
          <p:spPr>
            <a:xfrm>
              <a:off x="10592612" y="1953396"/>
              <a:ext cx="470159" cy="521844"/>
            </a:xfrm>
            <a:custGeom>
              <a:avLst/>
              <a:gdLst>
                <a:gd name="connsiteX0" fmla="*/ 470086 w 470159"/>
                <a:gd name="connsiteY0" fmla="*/ 85911 h 521844"/>
                <a:gd name="connsiteX1" fmla="*/ 73981 w 470159"/>
                <a:gd name="connsiteY1" fmla="*/ 521845 h 521844"/>
                <a:gd name="connsiteX2" fmla="*/ 55779 w 470159"/>
                <a:gd name="connsiteY2" fmla="*/ 505718 h 521844"/>
                <a:gd name="connsiteX3" fmla="*/ 46678 w 470159"/>
                <a:gd name="connsiteY3" fmla="*/ 497655 h 521844"/>
                <a:gd name="connsiteX4" fmla="*/ 37431 w 470159"/>
                <a:gd name="connsiteY4" fmla="*/ 489811 h 521844"/>
                <a:gd name="connsiteX5" fmla="*/ 18862 w 470159"/>
                <a:gd name="connsiteY5" fmla="*/ 474125 h 521844"/>
                <a:gd name="connsiteX6" fmla="*/ 0 w 470159"/>
                <a:gd name="connsiteY6" fmla="*/ 458877 h 521844"/>
                <a:gd name="connsiteX7" fmla="*/ 369243 w 470159"/>
                <a:gd name="connsiteY7" fmla="*/ 0 h 521844"/>
                <a:gd name="connsiteX8" fmla="*/ 395005 w 470159"/>
                <a:gd name="connsiteY8" fmla="*/ 20891 h 521844"/>
                <a:gd name="connsiteX9" fmla="*/ 420325 w 470159"/>
                <a:gd name="connsiteY9" fmla="*/ 42296 h 521844"/>
                <a:gd name="connsiteX10" fmla="*/ 432949 w 470159"/>
                <a:gd name="connsiteY10" fmla="*/ 52998 h 521844"/>
                <a:gd name="connsiteX11" fmla="*/ 445353 w 470159"/>
                <a:gd name="connsiteY11" fmla="*/ 63994 h 521844"/>
                <a:gd name="connsiteX12" fmla="*/ 470160 w 470159"/>
                <a:gd name="connsiteY12" fmla="*/ 85985 h 521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0159" h="521844">
                  <a:moveTo>
                    <a:pt x="470086" y="85911"/>
                  </a:moveTo>
                  <a:lnTo>
                    <a:pt x="73981" y="521845"/>
                  </a:lnTo>
                  <a:lnTo>
                    <a:pt x="55779" y="505718"/>
                  </a:lnTo>
                  <a:lnTo>
                    <a:pt x="46678" y="497655"/>
                  </a:lnTo>
                  <a:lnTo>
                    <a:pt x="37431" y="489811"/>
                  </a:lnTo>
                  <a:lnTo>
                    <a:pt x="18862" y="474125"/>
                  </a:lnTo>
                  <a:cubicBezTo>
                    <a:pt x="12624" y="468920"/>
                    <a:pt x="6238" y="463935"/>
                    <a:pt x="0" y="458877"/>
                  </a:cubicBezTo>
                  <a:lnTo>
                    <a:pt x="369243" y="0"/>
                  </a:lnTo>
                  <a:cubicBezTo>
                    <a:pt x="377831" y="6964"/>
                    <a:pt x="386491" y="13781"/>
                    <a:pt x="395005" y="20891"/>
                  </a:cubicBezTo>
                  <a:lnTo>
                    <a:pt x="420325" y="42296"/>
                  </a:lnTo>
                  <a:lnTo>
                    <a:pt x="432949" y="52998"/>
                  </a:lnTo>
                  <a:lnTo>
                    <a:pt x="445353" y="63994"/>
                  </a:lnTo>
                  <a:lnTo>
                    <a:pt x="470160" y="85985"/>
                  </a:lnTo>
                  <a:close/>
                </a:path>
              </a:pathLst>
            </a:custGeom>
            <a:solidFill>
              <a:srgbClr val="B68A74"/>
            </a:solidFill>
            <a:ln w="0"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E7A167F5-A5C7-650A-3BFC-D248155147F9}"/>
                </a:ext>
              </a:extLst>
            </p:cNvPr>
            <p:cNvSpPr/>
            <p:nvPr/>
          </p:nvSpPr>
          <p:spPr>
            <a:xfrm>
              <a:off x="10592612" y="2028825"/>
              <a:ext cx="470086" cy="446415"/>
            </a:xfrm>
            <a:custGeom>
              <a:avLst/>
              <a:gdLst>
                <a:gd name="connsiteX0" fmla="*/ 470086 w 470086"/>
                <a:gd name="connsiteY0" fmla="*/ 10482 h 446415"/>
                <a:gd name="connsiteX1" fmla="*/ 73981 w 470086"/>
                <a:gd name="connsiteY1" fmla="*/ 446416 h 446415"/>
                <a:gd name="connsiteX2" fmla="*/ 55779 w 470086"/>
                <a:gd name="connsiteY2" fmla="*/ 430289 h 446415"/>
                <a:gd name="connsiteX3" fmla="*/ 46678 w 470086"/>
                <a:gd name="connsiteY3" fmla="*/ 422226 h 446415"/>
                <a:gd name="connsiteX4" fmla="*/ 37431 w 470086"/>
                <a:gd name="connsiteY4" fmla="*/ 414383 h 446415"/>
                <a:gd name="connsiteX5" fmla="*/ 18862 w 470086"/>
                <a:gd name="connsiteY5" fmla="*/ 398696 h 446415"/>
                <a:gd name="connsiteX6" fmla="*/ 0 w 470086"/>
                <a:gd name="connsiteY6" fmla="*/ 383449 h 446415"/>
                <a:gd name="connsiteX7" fmla="*/ 10642 w 470086"/>
                <a:gd name="connsiteY7" fmla="*/ 370254 h 446415"/>
                <a:gd name="connsiteX8" fmla="*/ 27449 w 470086"/>
                <a:gd name="connsiteY8" fmla="*/ 383815 h 446415"/>
                <a:gd name="connsiteX9" fmla="*/ 43963 w 470086"/>
                <a:gd name="connsiteY9" fmla="*/ 397743 h 446415"/>
                <a:gd name="connsiteX10" fmla="*/ 60403 w 470086"/>
                <a:gd name="connsiteY10" fmla="*/ 411744 h 446415"/>
                <a:gd name="connsiteX11" fmla="*/ 76549 w 470086"/>
                <a:gd name="connsiteY11" fmla="*/ 426111 h 446415"/>
                <a:gd name="connsiteX12" fmla="*/ 458196 w 470086"/>
                <a:gd name="connsiteY12" fmla="*/ 0 h 446415"/>
                <a:gd name="connsiteX13" fmla="*/ 470086 w 470086"/>
                <a:gd name="connsiteY13" fmla="*/ 10556 h 446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0086" h="446415">
                  <a:moveTo>
                    <a:pt x="470086" y="10482"/>
                  </a:moveTo>
                  <a:lnTo>
                    <a:pt x="73981" y="446416"/>
                  </a:lnTo>
                  <a:lnTo>
                    <a:pt x="55779" y="430289"/>
                  </a:lnTo>
                  <a:lnTo>
                    <a:pt x="46678" y="422226"/>
                  </a:lnTo>
                  <a:lnTo>
                    <a:pt x="37431" y="414383"/>
                  </a:lnTo>
                  <a:lnTo>
                    <a:pt x="18862" y="398696"/>
                  </a:lnTo>
                  <a:cubicBezTo>
                    <a:pt x="12624" y="393491"/>
                    <a:pt x="6238" y="388507"/>
                    <a:pt x="0" y="383449"/>
                  </a:cubicBezTo>
                  <a:lnTo>
                    <a:pt x="10642" y="370254"/>
                  </a:lnTo>
                  <a:lnTo>
                    <a:pt x="27449" y="383815"/>
                  </a:lnTo>
                  <a:lnTo>
                    <a:pt x="43963" y="397743"/>
                  </a:lnTo>
                  <a:cubicBezTo>
                    <a:pt x="49394" y="402434"/>
                    <a:pt x="55045" y="406906"/>
                    <a:pt x="60403" y="411744"/>
                  </a:cubicBezTo>
                  <a:lnTo>
                    <a:pt x="76549" y="426111"/>
                  </a:lnTo>
                  <a:lnTo>
                    <a:pt x="458196" y="0"/>
                  </a:lnTo>
                  <a:lnTo>
                    <a:pt x="470086" y="10556"/>
                  </a:lnTo>
                  <a:close/>
                </a:path>
              </a:pathLst>
            </a:custGeom>
            <a:solidFill>
              <a:srgbClr val="A3715E"/>
            </a:solidFill>
            <a:ln w="0"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003BE598-69AD-FE71-9A94-750B7C90E8AF}"/>
                </a:ext>
              </a:extLst>
            </p:cNvPr>
            <p:cNvSpPr/>
            <p:nvPr/>
          </p:nvSpPr>
          <p:spPr>
            <a:xfrm>
              <a:off x="10741380" y="2138194"/>
              <a:ext cx="512729" cy="481234"/>
            </a:xfrm>
            <a:custGeom>
              <a:avLst/>
              <a:gdLst>
                <a:gd name="connsiteX0" fmla="*/ 512729 w 512729"/>
                <a:gd name="connsiteY0" fmla="*/ 97713 h 481234"/>
                <a:gd name="connsiteX1" fmla="*/ 65541 w 512729"/>
                <a:gd name="connsiteY1" fmla="*/ 481235 h 481234"/>
                <a:gd name="connsiteX2" fmla="*/ 49541 w 512729"/>
                <a:gd name="connsiteY2" fmla="*/ 462982 h 481234"/>
                <a:gd name="connsiteX3" fmla="*/ 33394 w 512729"/>
                <a:gd name="connsiteY3" fmla="*/ 444877 h 481234"/>
                <a:gd name="connsiteX4" fmla="*/ 16807 w 512729"/>
                <a:gd name="connsiteY4" fmla="*/ 427137 h 481234"/>
                <a:gd name="connsiteX5" fmla="*/ 8514 w 512729"/>
                <a:gd name="connsiteY5" fmla="*/ 418268 h 481234"/>
                <a:gd name="connsiteX6" fmla="*/ 0 w 512729"/>
                <a:gd name="connsiteY6" fmla="*/ 409618 h 481234"/>
                <a:gd name="connsiteX7" fmla="*/ 423335 w 512729"/>
                <a:gd name="connsiteY7" fmla="*/ 0 h 481234"/>
                <a:gd name="connsiteX8" fmla="*/ 434931 w 512729"/>
                <a:gd name="connsiteY8" fmla="*/ 11875 h 481234"/>
                <a:gd name="connsiteX9" fmla="*/ 446234 w 512729"/>
                <a:gd name="connsiteY9" fmla="*/ 23970 h 481234"/>
                <a:gd name="connsiteX10" fmla="*/ 468839 w 512729"/>
                <a:gd name="connsiteY10" fmla="*/ 48233 h 481234"/>
                <a:gd name="connsiteX11" fmla="*/ 490931 w 512729"/>
                <a:gd name="connsiteY11" fmla="*/ 72937 h 481234"/>
                <a:gd name="connsiteX12" fmla="*/ 512729 w 512729"/>
                <a:gd name="connsiteY12" fmla="*/ 97860 h 481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2729" h="481234">
                  <a:moveTo>
                    <a:pt x="512729" y="97713"/>
                  </a:moveTo>
                  <a:lnTo>
                    <a:pt x="65541" y="481235"/>
                  </a:lnTo>
                  <a:cubicBezTo>
                    <a:pt x="60404" y="475004"/>
                    <a:pt x="54899" y="469067"/>
                    <a:pt x="49541" y="462982"/>
                  </a:cubicBezTo>
                  <a:cubicBezTo>
                    <a:pt x="44110" y="456972"/>
                    <a:pt x="38826" y="450814"/>
                    <a:pt x="33394" y="444877"/>
                  </a:cubicBezTo>
                  <a:lnTo>
                    <a:pt x="16807" y="427137"/>
                  </a:lnTo>
                  <a:lnTo>
                    <a:pt x="8514" y="418268"/>
                  </a:lnTo>
                  <a:lnTo>
                    <a:pt x="0" y="409618"/>
                  </a:lnTo>
                  <a:lnTo>
                    <a:pt x="423335" y="0"/>
                  </a:lnTo>
                  <a:lnTo>
                    <a:pt x="434931" y="11875"/>
                  </a:lnTo>
                  <a:lnTo>
                    <a:pt x="446234" y="23970"/>
                  </a:lnTo>
                  <a:lnTo>
                    <a:pt x="468839" y="48233"/>
                  </a:lnTo>
                  <a:cubicBezTo>
                    <a:pt x="476325" y="56370"/>
                    <a:pt x="483591" y="64727"/>
                    <a:pt x="490931" y="72937"/>
                  </a:cubicBezTo>
                  <a:cubicBezTo>
                    <a:pt x="498197" y="81220"/>
                    <a:pt x="505683" y="89356"/>
                    <a:pt x="512729" y="97860"/>
                  </a:cubicBezTo>
                  <a:close/>
                </a:path>
              </a:pathLst>
            </a:custGeom>
            <a:solidFill>
              <a:srgbClr val="B68A74"/>
            </a:solidFill>
            <a:ln w="0"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78EFC974-A6B3-1F6D-966A-3A90E9BA8AE9}"/>
                </a:ext>
              </a:extLst>
            </p:cNvPr>
            <p:cNvSpPr/>
            <p:nvPr/>
          </p:nvSpPr>
          <p:spPr>
            <a:xfrm>
              <a:off x="10741380" y="2224032"/>
              <a:ext cx="512729" cy="395396"/>
            </a:xfrm>
            <a:custGeom>
              <a:avLst/>
              <a:gdLst>
                <a:gd name="connsiteX0" fmla="*/ 512729 w 512729"/>
                <a:gd name="connsiteY0" fmla="*/ 11875 h 395396"/>
                <a:gd name="connsiteX1" fmla="*/ 65541 w 512729"/>
                <a:gd name="connsiteY1" fmla="*/ 395397 h 395396"/>
                <a:gd name="connsiteX2" fmla="*/ 49541 w 512729"/>
                <a:gd name="connsiteY2" fmla="*/ 377145 h 395396"/>
                <a:gd name="connsiteX3" fmla="*/ 33394 w 512729"/>
                <a:gd name="connsiteY3" fmla="*/ 359039 h 395396"/>
                <a:gd name="connsiteX4" fmla="*/ 16807 w 512729"/>
                <a:gd name="connsiteY4" fmla="*/ 341299 h 395396"/>
                <a:gd name="connsiteX5" fmla="*/ 8514 w 512729"/>
                <a:gd name="connsiteY5" fmla="*/ 332430 h 395396"/>
                <a:gd name="connsiteX6" fmla="*/ 0 w 512729"/>
                <a:gd name="connsiteY6" fmla="*/ 323780 h 395396"/>
                <a:gd name="connsiteX7" fmla="*/ 12184 w 512729"/>
                <a:gd name="connsiteY7" fmla="*/ 311978 h 395396"/>
                <a:gd name="connsiteX8" fmla="*/ 70752 w 512729"/>
                <a:gd name="connsiteY8" fmla="*/ 375532 h 395396"/>
                <a:gd name="connsiteX9" fmla="*/ 502307 w 512729"/>
                <a:gd name="connsiteY9" fmla="*/ 0 h 395396"/>
                <a:gd name="connsiteX10" fmla="*/ 512729 w 512729"/>
                <a:gd name="connsiteY10" fmla="*/ 12022 h 395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2729" h="395396">
                  <a:moveTo>
                    <a:pt x="512729" y="11875"/>
                  </a:moveTo>
                  <a:lnTo>
                    <a:pt x="65541" y="395397"/>
                  </a:lnTo>
                  <a:cubicBezTo>
                    <a:pt x="60404" y="389166"/>
                    <a:pt x="54899" y="383229"/>
                    <a:pt x="49541" y="377145"/>
                  </a:cubicBezTo>
                  <a:cubicBezTo>
                    <a:pt x="44110" y="371134"/>
                    <a:pt x="38826" y="364976"/>
                    <a:pt x="33394" y="359039"/>
                  </a:cubicBezTo>
                  <a:lnTo>
                    <a:pt x="16807" y="341299"/>
                  </a:lnTo>
                  <a:lnTo>
                    <a:pt x="8514" y="332430"/>
                  </a:lnTo>
                  <a:lnTo>
                    <a:pt x="0" y="323780"/>
                  </a:lnTo>
                  <a:lnTo>
                    <a:pt x="12184" y="311978"/>
                  </a:lnTo>
                  <a:cubicBezTo>
                    <a:pt x="32293" y="332576"/>
                    <a:pt x="51669" y="353907"/>
                    <a:pt x="70752" y="375532"/>
                  </a:cubicBezTo>
                  <a:lnTo>
                    <a:pt x="502307" y="0"/>
                  </a:lnTo>
                  <a:cubicBezTo>
                    <a:pt x="505830" y="3958"/>
                    <a:pt x="509279" y="7990"/>
                    <a:pt x="512729" y="12022"/>
                  </a:cubicBezTo>
                  <a:close/>
                </a:path>
              </a:pathLst>
            </a:custGeom>
            <a:solidFill>
              <a:srgbClr val="A3715E"/>
            </a:solidFill>
            <a:ln w="0"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A1B6C5C1-3FEB-24ED-8AB4-A48489516569}"/>
                </a:ext>
              </a:extLst>
            </p:cNvPr>
            <p:cNvSpPr/>
            <p:nvPr/>
          </p:nvSpPr>
          <p:spPr>
            <a:xfrm>
              <a:off x="10882223" y="2364847"/>
              <a:ext cx="550012" cy="428896"/>
            </a:xfrm>
            <a:custGeom>
              <a:avLst/>
              <a:gdLst>
                <a:gd name="connsiteX0" fmla="*/ 550012 w 550012"/>
                <a:gd name="connsiteY0" fmla="*/ 109002 h 428896"/>
                <a:gd name="connsiteX1" fmla="*/ 55266 w 550012"/>
                <a:gd name="connsiteY1" fmla="*/ 428896 h 428896"/>
                <a:gd name="connsiteX2" fmla="*/ 28183 w 550012"/>
                <a:gd name="connsiteY2" fmla="*/ 388580 h 428896"/>
                <a:gd name="connsiteX3" fmla="*/ 14311 w 550012"/>
                <a:gd name="connsiteY3" fmla="*/ 368641 h 428896"/>
                <a:gd name="connsiteX4" fmla="*/ 0 w 550012"/>
                <a:gd name="connsiteY4" fmla="*/ 349069 h 428896"/>
                <a:gd name="connsiteX5" fmla="*/ 474564 w 550012"/>
                <a:gd name="connsiteY5" fmla="*/ 0 h 428896"/>
                <a:gd name="connsiteX6" fmla="*/ 494086 w 550012"/>
                <a:gd name="connsiteY6" fmla="*/ 26756 h 428896"/>
                <a:gd name="connsiteX7" fmla="*/ 513096 w 550012"/>
                <a:gd name="connsiteY7" fmla="*/ 53951 h 428896"/>
                <a:gd name="connsiteX8" fmla="*/ 550012 w 550012"/>
                <a:gd name="connsiteY8" fmla="*/ 109002 h 42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012" h="428896">
                  <a:moveTo>
                    <a:pt x="550012" y="109002"/>
                  </a:moveTo>
                  <a:lnTo>
                    <a:pt x="55266" y="428896"/>
                  </a:lnTo>
                  <a:cubicBezTo>
                    <a:pt x="46311" y="415409"/>
                    <a:pt x="37578" y="401774"/>
                    <a:pt x="28183" y="388580"/>
                  </a:cubicBezTo>
                  <a:cubicBezTo>
                    <a:pt x="23559" y="381983"/>
                    <a:pt x="19009" y="375239"/>
                    <a:pt x="14311" y="368641"/>
                  </a:cubicBezTo>
                  <a:lnTo>
                    <a:pt x="0" y="349069"/>
                  </a:lnTo>
                  <a:lnTo>
                    <a:pt x="474564" y="0"/>
                  </a:lnTo>
                  <a:lnTo>
                    <a:pt x="494086" y="26756"/>
                  </a:lnTo>
                  <a:cubicBezTo>
                    <a:pt x="500545" y="35772"/>
                    <a:pt x="506710" y="44861"/>
                    <a:pt x="513096" y="53951"/>
                  </a:cubicBezTo>
                  <a:cubicBezTo>
                    <a:pt x="525866" y="71984"/>
                    <a:pt x="537829" y="90529"/>
                    <a:pt x="550012" y="109002"/>
                  </a:cubicBezTo>
                  <a:close/>
                </a:path>
              </a:pathLst>
            </a:custGeom>
            <a:solidFill>
              <a:srgbClr val="B68A74"/>
            </a:solidFill>
            <a:ln w="0"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1750358B-DE5B-78BE-C1B8-12B1A1FE08F6}"/>
                </a:ext>
              </a:extLst>
            </p:cNvPr>
            <p:cNvSpPr/>
            <p:nvPr/>
          </p:nvSpPr>
          <p:spPr>
            <a:xfrm>
              <a:off x="10882223" y="2460581"/>
              <a:ext cx="550012" cy="333162"/>
            </a:xfrm>
            <a:custGeom>
              <a:avLst/>
              <a:gdLst>
                <a:gd name="connsiteX0" fmla="*/ 550012 w 550012"/>
                <a:gd name="connsiteY0" fmla="*/ 13268 h 333162"/>
                <a:gd name="connsiteX1" fmla="*/ 55266 w 550012"/>
                <a:gd name="connsiteY1" fmla="*/ 333163 h 333162"/>
                <a:gd name="connsiteX2" fmla="*/ 28183 w 550012"/>
                <a:gd name="connsiteY2" fmla="*/ 292846 h 333162"/>
                <a:gd name="connsiteX3" fmla="*/ 14311 w 550012"/>
                <a:gd name="connsiteY3" fmla="*/ 272907 h 333162"/>
                <a:gd name="connsiteX4" fmla="*/ 0 w 550012"/>
                <a:gd name="connsiteY4" fmla="*/ 253336 h 333162"/>
                <a:gd name="connsiteX5" fmla="*/ 13651 w 550012"/>
                <a:gd name="connsiteY5" fmla="*/ 243293 h 333162"/>
                <a:gd name="connsiteX6" fmla="*/ 38826 w 550012"/>
                <a:gd name="connsiteY6" fmla="*/ 278405 h 333162"/>
                <a:gd name="connsiteX7" fmla="*/ 51155 w 550012"/>
                <a:gd name="connsiteY7" fmla="*/ 296145 h 333162"/>
                <a:gd name="connsiteX8" fmla="*/ 63045 w 550012"/>
                <a:gd name="connsiteY8" fmla="*/ 314177 h 333162"/>
                <a:gd name="connsiteX9" fmla="*/ 541279 w 550012"/>
                <a:gd name="connsiteY9" fmla="*/ 0 h 333162"/>
                <a:gd name="connsiteX10" fmla="*/ 550012 w 550012"/>
                <a:gd name="connsiteY10" fmla="*/ 13268 h 333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0012" h="333162">
                  <a:moveTo>
                    <a:pt x="550012" y="13268"/>
                  </a:moveTo>
                  <a:lnTo>
                    <a:pt x="55266" y="333163"/>
                  </a:lnTo>
                  <a:cubicBezTo>
                    <a:pt x="46311" y="319675"/>
                    <a:pt x="37578" y="306041"/>
                    <a:pt x="28183" y="292846"/>
                  </a:cubicBezTo>
                  <a:cubicBezTo>
                    <a:pt x="23559" y="286249"/>
                    <a:pt x="19009" y="279505"/>
                    <a:pt x="14311" y="272907"/>
                  </a:cubicBezTo>
                  <a:lnTo>
                    <a:pt x="0" y="253336"/>
                  </a:lnTo>
                  <a:lnTo>
                    <a:pt x="13651" y="243293"/>
                  </a:lnTo>
                  <a:cubicBezTo>
                    <a:pt x="22165" y="254948"/>
                    <a:pt x="30752" y="266457"/>
                    <a:pt x="38826" y="278405"/>
                  </a:cubicBezTo>
                  <a:lnTo>
                    <a:pt x="51155" y="296145"/>
                  </a:lnTo>
                  <a:lnTo>
                    <a:pt x="63045" y="314177"/>
                  </a:lnTo>
                  <a:lnTo>
                    <a:pt x="541279" y="0"/>
                  </a:lnTo>
                  <a:lnTo>
                    <a:pt x="550012" y="13268"/>
                  </a:lnTo>
                  <a:close/>
                </a:path>
              </a:pathLst>
            </a:custGeom>
            <a:solidFill>
              <a:srgbClr val="A3715E"/>
            </a:solidFill>
            <a:ln w="0" cap="flat">
              <a:noFill/>
              <a:prstDash val="solid"/>
              <a:miter/>
            </a:ln>
          </p:spPr>
          <p:txBody>
            <a:bodyPr rtlCol="0" anchor="ctr"/>
            <a:lstStyle/>
            <a:p>
              <a:endParaRPr lang="en-US"/>
            </a:p>
          </p:txBody>
        </p:sp>
        <p:sp>
          <p:nvSpPr>
            <p:cNvPr id="128" name="Freeform 127">
              <a:extLst>
                <a:ext uri="{FF2B5EF4-FFF2-40B4-BE49-F238E27FC236}">
                  <a16:creationId xmlns:a16="http://schemas.microsoft.com/office/drawing/2014/main" id="{DE7CD4AE-53AB-6BCF-5712-08B0C80C3498}"/>
                </a:ext>
              </a:extLst>
            </p:cNvPr>
            <p:cNvSpPr/>
            <p:nvPr/>
          </p:nvSpPr>
          <p:spPr>
            <a:xfrm>
              <a:off x="10999359" y="2615470"/>
              <a:ext cx="577315" cy="368421"/>
            </a:xfrm>
            <a:custGeom>
              <a:avLst/>
              <a:gdLst>
                <a:gd name="connsiteX0" fmla="*/ 577315 w 577315"/>
                <a:gd name="connsiteY0" fmla="*/ 118311 h 368421"/>
                <a:gd name="connsiteX1" fmla="*/ 43743 w 577315"/>
                <a:gd name="connsiteY1" fmla="*/ 368421 h 368421"/>
                <a:gd name="connsiteX2" fmla="*/ 22532 w 577315"/>
                <a:gd name="connsiteY2" fmla="*/ 324806 h 368421"/>
                <a:gd name="connsiteX3" fmla="*/ 11376 w 577315"/>
                <a:gd name="connsiteY3" fmla="*/ 303328 h 368421"/>
                <a:gd name="connsiteX4" fmla="*/ 0 w 577315"/>
                <a:gd name="connsiteY4" fmla="*/ 281924 h 368421"/>
                <a:gd name="connsiteX5" fmla="*/ 517426 w 577315"/>
                <a:gd name="connsiteY5" fmla="*/ 0 h 368421"/>
                <a:gd name="connsiteX6" fmla="*/ 532985 w 577315"/>
                <a:gd name="connsiteY6" fmla="*/ 29248 h 368421"/>
                <a:gd name="connsiteX7" fmla="*/ 548252 w 577315"/>
                <a:gd name="connsiteY7" fmla="*/ 58642 h 368421"/>
                <a:gd name="connsiteX8" fmla="*/ 577315 w 577315"/>
                <a:gd name="connsiteY8" fmla="*/ 118238 h 36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7315" h="368421">
                  <a:moveTo>
                    <a:pt x="577315" y="118311"/>
                  </a:moveTo>
                  <a:lnTo>
                    <a:pt x="43743" y="368421"/>
                  </a:lnTo>
                  <a:cubicBezTo>
                    <a:pt x="37064" y="353688"/>
                    <a:pt x="29651" y="339320"/>
                    <a:pt x="22532" y="324806"/>
                  </a:cubicBezTo>
                  <a:cubicBezTo>
                    <a:pt x="19010" y="317549"/>
                    <a:pt x="15046" y="310439"/>
                    <a:pt x="11376" y="303328"/>
                  </a:cubicBezTo>
                  <a:cubicBezTo>
                    <a:pt x="7560" y="296218"/>
                    <a:pt x="3890" y="288961"/>
                    <a:pt x="0" y="281924"/>
                  </a:cubicBezTo>
                  <a:lnTo>
                    <a:pt x="517426" y="0"/>
                  </a:lnTo>
                  <a:cubicBezTo>
                    <a:pt x="522783" y="9676"/>
                    <a:pt x="527848" y="19499"/>
                    <a:pt x="532985" y="29248"/>
                  </a:cubicBezTo>
                  <a:cubicBezTo>
                    <a:pt x="538123" y="39071"/>
                    <a:pt x="543407" y="48747"/>
                    <a:pt x="548252" y="58642"/>
                  </a:cubicBezTo>
                  <a:cubicBezTo>
                    <a:pt x="558086" y="78434"/>
                    <a:pt x="568141" y="98153"/>
                    <a:pt x="577315" y="118238"/>
                  </a:cubicBezTo>
                  <a:close/>
                </a:path>
              </a:pathLst>
            </a:custGeom>
            <a:solidFill>
              <a:srgbClr val="B68A74"/>
            </a:solidFill>
            <a:ln w="0" cap="flat">
              <a:noFill/>
              <a:prstDash val="solid"/>
              <a:miter/>
            </a:ln>
          </p:spPr>
          <p:txBody>
            <a:bodyPr rtlCol="0" anchor="ctr"/>
            <a:lstStyle/>
            <a:p>
              <a:endParaRPr lang="en-US"/>
            </a:p>
          </p:txBody>
        </p:sp>
        <p:sp>
          <p:nvSpPr>
            <p:cNvPr id="130" name="Freeform 129">
              <a:extLst>
                <a:ext uri="{FF2B5EF4-FFF2-40B4-BE49-F238E27FC236}">
                  <a16:creationId xmlns:a16="http://schemas.microsoft.com/office/drawing/2014/main" id="{8082104E-AE06-89E7-B4E4-DA0D7C20C57A}"/>
                </a:ext>
              </a:extLst>
            </p:cNvPr>
            <p:cNvSpPr/>
            <p:nvPr/>
          </p:nvSpPr>
          <p:spPr>
            <a:xfrm>
              <a:off x="10999359" y="2719341"/>
              <a:ext cx="577315" cy="264550"/>
            </a:xfrm>
            <a:custGeom>
              <a:avLst/>
              <a:gdLst>
                <a:gd name="connsiteX0" fmla="*/ 577315 w 577315"/>
                <a:gd name="connsiteY0" fmla="*/ 14441 h 264550"/>
                <a:gd name="connsiteX1" fmla="*/ 43743 w 577315"/>
                <a:gd name="connsiteY1" fmla="*/ 264551 h 264550"/>
                <a:gd name="connsiteX2" fmla="*/ 22532 w 577315"/>
                <a:gd name="connsiteY2" fmla="*/ 220936 h 264550"/>
                <a:gd name="connsiteX3" fmla="*/ 11376 w 577315"/>
                <a:gd name="connsiteY3" fmla="*/ 199458 h 264550"/>
                <a:gd name="connsiteX4" fmla="*/ 0 w 577315"/>
                <a:gd name="connsiteY4" fmla="*/ 178053 h 264550"/>
                <a:gd name="connsiteX5" fmla="*/ 14899 w 577315"/>
                <a:gd name="connsiteY5" fmla="*/ 169917 h 264550"/>
                <a:gd name="connsiteX6" fmla="*/ 35082 w 577315"/>
                <a:gd name="connsiteY6" fmla="*/ 208034 h 264550"/>
                <a:gd name="connsiteX7" fmla="*/ 54165 w 577315"/>
                <a:gd name="connsiteY7" fmla="*/ 246665 h 264550"/>
                <a:gd name="connsiteX8" fmla="*/ 570563 w 577315"/>
                <a:gd name="connsiteY8" fmla="*/ 0 h 264550"/>
                <a:gd name="connsiteX9" fmla="*/ 577315 w 577315"/>
                <a:gd name="connsiteY9" fmla="*/ 14441 h 26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7315" h="264550">
                  <a:moveTo>
                    <a:pt x="577315" y="14441"/>
                  </a:moveTo>
                  <a:lnTo>
                    <a:pt x="43743" y="264551"/>
                  </a:lnTo>
                  <a:cubicBezTo>
                    <a:pt x="37064" y="249817"/>
                    <a:pt x="29651" y="235450"/>
                    <a:pt x="22532" y="220936"/>
                  </a:cubicBezTo>
                  <a:cubicBezTo>
                    <a:pt x="19010" y="213679"/>
                    <a:pt x="15046" y="206568"/>
                    <a:pt x="11376" y="199458"/>
                  </a:cubicBezTo>
                  <a:cubicBezTo>
                    <a:pt x="7560" y="192347"/>
                    <a:pt x="3890" y="185090"/>
                    <a:pt x="0" y="178053"/>
                  </a:cubicBezTo>
                  <a:lnTo>
                    <a:pt x="14899" y="169917"/>
                  </a:lnTo>
                  <a:cubicBezTo>
                    <a:pt x="21725" y="182598"/>
                    <a:pt x="28330" y="195353"/>
                    <a:pt x="35082" y="208034"/>
                  </a:cubicBezTo>
                  <a:cubicBezTo>
                    <a:pt x="41394" y="220936"/>
                    <a:pt x="48000" y="233690"/>
                    <a:pt x="54165" y="246665"/>
                  </a:cubicBezTo>
                  <a:lnTo>
                    <a:pt x="570563" y="0"/>
                  </a:lnTo>
                  <a:lnTo>
                    <a:pt x="577315" y="14441"/>
                  </a:lnTo>
                  <a:close/>
                </a:path>
              </a:pathLst>
            </a:custGeom>
            <a:solidFill>
              <a:srgbClr val="A3715E"/>
            </a:solidFill>
            <a:ln w="0" cap="flat">
              <a:noFill/>
              <a:prstDash val="solid"/>
              <a:miter/>
            </a:ln>
          </p:spPr>
          <p:txBody>
            <a:bodyPr rtlCol="0" anchor="ctr"/>
            <a:lstStyle/>
            <a:p>
              <a:endParaRPr lang="en-US"/>
            </a:p>
          </p:txBody>
        </p:sp>
        <p:sp>
          <p:nvSpPr>
            <p:cNvPr id="131" name="Freeform 130">
              <a:extLst>
                <a:ext uri="{FF2B5EF4-FFF2-40B4-BE49-F238E27FC236}">
                  <a16:creationId xmlns:a16="http://schemas.microsoft.com/office/drawing/2014/main" id="{3D470A7A-8102-B591-A457-D8D42C267C09}"/>
                </a:ext>
              </a:extLst>
            </p:cNvPr>
            <p:cNvSpPr/>
            <p:nvPr/>
          </p:nvSpPr>
          <p:spPr>
            <a:xfrm>
              <a:off x="11084276" y="2864334"/>
              <a:ext cx="593387" cy="306187"/>
            </a:xfrm>
            <a:custGeom>
              <a:avLst/>
              <a:gdLst>
                <a:gd name="connsiteX0" fmla="*/ 593388 w 593387"/>
                <a:gd name="connsiteY0" fmla="*/ 124982 h 306187"/>
                <a:gd name="connsiteX1" fmla="*/ 32586 w 593387"/>
                <a:gd name="connsiteY1" fmla="*/ 306187 h 306187"/>
                <a:gd name="connsiteX2" fmla="*/ 25027 w 593387"/>
                <a:gd name="connsiteY2" fmla="*/ 283170 h 306187"/>
                <a:gd name="connsiteX3" fmla="*/ 16953 w 593387"/>
                <a:gd name="connsiteY3" fmla="*/ 260299 h 306187"/>
                <a:gd name="connsiteX4" fmla="*/ 12917 w 593387"/>
                <a:gd name="connsiteY4" fmla="*/ 248864 h 306187"/>
                <a:gd name="connsiteX5" fmla="*/ 8586 w 593387"/>
                <a:gd name="connsiteY5" fmla="*/ 237575 h 306187"/>
                <a:gd name="connsiteX6" fmla="*/ 0 w 593387"/>
                <a:gd name="connsiteY6" fmla="*/ 214925 h 306187"/>
                <a:gd name="connsiteX7" fmla="*/ 548691 w 593387"/>
                <a:gd name="connsiteY7" fmla="*/ 0 h 306187"/>
                <a:gd name="connsiteX8" fmla="*/ 560508 w 593387"/>
                <a:gd name="connsiteY8" fmla="*/ 31007 h 306187"/>
                <a:gd name="connsiteX9" fmla="*/ 566379 w 593387"/>
                <a:gd name="connsiteY9" fmla="*/ 46548 h 306187"/>
                <a:gd name="connsiteX10" fmla="*/ 571883 w 593387"/>
                <a:gd name="connsiteY10" fmla="*/ 62161 h 306187"/>
                <a:gd name="connsiteX11" fmla="*/ 582892 w 593387"/>
                <a:gd name="connsiteY11" fmla="*/ 93461 h 306187"/>
                <a:gd name="connsiteX12" fmla="*/ 593241 w 593387"/>
                <a:gd name="connsiteY12" fmla="*/ 124982 h 30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3387" h="306187">
                  <a:moveTo>
                    <a:pt x="593388" y="124982"/>
                  </a:moveTo>
                  <a:lnTo>
                    <a:pt x="32586" y="306187"/>
                  </a:lnTo>
                  <a:cubicBezTo>
                    <a:pt x="30018" y="298490"/>
                    <a:pt x="27670" y="290793"/>
                    <a:pt x="25027" y="283170"/>
                  </a:cubicBezTo>
                  <a:lnTo>
                    <a:pt x="16953" y="260299"/>
                  </a:lnTo>
                  <a:lnTo>
                    <a:pt x="12917" y="248864"/>
                  </a:lnTo>
                  <a:lnTo>
                    <a:pt x="8586" y="237575"/>
                  </a:lnTo>
                  <a:lnTo>
                    <a:pt x="0" y="214925"/>
                  </a:lnTo>
                  <a:lnTo>
                    <a:pt x="548691" y="0"/>
                  </a:lnTo>
                  <a:lnTo>
                    <a:pt x="560508" y="31007"/>
                  </a:lnTo>
                  <a:lnTo>
                    <a:pt x="566379" y="46548"/>
                  </a:lnTo>
                  <a:lnTo>
                    <a:pt x="571883" y="62161"/>
                  </a:lnTo>
                  <a:lnTo>
                    <a:pt x="582892" y="93461"/>
                  </a:lnTo>
                  <a:cubicBezTo>
                    <a:pt x="586489" y="103944"/>
                    <a:pt x="589792" y="114499"/>
                    <a:pt x="593241" y="124982"/>
                  </a:cubicBezTo>
                  <a:close/>
                </a:path>
              </a:pathLst>
            </a:custGeom>
            <a:solidFill>
              <a:srgbClr val="B68A74"/>
            </a:solidFill>
            <a:ln w="0" cap="flat">
              <a:noFill/>
              <a:prstDash val="solid"/>
              <a:miter/>
            </a:ln>
          </p:spPr>
          <p:txBody>
            <a:bodyPr rtlCol="0" anchor="ctr"/>
            <a:lstStyle/>
            <a:p>
              <a:endParaRPr lang="en-US"/>
            </a:p>
          </p:txBody>
        </p:sp>
        <p:sp>
          <p:nvSpPr>
            <p:cNvPr id="132" name="Freeform 131">
              <a:extLst>
                <a:ext uri="{FF2B5EF4-FFF2-40B4-BE49-F238E27FC236}">
                  <a16:creationId xmlns:a16="http://schemas.microsoft.com/office/drawing/2014/main" id="{6CBAB22D-BED0-5BAB-0DEA-761106840F83}"/>
                </a:ext>
              </a:extLst>
            </p:cNvPr>
            <p:cNvSpPr/>
            <p:nvPr/>
          </p:nvSpPr>
          <p:spPr>
            <a:xfrm>
              <a:off x="11084276" y="2974069"/>
              <a:ext cx="593461" cy="196452"/>
            </a:xfrm>
            <a:custGeom>
              <a:avLst/>
              <a:gdLst>
                <a:gd name="connsiteX0" fmla="*/ 593388 w 593461"/>
                <a:gd name="connsiteY0" fmla="*/ 15247 h 196452"/>
                <a:gd name="connsiteX1" fmla="*/ 32586 w 593461"/>
                <a:gd name="connsiteY1" fmla="*/ 196452 h 196452"/>
                <a:gd name="connsiteX2" fmla="*/ 25027 w 593461"/>
                <a:gd name="connsiteY2" fmla="*/ 173435 h 196452"/>
                <a:gd name="connsiteX3" fmla="*/ 16953 w 593461"/>
                <a:gd name="connsiteY3" fmla="*/ 150565 h 196452"/>
                <a:gd name="connsiteX4" fmla="*/ 12917 w 593461"/>
                <a:gd name="connsiteY4" fmla="*/ 139129 h 196452"/>
                <a:gd name="connsiteX5" fmla="*/ 8586 w 593461"/>
                <a:gd name="connsiteY5" fmla="*/ 127841 h 196452"/>
                <a:gd name="connsiteX6" fmla="*/ 0 w 593461"/>
                <a:gd name="connsiteY6" fmla="*/ 105190 h 196452"/>
                <a:gd name="connsiteX7" fmla="*/ 15852 w 593461"/>
                <a:gd name="connsiteY7" fmla="*/ 98959 h 196452"/>
                <a:gd name="connsiteX8" fmla="*/ 23486 w 593461"/>
                <a:gd name="connsiteY8" fmla="*/ 119118 h 196452"/>
                <a:gd name="connsiteX9" fmla="*/ 31045 w 593461"/>
                <a:gd name="connsiteY9" fmla="*/ 139276 h 196452"/>
                <a:gd name="connsiteX10" fmla="*/ 38238 w 593461"/>
                <a:gd name="connsiteY10" fmla="*/ 159581 h 196452"/>
                <a:gd name="connsiteX11" fmla="*/ 41834 w 593461"/>
                <a:gd name="connsiteY11" fmla="*/ 169697 h 196452"/>
                <a:gd name="connsiteX12" fmla="*/ 45210 w 593461"/>
                <a:gd name="connsiteY12" fmla="*/ 179959 h 196452"/>
                <a:gd name="connsiteX13" fmla="*/ 588544 w 593461"/>
                <a:gd name="connsiteY13" fmla="*/ 0 h 196452"/>
                <a:gd name="connsiteX14" fmla="*/ 593461 w 593461"/>
                <a:gd name="connsiteY14" fmla="*/ 15174 h 19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93461" h="196452">
                  <a:moveTo>
                    <a:pt x="593388" y="15247"/>
                  </a:moveTo>
                  <a:lnTo>
                    <a:pt x="32586" y="196452"/>
                  </a:lnTo>
                  <a:cubicBezTo>
                    <a:pt x="30018" y="188756"/>
                    <a:pt x="27670" y="181059"/>
                    <a:pt x="25027" y="173435"/>
                  </a:cubicBezTo>
                  <a:lnTo>
                    <a:pt x="16953" y="150565"/>
                  </a:lnTo>
                  <a:lnTo>
                    <a:pt x="12917" y="139129"/>
                  </a:lnTo>
                  <a:lnTo>
                    <a:pt x="8586" y="127841"/>
                  </a:lnTo>
                  <a:lnTo>
                    <a:pt x="0" y="105190"/>
                  </a:lnTo>
                  <a:lnTo>
                    <a:pt x="15852" y="98959"/>
                  </a:lnTo>
                  <a:lnTo>
                    <a:pt x="23486" y="119118"/>
                  </a:lnTo>
                  <a:cubicBezTo>
                    <a:pt x="25981" y="125861"/>
                    <a:pt x="28696" y="132459"/>
                    <a:pt x="31045" y="139276"/>
                  </a:cubicBezTo>
                  <a:lnTo>
                    <a:pt x="38238" y="159581"/>
                  </a:lnTo>
                  <a:lnTo>
                    <a:pt x="41834" y="169697"/>
                  </a:lnTo>
                  <a:lnTo>
                    <a:pt x="45210" y="179959"/>
                  </a:lnTo>
                  <a:lnTo>
                    <a:pt x="588544" y="0"/>
                  </a:lnTo>
                  <a:lnTo>
                    <a:pt x="593461" y="15174"/>
                  </a:lnTo>
                  <a:close/>
                </a:path>
              </a:pathLst>
            </a:custGeom>
            <a:solidFill>
              <a:srgbClr val="A3715E"/>
            </a:solidFill>
            <a:ln w="0" cap="flat">
              <a:noFill/>
              <a:prstDash val="solid"/>
              <a:miter/>
            </a:ln>
          </p:spPr>
          <p:txBody>
            <a:bodyPr rtlCol="0" anchor="ctr"/>
            <a:lstStyle/>
            <a:p>
              <a:endParaRPr lang="en-US"/>
            </a:p>
          </p:txBody>
        </p:sp>
        <p:sp>
          <p:nvSpPr>
            <p:cNvPr id="133" name="Freeform 132">
              <a:extLst>
                <a:ext uri="{FF2B5EF4-FFF2-40B4-BE49-F238E27FC236}">
                  <a16:creationId xmlns:a16="http://schemas.microsoft.com/office/drawing/2014/main" id="{9F235AE0-C222-59E9-C026-3D51D0CA2410}"/>
                </a:ext>
              </a:extLst>
            </p:cNvPr>
            <p:cNvSpPr/>
            <p:nvPr/>
          </p:nvSpPr>
          <p:spPr>
            <a:xfrm>
              <a:off x="11149669" y="3148091"/>
              <a:ext cx="600360" cy="233250"/>
            </a:xfrm>
            <a:custGeom>
              <a:avLst/>
              <a:gdLst>
                <a:gd name="connsiteX0" fmla="*/ 600287 w 600360"/>
                <a:gd name="connsiteY0" fmla="*/ 129820 h 233250"/>
                <a:gd name="connsiteX1" fmla="*/ 20037 w 600360"/>
                <a:gd name="connsiteY1" fmla="*/ 233250 h 233250"/>
                <a:gd name="connsiteX2" fmla="*/ 15487 w 600360"/>
                <a:gd name="connsiteY2" fmla="*/ 209427 h 233250"/>
                <a:gd name="connsiteX3" fmla="*/ 10716 w 600360"/>
                <a:gd name="connsiteY3" fmla="*/ 185677 h 233250"/>
                <a:gd name="connsiteX4" fmla="*/ 0 w 600360"/>
                <a:gd name="connsiteY4" fmla="*/ 138396 h 233250"/>
                <a:gd name="connsiteX5" fmla="*/ 572912 w 600360"/>
                <a:gd name="connsiteY5" fmla="*/ 0 h 233250"/>
                <a:gd name="connsiteX6" fmla="*/ 587591 w 600360"/>
                <a:gd name="connsiteY6" fmla="*/ 64653 h 233250"/>
                <a:gd name="connsiteX7" fmla="*/ 594123 w 600360"/>
                <a:gd name="connsiteY7" fmla="*/ 97200 h 233250"/>
                <a:gd name="connsiteX8" fmla="*/ 600361 w 600360"/>
                <a:gd name="connsiteY8" fmla="*/ 129746 h 23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360" h="233250">
                  <a:moveTo>
                    <a:pt x="600287" y="129820"/>
                  </a:moveTo>
                  <a:lnTo>
                    <a:pt x="20037" y="233250"/>
                  </a:lnTo>
                  <a:lnTo>
                    <a:pt x="15487" y="209427"/>
                  </a:lnTo>
                  <a:cubicBezTo>
                    <a:pt x="13945" y="201510"/>
                    <a:pt x="12551" y="193520"/>
                    <a:pt x="10716" y="185677"/>
                  </a:cubicBezTo>
                  <a:cubicBezTo>
                    <a:pt x="7193" y="169917"/>
                    <a:pt x="4037" y="154083"/>
                    <a:pt x="0" y="138396"/>
                  </a:cubicBezTo>
                  <a:lnTo>
                    <a:pt x="572912" y="0"/>
                  </a:lnTo>
                  <a:cubicBezTo>
                    <a:pt x="578343" y="21404"/>
                    <a:pt x="582893" y="43102"/>
                    <a:pt x="587591" y="64653"/>
                  </a:cubicBezTo>
                  <a:cubicBezTo>
                    <a:pt x="590012" y="75429"/>
                    <a:pt x="591994" y="86351"/>
                    <a:pt x="594123" y="97200"/>
                  </a:cubicBezTo>
                  <a:lnTo>
                    <a:pt x="600361" y="129746"/>
                  </a:lnTo>
                  <a:close/>
                </a:path>
              </a:pathLst>
            </a:custGeom>
            <a:solidFill>
              <a:srgbClr val="B68A74"/>
            </a:solidFill>
            <a:ln w="0" cap="flat">
              <a:noFill/>
              <a:prstDash val="solid"/>
              <a:miter/>
            </a:ln>
          </p:spPr>
          <p:txBody>
            <a:bodyPr rtlCol="0" anchor="ctr"/>
            <a:lstStyle/>
            <a:p>
              <a:endParaRPr lang="en-US"/>
            </a:p>
          </p:txBody>
        </p:sp>
        <p:sp>
          <p:nvSpPr>
            <p:cNvPr id="134" name="Freeform 133">
              <a:extLst>
                <a:ext uri="{FF2B5EF4-FFF2-40B4-BE49-F238E27FC236}">
                  <a16:creationId xmlns:a16="http://schemas.microsoft.com/office/drawing/2014/main" id="{9618CDD4-B53A-6673-4C6B-484BCCB48AC3}"/>
                </a:ext>
              </a:extLst>
            </p:cNvPr>
            <p:cNvSpPr/>
            <p:nvPr/>
          </p:nvSpPr>
          <p:spPr>
            <a:xfrm>
              <a:off x="11149669" y="3262223"/>
              <a:ext cx="600287" cy="119117"/>
            </a:xfrm>
            <a:custGeom>
              <a:avLst/>
              <a:gdLst>
                <a:gd name="connsiteX0" fmla="*/ 600287 w 600287"/>
                <a:gd name="connsiteY0" fmla="*/ 15687 h 119117"/>
                <a:gd name="connsiteX1" fmla="*/ 20037 w 600287"/>
                <a:gd name="connsiteY1" fmla="*/ 119118 h 119117"/>
                <a:gd name="connsiteX2" fmla="*/ 15487 w 600287"/>
                <a:gd name="connsiteY2" fmla="*/ 95294 h 119117"/>
                <a:gd name="connsiteX3" fmla="*/ 10716 w 600287"/>
                <a:gd name="connsiteY3" fmla="*/ 71544 h 119117"/>
                <a:gd name="connsiteX4" fmla="*/ 0 w 600287"/>
                <a:gd name="connsiteY4" fmla="*/ 24263 h 119117"/>
                <a:gd name="connsiteX5" fmla="*/ 16514 w 600287"/>
                <a:gd name="connsiteY5" fmla="*/ 20305 h 119117"/>
                <a:gd name="connsiteX6" fmla="*/ 21505 w 600287"/>
                <a:gd name="connsiteY6" fmla="*/ 41270 h 119117"/>
                <a:gd name="connsiteX7" fmla="*/ 26055 w 600287"/>
                <a:gd name="connsiteY7" fmla="*/ 62308 h 119117"/>
                <a:gd name="connsiteX8" fmla="*/ 34496 w 600287"/>
                <a:gd name="connsiteY8" fmla="*/ 104530 h 119117"/>
                <a:gd name="connsiteX9" fmla="*/ 597278 w 600287"/>
                <a:gd name="connsiteY9" fmla="*/ 0 h 119117"/>
                <a:gd name="connsiteX10" fmla="*/ 600287 w 600287"/>
                <a:gd name="connsiteY10" fmla="*/ 15687 h 119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0287" h="119117">
                  <a:moveTo>
                    <a:pt x="600287" y="15687"/>
                  </a:moveTo>
                  <a:lnTo>
                    <a:pt x="20037" y="119118"/>
                  </a:lnTo>
                  <a:lnTo>
                    <a:pt x="15487" y="95294"/>
                  </a:lnTo>
                  <a:cubicBezTo>
                    <a:pt x="13945" y="87377"/>
                    <a:pt x="12551" y="79387"/>
                    <a:pt x="10716" y="71544"/>
                  </a:cubicBezTo>
                  <a:cubicBezTo>
                    <a:pt x="7193" y="55784"/>
                    <a:pt x="4037" y="39950"/>
                    <a:pt x="0" y="24263"/>
                  </a:cubicBezTo>
                  <a:lnTo>
                    <a:pt x="16514" y="20305"/>
                  </a:lnTo>
                  <a:cubicBezTo>
                    <a:pt x="18129" y="27269"/>
                    <a:pt x="20037" y="34233"/>
                    <a:pt x="21505" y="41270"/>
                  </a:cubicBezTo>
                  <a:lnTo>
                    <a:pt x="26055" y="62308"/>
                  </a:lnTo>
                  <a:cubicBezTo>
                    <a:pt x="29285" y="76309"/>
                    <a:pt x="31780" y="90456"/>
                    <a:pt x="34496" y="104530"/>
                  </a:cubicBezTo>
                  <a:lnTo>
                    <a:pt x="597278" y="0"/>
                  </a:lnTo>
                  <a:lnTo>
                    <a:pt x="600287" y="15687"/>
                  </a:lnTo>
                  <a:close/>
                </a:path>
              </a:pathLst>
            </a:custGeom>
            <a:solidFill>
              <a:srgbClr val="A3715E"/>
            </a:solidFill>
            <a:ln w="0" cap="flat">
              <a:noFill/>
              <a:prstDash val="solid"/>
              <a:miter/>
            </a:ln>
          </p:spPr>
          <p:txBody>
            <a:bodyPr rtlCol="0" anchor="ctr"/>
            <a:lstStyle/>
            <a:p>
              <a:endParaRPr lang="en-US"/>
            </a:p>
          </p:txBody>
        </p:sp>
        <p:sp>
          <p:nvSpPr>
            <p:cNvPr id="135" name="Freeform 134">
              <a:extLst>
                <a:ext uri="{FF2B5EF4-FFF2-40B4-BE49-F238E27FC236}">
                  <a16:creationId xmlns:a16="http://schemas.microsoft.com/office/drawing/2014/main" id="{B5BAEF92-04DD-BD76-E7F0-E435E7089CE0}"/>
                </a:ext>
              </a:extLst>
            </p:cNvPr>
            <p:cNvSpPr/>
            <p:nvPr/>
          </p:nvSpPr>
          <p:spPr>
            <a:xfrm>
              <a:off x="11186440" y="3441303"/>
              <a:ext cx="595737" cy="156502"/>
            </a:xfrm>
            <a:custGeom>
              <a:avLst/>
              <a:gdLst>
                <a:gd name="connsiteX0" fmla="*/ 595737 w 595737"/>
                <a:gd name="connsiteY0" fmla="*/ 132019 h 156502"/>
                <a:gd name="connsiteX1" fmla="*/ 6826 w 595737"/>
                <a:gd name="connsiteY1" fmla="*/ 156502 h 156502"/>
                <a:gd name="connsiteX2" fmla="*/ 4110 w 595737"/>
                <a:gd name="connsiteY2" fmla="*/ 107976 h 156502"/>
                <a:gd name="connsiteX3" fmla="*/ 2129 w 595737"/>
                <a:gd name="connsiteY3" fmla="*/ 83786 h 156502"/>
                <a:gd name="connsiteX4" fmla="*/ 0 w 595737"/>
                <a:gd name="connsiteY4" fmla="*/ 59595 h 156502"/>
                <a:gd name="connsiteX5" fmla="*/ 586342 w 595737"/>
                <a:gd name="connsiteY5" fmla="*/ 0 h 156502"/>
                <a:gd name="connsiteX6" fmla="*/ 589278 w 595737"/>
                <a:gd name="connsiteY6" fmla="*/ 32986 h 156502"/>
                <a:gd name="connsiteX7" fmla="*/ 591920 w 595737"/>
                <a:gd name="connsiteY7" fmla="*/ 65973 h 156502"/>
                <a:gd name="connsiteX8" fmla="*/ 595590 w 595737"/>
                <a:gd name="connsiteY8" fmla="*/ 132019 h 156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5737" h="156502">
                  <a:moveTo>
                    <a:pt x="595737" y="132019"/>
                  </a:moveTo>
                  <a:lnTo>
                    <a:pt x="6826" y="156502"/>
                  </a:lnTo>
                  <a:cubicBezTo>
                    <a:pt x="6459" y="140302"/>
                    <a:pt x="5065" y="124175"/>
                    <a:pt x="4110" y="107976"/>
                  </a:cubicBezTo>
                  <a:cubicBezTo>
                    <a:pt x="3743" y="99912"/>
                    <a:pt x="2789" y="91849"/>
                    <a:pt x="2129" y="83786"/>
                  </a:cubicBezTo>
                  <a:lnTo>
                    <a:pt x="0" y="59595"/>
                  </a:lnTo>
                  <a:lnTo>
                    <a:pt x="586342" y="0"/>
                  </a:lnTo>
                  <a:lnTo>
                    <a:pt x="589278" y="32986"/>
                  </a:lnTo>
                  <a:cubicBezTo>
                    <a:pt x="590233" y="43982"/>
                    <a:pt x="591334" y="54977"/>
                    <a:pt x="591920" y="65973"/>
                  </a:cubicBezTo>
                  <a:cubicBezTo>
                    <a:pt x="593242" y="87964"/>
                    <a:pt x="595003" y="110028"/>
                    <a:pt x="595590" y="132019"/>
                  </a:cubicBezTo>
                  <a:close/>
                </a:path>
              </a:pathLst>
            </a:custGeom>
            <a:solidFill>
              <a:srgbClr val="B68A74"/>
            </a:solidFill>
            <a:ln w="0" cap="flat">
              <a:noFill/>
              <a:prstDash val="solid"/>
              <a:miter/>
            </a:ln>
          </p:spPr>
          <p:txBody>
            <a:bodyPr rtlCol="0" anchor="ctr"/>
            <a:lstStyle/>
            <a:p>
              <a:endParaRPr lang="en-US"/>
            </a:p>
          </p:txBody>
        </p:sp>
        <p:sp>
          <p:nvSpPr>
            <p:cNvPr id="137" name="Freeform 136">
              <a:extLst>
                <a:ext uri="{FF2B5EF4-FFF2-40B4-BE49-F238E27FC236}">
                  <a16:creationId xmlns:a16="http://schemas.microsoft.com/office/drawing/2014/main" id="{06C525E3-87C2-C8E7-5F9D-BC9FB5FD4960}"/>
                </a:ext>
              </a:extLst>
            </p:cNvPr>
            <p:cNvSpPr/>
            <p:nvPr/>
          </p:nvSpPr>
          <p:spPr>
            <a:xfrm>
              <a:off x="11186440" y="3499212"/>
              <a:ext cx="595737" cy="98592"/>
            </a:xfrm>
            <a:custGeom>
              <a:avLst/>
              <a:gdLst>
                <a:gd name="connsiteX0" fmla="*/ 595737 w 595737"/>
                <a:gd name="connsiteY0" fmla="*/ 74110 h 98592"/>
                <a:gd name="connsiteX1" fmla="*/ 6826 w 595737"/>
                <a:gd name="connsiteY1" fmla="*/ 98593 h 98592"/>
                <a:gd name="connsiteX2" fmla="*/ 4110 w 595737"/>
                <a:gd name="connsiteY2" fmla="*/ 50066 h 98592"/>
                <a:gd name="connsiteX3" fmla="*/ 2129 w 595737"/>
                <a:gd name="connsiteY3" fmla="*/ 25876 h 98592"/>
                <a:gd name="connsiteX4" fmla="*/ 0 w 595737"/>
                <a:gd name="connsiteY4" fmla="*/ 1686 h 98592"/>
                <a:gd name="connsiteX5" fmla="*/ 16881 w 595737"/>
                <a:gd name="connsiteY5" fmla="*/ 0 h 98592"/>
                <a:gd name="connsiteX6" fmla="*/ 20698 w 595737"/>
                <a:gd name="connsiteY6" fmla="*/ 43029 h 98592"/>
                <a:gd name="connsiteX7" fmla="*/ 23340 w 595737"/>
                <a:gd name="connsiteY7" fmla="*/ 86131 h 98592"/>
                <a:gd name="connsiteX8" fmla="*/ 595077 w 595737"/>
                <a:gd name="connsiteY8" fmla="*/ 58276 h 98592"/>
                <a:gd name="connsiteX9" fmla="*/ 595664 w 595737"/>
                <a:gd name="connsiteY9" fmla="*/ 74183 h 98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5737" h="98592">
                  <a:moveTo>
                    <a:pt x="595737" y="74110"/>
                  </a:moveTo>
                  <a:lnTo>
                    <a:pt x="6826" y="98593"/>
                  </a:lnTo>
                  <a:cubicBezTo>
                    <a:pt x="6459" y="82393"/>
                    <a:pt x="5065" y="66266"/>
                    <a:pt x="4110" y="50066"/>
                  </a:cubicBezTo>
                  <a:cubicBezTo>
                    <a:pt x="3743" y="42003"/>
                    <a:pt x="2789" y="33939"/>
                    <a:pt x="2129" y="25876"/>
                  </a:cubicBezTo>
                  <a:lnTo>
                    <a:pt x="0" y="1686"/>
                  </a:lnTo>
                  <a:lnTo>
                    <a:pt x="16881" y="0"/>
                  </a:lnTo>
                  <a:lnTo>
                    <a:pt x="20698" y="43029"/>
                  </a:lnTo>
                  <a:cubicBezTo>
                    <a:pt x="21505" y="57396"/>
                    <a:pt x="22606" y="71764"/>
                    <a:pt x="23340" y="86131"/>
                  </a:cubicBezTo>
                  <a:lnTo>
                    <a:pt x="595077" y="58276"/>
                  </a:lnTo>
                  <a:lnTo>
                    <a:pt x="595664" y="74183"/>
                  </a:lnTo>
                  <a:close/>
                </a:path>
              </a:pathLst>
            </a:custGeom>
            <a:solidFill>
              <a:srgbClr val="A3715E"/>
            </a:solidFill>
            <a:ln w="0" cap="flat">
              <a:noFill/>
              <a:prstDash val="solid"/>
              <a:miter/>
            </a:ln>
          </p:spPr>
          <p:txBody>
            <a:bodyPr rtlCol="0" anchor="ctr"/>
            <a:lstStyle/>
            <a:p>
              <a:endParaRPr lang="en-US"/>
            </a:p>
          </p:txBody>
        </p:sp>
        <p:sp>
          <p:nvSpPr>
            <p:cNvPr id="138" name="Freeform 137">
              <a:extLst>
                <a:ext uri="{FF2B5EF4-FFF2-40B4-BE49-F238E27FC236}">
                  <a16:creationId xmlns:a16="http://schemas.microsoft.com/office/drawing/2014/main" id="{4FC49746-E424-6F11-EFD2-992C194CC804}"/>
                </a:ext>
              </a:extLst>
            </p:cNvPr>
            <p:cNvSpPr/>
            <p:nvPr/>
          </p:nvSpPr>
          <p:spPr>
            <a:xfrm>
              <a:off x="11189302" y="3702042"/>
              <a:ext cx="594268" cy="145066"/>
            </a:xfrm>
            <a:custGeom>
              <a:avLst/>
              <a:gdLst>
                <a:gd name="connsiteX0" fmla="*/ 587444 w 594268"/>
                <a:gd name="connsiteY0" fmla="*/ 145067 h 145066"/>
                <a:gd name="connsiteX1" fmla="*/ 0 w 594268"/>
                <a:gd name="connsiteY1" fmla="*/ 97053 h 145066"/>
                <a:gd name="connsiteX2" fmla="*/ 1761 w 594268"/>
                <a:gd name="connsiteY2" fmla="*/ 72863 h 145066"/>
                <a:gd name="connsiteX3" fmla="*/ 3303 w 594268"/>
                <a:gd name="connsiteY3" fmla="*/ 48600 h 145066"/>
                <a:gd name="connsiteX4" fmla="*/ 4257 w 594268"/>
                <a:gd name="connsiteY4" fmla="*/ 24337 h 145066"/>
                <a:gd name="connsiteX5" fmla="*/ 4697 w 594268"/>
                <a:gd name="connsiteY5" fmla="*/ 12168 h 145066"/>
                <a:gd name="connsiteX6" fmla="*/ 4991 w 594268"/>
                <a:gd name="connsiteY6" fmla="*/ 0 h 145066"/>
                <a:gd name="connsiteX7" fmla="*/ 594269 w 594268"/>
                <a:gd name="connsiteY7" fmla="*/ 12975 h 145066"/>
                <a:gd name="connsiteX8" fmla="*/ 593829 w 594268"/>
                <a:gd name="connsiteY8" fmla="*/ 29468 h 145066"/>
                <a:gd name="connsiteX9" fmla="*/ 593242 w 594268"/>
                <a:gd name="connsiteY9" fmla="*/ 45961 h 145066"/>
                <a:gd name="connsiteX10" fmla="*/ 591920 w 594268"/>
                <a:gd name="connsiteY10" fmla="*/ 79021 h 145066"/>
                <a:gd name="connsiteX11" fmla="*/ 589865 w 594268"/>
                <a:gd name="connsiteY11" fmla="*/ 112081 h 145066"/>
                <a:gd name="connsiteX12" fmla="*/ 587444 w 594268"/>
                <a:gd name="connsiteY12" fmla="*/ 145067 h 145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4268" h="145066">
                  <a:moveTo>
                    <a:pt x="587444" y="145067"/>
                  </a:moveTo>
                  <a:lnTo>
                    <a:pt x="0" y="97053"/>
                  </a:lnTo>
                  <a:cubicBezTo>
                    <a:pt x="807" y="88990"/>
                    <a:pt x="1248" y="80927"/>
                    <a:pt x="1761" y="72863"/>
                  </a:cubicBezTo>
                  <a:lnTo>
                    <a:pt x="3303" y="48600"/>
                  </a:lnTo>
                  <a:lnTo>
                    <a:pt x="4257" y="24337"/>
                  </a:lnTo>
                  <a:lnTo>
                    <a:pt x="4697" y="12168"/>
                  </a:lnTo>
                  <a:cubicBezTo>
                    <a:pt x="4918" y="8137"/>
                    <a:pt x="4991" y="4105"/>
                    <a:pt x="4991" y="0"/>
                  </a:cubicBezTo>
                  <a:lnTo>
                    <a:pt x="594269" y="12975"/>
                  </a:lnTo>
                  <a:cubicBezTo>
                    <a:pt x="594269" y="18472"/>
                    <a:pt x="594049" y="23970"/>
                    <a:pt x="593829" y="29468"/>
                  </a:cubicBezTo>
                  <a:lnTo>
                    <a:pt x="593242" y="45961"/>
                  </a:lnTo>
                  <a:cubicBezTo>
                    <a:pt x="592801" y="56956"/>
                    <a:pt x="592434" y="68025"/>
                    <a:pt x="591920" y="79021"/>
                  </a:cubicBezTo>
                  <a:lnTo>
                    <a:pt x="589865" y="112081"/>
                  </a:lnTo>
                  <a:cubicBezTo>
                    <a:pt x="589131" y="123076"/>
                    <a:pt x="588545" y="134071"/>
                    <a:pt x="587444" y="145067"/>
                  </a:cubicBezTo>
                  <a:close/>
                </a:path>
              </a:pathLst>
            </a:custGeom>
            <a:solidFill>
              <a:srgbClr val="B68A74"/>
            </a:solidFill>
            <a:ln w="0" cap="flat">
              <a:noFill/>
              <a:prstDash val="solid"/>
              <a:miter/>
            </a:ln>
          </p:spPr>
          <p:txBody>
            <a:bodyPr rtlCol="0" anchor="ctr"/>
            <a:lstStyle/>
            <a:p>
              <a:endParaRPr lang="en-US"/>
            </a:p>
          </p:txBody>
        </p:sp>
        <p:sp>
          <p:nvSpPr>
            <p:cNvPr id="139" name="Freeform 138">
              <a:extLst>
                <a:ext uri="{FF2B5EF4-FFF2-40B4-BE49-F238E27FC236}">
                  <a16:creationId xmlns:a16="http://schemas.microsoft.com/office/drawing/2014/main" id="{383ECFFB-D4A5-E2F7-47F6-0047921F358A}"/>
                </a:ext>
              </a:extLst>
            </p:cNvPr>
            <p:cNvSpPr/>
            <p:nvPr/>
          </p:nvSpPr>
          <p:spPr>
            <a:xfrm>
              <a:off x="11189302" y="3702042"/>
              <a:ext cx="588691" cy="145066"/>
            </a:xfrm>
            <a:custGeom>
              <a:avLst/>
              <a:gdLst>
                <a:gd name="connsiteX0" fmla="*/ 587444 w 588691"/>
                <a:gd name="connsiteY0" fmla="*/ 145067 h 145066"/>
                <a:gd name="connsiteX1" fmla="*/ 0 w 588691"/>
                <a:gd name="connsiteY1" fmla="*/ 97053 h 145066"/>
                <a:gd name="connsiteX2" fmla="*/ 1761 w 588691"/>
                <a:gd name="connsiteY2" fmla="*/ 72863 h 145066"/>
                <a:gd name="connsiteX3" fmla="*/ 3303 w 588691"/>
                <a:gd name="connsiteY3" fmla="*/ 48600 h 145066"/>
                <a:gd name="connsiteX4" fmla="*/ 4257 w 588691"/>
                <a:gd name="connsiteY4" fmla="*/ 24337 h 145066"/>
                <a:gd name="connsiteX5" fmla="*/ 4697 w 588691"/>
                <a:gd name="connsiteY5" fmla="*/ 12168 h 145066"/>
                <a:gd name="connsiteX6" fmla="*/ 4991 w 588691"/>
                <a:gd name="connsiteY6" fmla="*/ 0 h 145066"/>
                <a:gd name="connsiteX7" fmla="*/ 21945 w 588691"/>
                <a:gd name="connsiteY7" fmla="*/ 366 h 145066"/>
                <a:gd name="connsiteX8" fmla="*/ 21284 w 588691"/>
                <a:gd name="connsiteY8" fmla="*/ 21991 h 145066"/>
                <a:gd name="connsiteX9" fmla="*/ 20477 w 588691"/>
                <a:gd name="connsiteY9" fmla="*/ 43615 h 145066"/>
                <a:gd name="connsiteX10" fmla="*/ 17835 w 588691"/>
                <a:gd name="connsiteY10" fmla="*/ 86717 h 145066"/>
                <a:gd name="connsiteX11" fmla="*/ 588692 w 588691"/>
                <a:gd name="connsiteY11" fmla="*/ 129233 h 145066"/>
                <a:gd name="connsiteX12" fmla="*/ 587370 w 588691"/>
                <a:gd name="connsiteY12" fmla="*/ 145067 h 145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8691" h="145066">
                  <a:moveTo>
                    <a:pt x="587444" y="145067"/>
                  </a:moveTo>
                  <a:lnTo>
                    <a:pt x="0" y="97053"/>
                  </a:lnTo>
                  <a:cubicBezTo>
                    <a:pt x="807" y="88990"/>
                    <a:pt x="1248" y="80927"/>
                    <a:pt x="1761" y="72863"/>
                  </a:cubicBezTo>
                  <a:lnTo>
                    <a:pt x="3303" y="48600"/>
                  </a:lnTo>
                  <a:lnTo>
                    <a:pt x="4257" y="24337"/>
                  </a:lnTo>
                  <a:lnTo>
                    <a:pt x="4697" y="12168"/>
                  </a:lnTo>
                  <a:cubicBezTo>
                    <a:pt x="4918" y="8137"/>
                    <a:pt x="4991" y="4105"/>
                    <a:pt x="4991" y="0"/>
                  </a:cubicBezTo>
                  <a:lnTo>
                    <a:pt x="21945" y="366"/>
                  </a:lnTo>
                  <a:cubicBezTo>
                    <a:pt x="21945" y="7550"/>
                    <a:pt x="21431" y="14807"/>
                    <a:pt x="21284" y="21991"/>
                  </a:cubicBezTo>
                  <a:lnTo>
                    <a:pt x="20477" y="43615"/>
                  </a:lnTo>
                  <a:cubicBezTo>
                    <a:pt x="19743" y="57983"/>
                    <a:pt x="18642" y="72350"/>
                    <a:pt x="17835" y="86717"/>
                  </a:cubicBezTo>
                  <a:lnTo>
                    <a:pt x="588692" y="129233"/>
                  </a:lnTo>
                  <a:cubicBezTo>
                    <a:pt x="588398" y="134511"/>
                    <a:pt x="587811" y="139789"/>
                    <a:pt x="587370" y="145067"/>
                  </a:cubicBezTo>
                  <a:close/>
                </a:path>
              </a:pathLst>
            </a:custGeom>
            <a:solidFill>
              <a:srgbClr val="A3715E"/>
            </a:solidFill>
            <a:ln w="0" cap="flat">
              <a:noFill/>
              <a:prstDash val="solid"/>
              <a:miter/>
            </a:ln>
          </p:spPr>
          <p:txBody>
            <a:bodyPr rtlCol="0" anchor="ctr"/>
            <a:lstStyle/>
            <a:p>
              <a:endParaRPr lang="en-US"/>
            </a:p>
          </p:txBody>
        </p:sp>
        <p:sp>
          <p:nvSpPr>
            <p:cNvPr id="140" name="Freeform 139">
              <a:extLst>
                <a:ext uri="{FF2B5EF4-FFF2-40B4-BE49-F238E27FC236}">
                  <a16:creationId xmlns:a16="http://schemas.microsoft.com/office/drawing/2014/main" id="{DC6E2110-A1D0-AD49-AF98-9EB1FE617FBB}"/>
                </a:ext>
              </a:extLst>
            </p:cNvPr>
            <p:cNvSpPr/>
            <p:nvPr/>
          </p:nvSpPr>
          <p:spPr>
            <a:xfrm>
              <a:off x="11156863" y="3919019"/>
              <a:ext cx="600286" cy="222108"/>
            </a:xfrm>
            <a:custGeom>
              <a:avLst/>
              <a:gdLst>
                <a:gd name="connsiteX0" fmla="*/ 575553 w 600286"/>
                <a:gd name="connsiteY0" fmla="*/ 222108 h 222108"/>
                <a:gd name="connsiteX1" fmla="*/ 0 w 600286"/>
                <a:gd name="connsiteY1" fmla="*/ 95221 h 222108"/>
                <a:gd name="connsiteX2" fmla="*/ 5211 w 600286"/>
                <a:gd name="connsiteY2" fmla="*/ 71544 h 222108"/>
                <a:gd name="connsiteX3" fmla="*/ 9761 w 600286"/>
                <a:gd name="connsiteY3" fmla="*/ 47720 h 222108"/>
                <a:gd name="connsiteX4" fmla="*/ 18128 w 600286"/>
                <a:gd name="connsiteY4" fmla="*/ 0 h 222108"/>
                <a:gd name="connsiteX5" fmla="*/ 600287 w 600286"/>
                <a:gd name="connsiteY5" fmla="*/ 91849 h 222108"/>
                <a:gd name="connsiteX6" fmla="*/ 588911 w 600286"/>
                <a:gd name="connsiteY6" fmla="*/ 157162 h 222108"/>
                <a:gd name="connsiteX7" fmla="*/ 582599 w 600286"/>
                <a:gd name="connsiteY7" fmla="*/ 189708 h 222108"/>
                <a:gd name="connsiteX8" fmla="*/ 575553 w 600286"/>
                <a:gd name="connsiteY8" fmla="*/ 222108 h 22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0286" h="222108">
                  <a:moveTo>
                    <a:pt x="575553" y="222108"/>
                  </a:moveTo>
                  <a:lnTo>
                    <a:pt x="0" y="95221"/>
                  </a:lnTo>
                  <a:lnTo>
                    <a:pt x="5211" y="71544"/>
                  </a:lnTo>
                  <a:lnTo>
                    <a:pt x="9761" y="47720"/>
                  </a:lnTo>
                  <a:cubicBezTo>
                    <a:pt x="12990" y="31887"/>
                    <a:pt x="15413" y="15907"/>
                    <a:pt x="18128" y="0"/>
                  </a:cubicBezTo>
                  <a:lnTo>
                    <a:pt x="600287" y="91849"/>
                  </a:lnTo>
                  <a:cubicBezTo>
                    <a:pt x="596617" y="113620"/>
                    <a:pt x="593241" y="135464"/>
                    <a:pt x="588911" y="157162"/>
                  </a:cubicBezTo>
                  <a:lnTo>
                    <a:pt x="582599" y="189708"/>
                  </a:lnTo>
                  <a:lnTo>
                    <a:pt x="575553" y="222108"/>
                  </a:lnTo>
                  <a:close/>
                </a:path>
              </a:pathLst>
            </a:custGeom>
            <a:solidFill>
              <a:srgbClr val="B68A74"/>
            </a:solidFill>
            <a:ln w="0" cap="flat">
              <a:noFill/>
              <a:prstDash val="solid"/>
              <a:miter/>
            </a:ln>
          </p:spPr>
          <p:txBody>
            <a:bodyPr rtlCol="0" anchor="ctr"/>
            <a:lstStyle/>
            <a:p>
              <a:endParaRPr lang="en-US"/>
            </a:p>
          </p:txBody>
        </p:sp>
        <p:sp>
          <p:nvSpPr>
            <p:cNvPr id="141" name="Freeform 140">
              <a:extLst>
                <a:ext uri="{FF2B5EF4-FFF2-40B4-BE49-F238E27FC236}">
                  <a16:creationId xmlns:a16="http://schemas.microsoft.com/office/drawing/2014/main" id="{252C5C72-8A33-115F-F1AF-7DC3BA637D2A}"/>
                </a:ext>
              </a:extLst>
            </p:cNvPr>
            <p:cNvSpPr/>
            <p:nvPr/>
          </p:nvSpPr>
          <p:spPr>
            <a:xfrm>
              <a:off x="11156863" y="3919019"/>
              <a:ext cx="579002" cy="222108"/>
            </a:xfrm>
            <a:custGeom>
              <a:avLst/>
              <a:gdLst>
                <a:gd name="connsiteX0" fmla="*/ 575553 w 579002"/>
                <a:gd name="connsiteY0" fmla="*/ 222108 h 222108"/>
                <a:gd name="connsiteX1" fmla="*/ 0 w 579002"/>
                <a:gd name="connsiteY1" fmla="*/ 95221 h 222108"/>
                <a:gd name="connsiteX2" fmla="*/ 5211 w 579002"/>
                <a:gd name="connsiteY2" fmla="*/ 71544 h 222108"/>
                <a:gd name="connsiteX3" fmla="*/ 9761 w 579002"/>
                <a:gd name="connsiteY3" fmla="*/ 47720 h 222108"/>
                <a:gd name="connsiteX4" fmla="*/ 18128 w 579002"/>
                <a:gd name="connsiteY4" fmla="*/ 0 h 222108"/>
                <a:gd name="connsiteX5" fmla="*/ 34935 w 579002"/>
                <a:gd name="connsiteY5" fmla="*/ 2639 h 222108"/>
                <a:gd name="connsiteX6" fmla="*/ 19156 w 579002"/>
                <a:gd name="connsiteY6" fmla="*/ 87377 h 222108"/>
                <a:gd name="connsiteX7" fmla="*/ 579002 w 579002"/>
                <a:gd name="connsiteY7" fmla="*/ 206495 h 222108"/>
                <a:gd name="connsiteX8" fmla="*/ 575626 w 579002"/>
                <a:gd name="connsiteY8" fmla="*/ 222035 h 22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9002" h="222108">
                  <a:moveTo>
                    <a:pt x="575553" y="222108"/>
                  </a:moveTo>
                  <a:lnTo>
                    <a:pt x="0" y="95221"/>
                  </a:lnTo>
                  <a:lnTo>
                    <a:pt x="5211" y="71544"/>
                  </a:lnTo>
                  <a:lnTo>
                    <a:pt x="9761" y="47720"/>
                  </a:lnTo>
                  <a:cubicBezTo>
                    <a:pt x="12990" y="31887"/>
                    <a:pt x="15413" y="15907"/>
                    <a:pt x="18128" y="0"/>
                  </a:cubicBezTo>
                  <a:lnTo>
                    <a:pt x="34935" y="2639"/>
                  </a:lnTo>
                  <a:cubicBezTo>
                    <a:pt x="30384" y="31007"/>
                    <a:pt x="25247" y="59302"/>
                    <a:pt x="19156" y="87377"/>
                  </a:cubicBezTo>
                  <a:lnTo>
                    <a:pt x="579002" y="206495"/>
                  </a:lnTo>
                  <a:lnTo>
                    <a:pt x="575626" y="222035"/>
                  </a:lnTo>
                  <a:close/>
                </a:path>
              </a:pathLst>
            </a:custGeom>
            <a:solidFill>
              <a:srgbClr val="A3715E"/>
            </a:solidFill>
            <a:ln w="0" cap="flat">
              <a:noFill/>
              <a:prstDash val="solid"/>
              <a:miter/>
            </a:ln>
          </p:spPr>
          <p:txBody>
            <a:bodyPr rtlCol="0" anchor="ctr"/>
            <a:lstStyle/>
            <a:p>
              <a:endParaRPr lang="en-US"/>
            </a:p>
          </p:txBody>
        </p:sp>
        <p:sp>
          <p:nvSpPr>
            <p:cNvPr id="142" name="Freeform 141">
              <a:extLst>
                <a:ext uri="{FF2B5EF4-FFF2-40B4-BE49-F238E27FC236}">
                  <a16:creationId xmlns:a16="http://schemas.microsoft.com/office/drawing/2014/main" id="{9CC24E0F-8309-63D8-16A5-1DD7D2E787A9}"/>
                </a:ext>
              </a:extLst>
            </p:cNvPr>
            <p:cNvSpPr/>
            <p:nvPr/>
          </p:nvSpPr>
          <p:spPr>
            <a:xfrm>
              <a:off x="11095725" y="4130939"/>
              <a:ext cx="595076" cy="295778"/>
            </a:xfrm>
            <a:custGeom>
              <a:avLst/>
              <a:gdLst>
                <a:gd name="connsiteX0" fmla="*/ 552875 w 595076"/>
                <a:gd name="connsiteY0" fmla="*/ 295705 h 295778"/>
                <a:gd name="connsiteX1" fmla="*/ 0 w 595076"/>
                <a:gd name="connsiteY1" fmla="*/ 91775 h 295778"/>
                <a:gd name="connsiteX2" fmla="*/ 8147 w 595076"/>
                <a:gd name="connsiteY2" fmla="*/ 68978 h 295778"/>
                <a:gd name="connsiteX3" fmla="*/ 16074 w 595076"/>
                <a:gd name="connsiteY3" fmla="*/ 46107 h 295778"/>
                <a:gd name="connsiteX4" fmla="*/ 23560 w 595076"/>
                <a:gd name="connsiteY4" fmla="*/ 23090 h 295778"/>
                <a:gd name="connsiteX5" fmla="*/ 27302 w 595076"/>
                <a:gd name="connsiteY5" fmla="*/ 11582 h 295778"/>
                <a:gd name="connsiteX6" fmla="*/ 30752 w 595076"/>
                <a:gd name="connsiteY6" fmla="*/ 0 h 295778"/>
                <a:gd name="connsiteX7" fmla="*/ 595077 w 595076"/>
                <a:gd name="connsiteY7" fmla="*/ 169990 h 295778"/>
                <a:gd name="connsiteX8" fmla="*/ 590306 w 595076"/>
                <a:gd name="connsiteY8" fmla="*/ 185897 h 295778"/>
                <a:gd name="connsiteX9" fmla="*/ 585241 w 595076"/>
                <a:gd name="connsiteY9" fmla="*/ 201657 h 295778"/>
                <a:gd name="connsiteX10" fmla="*/ 574967 w 595076"/>
                <a:gd name="connsiteY10" fmla="*/ 233177 h 295778"/>
                <a:gd name="connsiteX11" fmla="*/ 564104 w 595076"/>
                <a:gd name="connsiteY11" fmla="*/ 264551 h 295778"/>
                <a:gd name="connsiteX12" fmla="*/ 552949 w 595076"/>
                <a:gd name="connsiteY12" fmla="*/ 295778 h 2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5076" h="295778">
                  <a:moveTo>
                    <a:pt x="552875" y="295705"/>
                  </a:moveTo>
                  <a:lnTo>
                    <a:pt x="0" y="91775"/>
                  </a:lnTo>
                  <a:cubicBezTo>
                    <a:pt x="2936" y="84225"/>
                    <a:pt x="5431" y="76528"/>
                    <a:pt x="8147" y="68978"/>
                  </a:cubicBezTo>
                  <a:cubicBezTo>
                    <a:pt x="10789" y="61355"/>
                    <a:pt x="13651" y="53804"/>
                    <a:pt x="16074" y="46107"/>
                  </a:cubicBezTo>
                  <a:lnTo>
                    <a:pt x="23560" y="23090"/>
                  </a:lnTo>
                  <a:cubicBezTo>
                    <a:pt x="24807" y="19279"/>
                    <a:pt x="26129" y="15394"/>
                    <a:pt x="27302" y="11582"/>
                  </a:cubicBezTo>
                  <a:lnTo>
                    <a:pt x="30752" y="0"/>
                  </a:lnTo>
                  <a:lnTo>
                    <a:pt x="595077" y="169990"/>
                  </a:lnTo>
                  <a:lnTo>
                    <a:pt x="590306" y="185897"/>
                  </a:lnTo>
                  <a:cubicBezTo>
                    <a:pt x="588692" y="191174"/>
                    <a:pt x="586929" y="196452"/>
                    <a:pt x="585241" y="201657"/>
                  </a:cubicBezTo>
                  <a:lnTo>
                    <a:pt x="574967" y="233177"/>
                  </a:lnTo>
                  <a:cubicBezTo>
                    <a:pt x="571590" y="243733"/>
                    <a:pt x="567700" y="254069"/>
                    <a:pt x="564104" y="264551"/>
                  </a:cubicBezTo>
                  <a:cubicBezTo>
                    <a:pt x="560361" y="274960"/>
                    <a:pt x="556838" y="285442"/>
                    <a:pt x="552949" y="295778"/>
                  </a:cubicBezTo>
                  <a:close/>
                </a:path>
              </a:pathLst>
            </a:custGeom>
            <a:solidFill>
              <a:srgbClr val="B68A74"/>
            </a:solidFill>
            <a:ln w="0" cap="flat">
              <a:noFill/>
              <a:prstDash val="solid"/>
              <a:miter/>
            </a:ln>
          </p:spPr>
          <p:txBody>
            <a:bodyPr rtlCol="0" anchor="ctr"/>
            <a:lstStyle/>
            <a:p>
              <a:endParaRPr lang="en-US"/>
            </a:p>
          </p:txBody>
        </p:sp>
        <p:sp>
          <p:nvSpPr>
            <p:cNvPr id="143" name="Freeform 142">
              <a:extLst>
                <a:ext uri="{FF2B5EF4-FFF2-40B4-BE49-F238E27FC236}">
                  <a16:creationId xmlns:a16="http://schemas.microsoft.com/office/drawing/2014/main" id="{528D266C-9C3E-370F-2DB0-887E0D77E1A2}"/>
                </a:ext>
              </a:extLst>
            </p:cNvPr>
            <p:cNvSpPr/>
            <p:nvPr/>
          </p:nvSpPr>
          <p:spPr>
            <a:xfrm>
              <a:off x="11095725" y="4130939"/>
              <a:ext cx="558379" cy="295778"/>
            </a:xfrm>
            <a:custGeom>
              <a:avLst/>
              <a:gdLst>
                <a:gd name="connsiteX0" fmla="*/ 552875 w 558379"/>
                <a:gd name="connsiteY0" fmla="*/ 295705 h 295778"/>
                <a:gd name="connsiteX1" fmla="*/ 0 w 558379"/>
                <a:gd name="connsiteY1" fmla="*/ 91775 h 295778"/>
                <a:gd name="connsiteX2" fmla="*/ 8147 w 558379"/>
                <a:gd name="connsiteY2" fmla="*/ 68978 h 295778"/>
                <a:gd name="connsiteX3" fmla="*/ 16074 w 558379"/>
                <a:gd name="connsiteY3" fmla="*/ 46107 h 295778"/>
                <a:gd name="connsiteX4" fmla="*/ 23560 w 558379"/>
                <a:gd name="connsiteY4" fmla="*/ 23090 h 295778"/>
                <a:gd name="connsiteX5" fmla="*/ 27302 w 558379"/>
                <a:gd name="connsiteY5" fmla="*/ 11582 h 295778"/>
                <a:gd name="connsiteX6" fmla="*/ 30752 w 558379"/>
                <a:gd name="connsiteY6" fmla="*/ 0 h 295778"/>
                <a:gd name="connsiteX7" fmla="*/ 47046 w 558379"/>
                <a:gd name="connsiteY7" fmla="*/ 4911 h 295778"/>
                <a:gd name="connsiteX8" fmla="*/ 19963 w 558379"/>
                <a:gd name="connsiteY8" fmla="*/ 86717 h 295778"/>
                <a:gd name="connsiteX9" fmla="*/ 558380 w 558379"/>
                <a:gd name="connsiteY9" fmla="*/ 280824 h 295778"/>
                <a:gd name="connsiteX10" fmla="*/ 552949 w 558379"/>
                <a:gd name="connsiteY10" fmla="*/ 295778 h 2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8379" h="295778">
                  <a:moveTo>
                    <a:pt x="552875" y="295705"/>
                  </a:moveTo>
                  <a:lnTo>
                    <a:pt x="0" y="91775"/>
                  </a:lnTo>
                  <a:cubicBezTo>
                    <a:pt x="2936" y="84225"/>
                    <a:pt x="5431" y="76528"/>
                    <a:pt x="8147" y="68978"/>
                  </a:cubicBezTo>
                  <a:cubicBezTo>
                    <a:pt x="10789" y="61355"/>
                    <a:pt x="13651" y="53804"/>
                    <a:pt x="16074" y="46107"/>
                  </a:cubicBezTo>
                  <a:lnTo>
                    <a:pt x="23560" y="23090"/>
                  </a:lnTo>
                  <a:cubicBezTo>
                    <a:pt x="24807" y="19279"/>
                    <a:pt x="26129" y="15394"/>
                    <a:pt x="27302" y="11582"/>
                  </a:cubicBezTo>
                  <a:lnTo>
                    <a:pt x="30752" y="0"/>
                  </a:lnTo>
                  <a:lnTo>
                    <a:pt x="47046" y="4911"/>
                  </a:lnTo>
                  <a:cubicBezTo>
                    <a:pt x="38826" y="32400"/>
                    <a:pt x="29651" y="59669"/>
                    <a:pt x="19963" y="86717"/>
                  </a:cubicBezTo>
                  <a:lnTo>
                    <a:pt x="558380" y="280824"/>
                  </a:lnTo>
                  <a:cubicBezTo>
                    <a:pt x="556619" y="285809"/>
                    <a:pt x="554856" y="290867"/>
                    <a:pt x="552949" y="295778"/>
                  </a:cubicBezTo>
                  <a:close/>
                </a:path>
              </a:pathLst>
            </a:custGeom>
            <a:solidFill>
              <a:srgbClr val="A3715E"/>
            </a:solidFill>
            <a:ln w="0" cap="flat">
              <a:noFill/>
              <a:prstDash val="solid"/>
              <a:miter/>
            </a:ln>
          </p:spPr>
          <p:txBody>
            <a:bodyPr rtlCol="0" anchor="ctr"/>
            <a:lstStyle/>
            <a:p>
              <a:endParaRPr lang="en-US"/>
            </a:p>
          </p:txBody>
        </p:sp>
        <p:sp>
          <p:nvSpPr>
            <p:cNvPr id="144" name="Freeform 143">
              <a:extLst>
                <a:ext uri="{FF2B5EF4-FFF2-40B4-BE49-F238E27FC236}">
                  <a16:creationId xmlns:a16="http://schemas.microsoft.com/office/drawing/2014/main" id="{13F0AF6E-71ED-132C-3D41-C6013B85E040}"/>
                </a:ext>
              </a:extLst>
            </p:cNvPr>
            <p:cNvSpPr/>
            <p:nvPr/>
          </p:nvSpPr>
          <p:spPr>
            <a:xfrm>
              <a:off x="11014332" y="4318815"/>
              <a:ext cx="580544" cy="358965"/>
            </a:xfrm>
            <a:custGeom>
              <a:avLst/>
              <a:gdLst>
                <a:gd name="connsiteX0" fmla="*/ 522930 w 580544"/>
                <a:gd name="connsiteY0" fmla="*/ 358965 h 358965"/>
                <a:gd name="connsiteX1" fmla="*/ 0 w 580544"/>
                <a:gd name="connsiteY1" fmla="*/ 87377 h 358965"/>
                <a:gd name="connsiteX2" fmla="*/ 11009 w 580544"/>
                <a:gd name="connsiteY2" fmla="*/ 65753 h 358965"/>
                <a:gd name="connsiteX3" fmla="*/ 21798 w 580544"/>
                <a:gd name="connsiteY3" fmla="*/ 44055 h 358965"/>
                <a:gd name="connsiteX4" fmla="*/ 32073 w 580544"/>
                <a:gd name="connsiteY4" fmla="*/ 22064 h 358965"/>
                <a:gd name="connsiteX5" fmla="*/ 42128 w 580544"/>
                <a:gd name="connsiteY5" fmla="*/ 0 h 358965"/>
                <a:gd name="connsiteX6" fmla="*/ 580544 w 580544"/>
                <a:gd name="connsiteY6" fmla="*/ 239408 h 358965"/>
                <a:gd name="connsiteX7" fmla="*/ 566820 w 580544"/>
                <a:gd name="connsiteY7" fmla="*/ 269609 h 358965"/>
                <a:gd name="connsiteX8" fmla="*/ 552728 w 580544"/>
                <a:gd name="connsiteY8" fmla="*/ 299663 h 358965"/>
                <a:gd name="connsiteX9" fmla="*/ 537976 w 580544"/>
                <a:gd name="connsiteY9" fmla="*/ 329351 h 358965"/>
                <a:gd name="connsiteX10" fmla="*/ 522930 w 580544"/>
                <a:gd name="connsiteY10" fmla="*/ 358892 h 35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0544" h="358965">
                  <a:moveTo>
                    <a:pt x="522930" y="358965"/>
                  </a:moveTo>
                  <a:lnTo>
                    <a:pt x="0" y="87377"/>
                  </a:lnTo>
                  <a:cubicBezTo>
                    <a:pt x="3890" y="80267"/>
                    <a:pt x="7413" y="73010"/>
                    <a:pt x="11009" y="65753"/>
                  </a:cubicBezTo>
                  <a:lnTo>
                    <a:pt x="21798" y="44055"/>
                  </a:lnTo>
                  <a:lnTo>
                    <a:pt x="32073" y="22064"/>
                  </a:lnTo>
                  <a:cubicBezTo>
                    <a:pt x="35522" y="14734"/>
                    <a:pt x="38972" y="7477"/>
                    <a:pt x="42128" y="0"/>
                  </a:cubicBezTo>
                  <a:lnTo>
                    <a:pt x="580544" y="239408"/>
                  </a:lnTo>
                  <a:cubicBezTo>
                    <a:pt x="576214" y="249597"/>
                    <a:pt x="571443" y="259566"/>
                    <a:pt x="566820" y="269609"/>
                  </a:cubicBezTo>
                  <a:lnTo>
                    <a:pt x="552728" y="299663"/>
                  </a:lnTo>
                  <a:lnTo>
                    <a:pt x="537976" y="329351"/>
                  </a:lnTo>
                  <a:cubicBezTo>
                    <a:pt x="533059" y="339247"/>
                    <a:pt x="528141" y="349143"/>
                    <a:pt x="522930" y="358892"/>
                  </a:cubicBezTo>
                  <a:close/>
                </a:path>
              </a:pathLst>
            </a:custGeom>
            <a:solidFill>
              <a:srgbClr val="B68A74"/>
            </a:solidFill>
            <a:ln w="0" cap="flat">
              <a:noFill/>
              <a:prstDash val="solid"/>
              <a:miter/>
            </a:ln>
          </p:spPr>
          <p:txBody>
            <a:bodyPr rtlCol="0" anchor="ctr"/>
            <a:lstStyle/>
            <a:p>
              <a:endParaRPr lang="en-US"/>
            </a:p>
          </p:txBody>
        </p:sp>
        <p:sp>
          <p:nvSpPr>
            <p:cNvPr id="145" name="Freeform 144">
              <a:extLst>
                <a:ext uri="{FF2B5EF4-FFF2-40B4-BE49-F238E27FC236}">
                  <a16:creationId xmlns:a16="http://schemas.microsoft.com/office/drawing/2014/main" id="{78D9EF2F-47F4-5FA6-9810-4664F455FC6E}"/>
                </a:ext>
              </a:extLst>
            </p:cNvPr>
            <p:cNvSpPr/>
            <p:nvPr/>
          </p:nvSpPr>
          <p:spPr>
            <a:xfrm>
              <a:off x="11014332" y="4318815"/>
              <a:ext cx="530416" cy="358965"/>
            </a:xfrm>
            <a:custGeom>
              <a:avLst/>
              <a:gdLst>
                <a:gd name="connsiteX0" fmla="*/ 522930 w 530416"/>
                <a:gd name="connsiteY0" fmla="*/ 358965 h 358965"/>
                <a:gd name="connsiteX1" fmla="*/ 0 w 530416"/>
                <a:gd name="connsiteY1" fmla="*/ 87377 h 358965"/>
                <a:gd name="connsiteX2" fmla="*/ 11009 w 530416"/>
                <a:gd name="connsiteY2" fmla="*/ 65753 h 358965"/>
                <a:gd name="connsiteX3" fmla="*/ 21798 w 530416"/>
                <a:gd name="connsiteY3" fmla="*/ 44055 h 358965"/>
                <a:gd name="connsiteX4" fmla="*/ 32073 w 530416"/>
                <a:gd name="connsiteY4" fmla="*/ 22064 h 358965"/>
                <a:gd name="connsiteX5" fmla="*/ 42128 w 530416"/>
                <a:gd name="connsiteY5" fmla="*/ 0 h 358965"/>
                <a:gd name="connsiteX6" fmla="*/ 57687 w 530416"/>
                <a:gd name="connsiteY6" fmla="*/ 6890 h 358965"/>
                <a:gd name="connsiteX7" fmla="*/ 53357 w 530416"/>
                <a:gd name="connsiteY7" fmla="*/ 16786 h 358965"/>
                <a:gd name="connsiteX8" fmla="*/ 48807 w 530416"/>
                <a:gd name="connsiteY8" fmla="*/ 26536 h 358965"/>
                <a:gd name="connsiteX9" fmla="*/ 39706 w 530416"/>
                <a:gd name="connsiteY9" fmla="*/ 46034 h 358965"/>
                <a:gd name="connsiteX10" fmla="*/ 30238 w 530416"/>
                <a:gd name="connsiteY10" fmla="*/ 65386 h 358965"/>
                <a:gd name="connsiteX11" fmla="*/ 20623 w 530416"/>
                <a:gd name="connsiteY11" fmla="*/ 84665 h 358965"/>
                <a:gd name="connsiteX12" fmla="*/ 530417 w 530416"/>
                <a:gd name="connsiteY12" fmla="*/ 344671 h 358965"/>
                <a:gd name="connsiteX13" fmla="*/ 523004 w 530416"/>
                <a:gd name="connsiteY13" fmla="*/ 358819 h 35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0416" h="358965">
                  <a:moveTo>
                    <a:pt x="522930" y="358965"/>
                  </a:moveTo>
                  <a:lnTo>
                    <a:pt x="0" y="87377"/>
                  </a:lnTo>
                  <a:cubicBezTo>
                    <a:pt x="3890" y="80267"/>
                    <a:pt x="7413" y="73010"/>
                    <a:pt x="11009" y="65753"/>
                  </a:cubicBezTo>
                  <a:lnTo>
                    <a:pt x="21798" y="44055"/>
                  </a:lnTo>
                  <a:lnTo>
                    <a:pt x="32073" y="22064"/>
                  </a:lnTo>
                  <a:cubicBezTo>
                    <a:pt x="35522" y="14734"/>
                    <a:pt x="38972" y="7477"/>
                    <a:pt x="42128" y="0"/>
                  </a:cubicBezTo>
                  <a:lnTo>
                    <a:pt x="57687" y="6890"/>
                  </a:lnTo>
                  <a:cubicBezTo>
                    <a:pt x="56220" y="10189"/>
                    <a:pt x="54825" y="13488"/>
                    <a:pt x="53357" y="16786"/>
                  </a:cubicBezTo>
                  <a:lnTo>
                    <a:pt x="48807" y="26536"/>
                  </a:lnTo>
                  <a:lnTo>
                    <a:pt x="39706" y="46034"/>
                  </a:lnTo>
                  <a:cubicBezTo>
                    <a:pt x="36770" y="52558"/>
                    <a:pt x="33394" y="58936"/>
                    <a:pt x="30238" y="65386"/>
                  </a:cubicBezTo>
                  <a:lnTo>
                    <a:pt x="20623" y="84665"/>
                  </a:lnTo>
                  <a:lnTo>
                    <a:pt x="530417" y="344671"/>
                  </a:lnTo>
                  <a:cubicBezTo>
                    <a:pt x="528067" y="349436"/>
                    <a:pt x="525499" y="354054"/>
                    <a:pt x="523004" y="358819"/>
                  </a:cubicBezTo>
                  <a:close/>
                </a:path>
              </a:pathLst>
            </a:custGeom>
            <a:solidFill>
              <a:srgbClr val="A3715E"/>
            </a:solidFill>
            <a:ln w="0" cap="flat">
              <a:noFill/>
              <a:prstDash val="solid"/>
              <a:miter/>
            </a:ln>
          </p:spPr>
          <p:txBody>
            <a:bodyPr rtlCol="0" anchor="ctr"/>
            <a:lstStyle/>
            <a:p>
              <a:endParaRPr lang="en-US"/>
            </a:p>
          </p:txBody>
        </p:sp>
        <p:sp>
          <p:nvSpPr>
            <p:cNvPr id="146" name="Freeform 145">
              <a:extLst>
                <a:ext uri="{FF2B5EF4-FFF2-40B4-BE49-F238E27FC236}">
                  <a16:creationId xmlns:a16="http://schemas.microsoft.com/office/drawing/2014/main" id="{541D7E95-E5CE-8B1B-64B6-B93070AE4CC1}"/>
                </a:ext>
              </a:extLst>
            </p:cNvPr>
            <p:cNvSpPr/>
            <p:nvPr/>
          </p:nvSpPr>
          <p:spPr>
            <a:xfrm>
              <a:off x="10900939" y="4511089"/>
              <a:ext cx="554635" cy="420539"/>
            </a:xfrm>
            <a:custGeom>
              <a:avLst/>
              <a:gdLst>
                <a:gd name="connsiteX0" fmla="*/ 481463 w 554635"/>
                <a:gd name="connsiteY0" fmla="*/ 420540 h 420539"/>
                <a:gd name="connsiteX1" fmla="*/ 0 w 554635"/>
                <a:gd name="connsiteY1" fmla="*/ 80927 h 420539"/>
                <a:gd name="connsiteX2" fmla="*/ 27376 w 554635"/>
                <a:gd name="connsiteY2" fmla="*/ 40830 h 420539"/>
                <a:gd name="connsiteX3" fmla="*/ 40733 w 554635"/>
                <a:gd name="connsiteY3" fmla="*/ 20598 h 420539"/>
                <a:gd name="connsiteX4" fmla="*/ 53577 w 554635"/>
                <a:gd name="connsiteY4" fmla="*/ 0 h 420539"/>
                <a:gd name="connsiteX5" fmla="*/ 554636 w 554635"/>
                <a:gd name="connsiteY5" fmla="*/ 309999 h 420539"/>
                <a:gd name="connsiteX6" fmla="*/ 537021 w 554635"/>
                <a:gd name="connsiteY6" fmla="*/ 338074 h 420539"/>
                <a:gd name="connsiteX7" fmla="*/ 518820 w 554635"/>
                <a:gd name="connsiteY7" fmla="*/ 365782 h 420539"/>
                <a:gd name="connsiteX8" fmla="*/ 481463 w 554635"/>
                <a:gd name="connsiteY8" fmla="*/ 420540 h 42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4635" h="420539">
                  <a:moveTo>
                    <a:pt x="481463" y="420540"/>
                  </a:moveTo>
                  <a:lnTo>
                    <a:pt x="0" y="80927"/>
                  </a:lnTo>
                  <a:cubicBezTo>
                    <a:pt x="9174" y="67585"/>
                    <a:pt x="18641" y="54464"/>
                    <a:pt x="27376" y="40830"/>
                  </a:cubicBezTo>
                  <a:lnTo>
                    <a:pt x="40733" y="20598"/>
                  </a:lnTo>
                  <a:lnTo>
                    <a:pt x="53577" y="0"/>
                  </a:lnTo>
                  <a:lnTo>
                    <a:pt x="554636" y="309999"/>
                  </a:lnTo>
                  <a:lnTo>
                    <a:pt x="537021" y="338074"/>
                  </a:lnTo>
                  <a:lnTo>
                    <a:pt x="518820" y="365782"/>
                  </a:lnTo>
                  <a:cubicBezTo>
                    <a:pt x="506857" y="384328"/>
                    <a:pt x="494013" y="402288"/>
                    <a:pt x="481463" y="420540"/>
                  </a:cubicBezTo>
                  <a:close/>
                </a:path>
              </a:pathLst>
            </a:custGeom>
            <a:solidFill>
              <a:srgbClr val="B68A74"/>
            </a:solidFill>
            <a:ln w="0" cap="flat">
              <a:noFill/>
              <a:prstDash val="solid"/>
              <a:miter/>
            </a:ln>
          </p:spPr>
          <p:txBody>
            <a:bodyPr rtlCol="0" anchor="ctr"/>
            <a:lstStyle/>
            <a:p>
              <a:endParaRPr lang="en-US"/>
            </a:p>
          </p:txBody>
        </p:sp>
        <p:sp>
          <p:nvSpPr>
            <p:cNvPr id="147" name="Freeform 146">
              <a:extLst>
                <a:ext uri="{FF2B5EF4-FFF2-40B4-BE49-F238E27FC236}">
                  <a16:creationId xmlns:a16="http://schemas.microsoft.com/office/drawing/2014/main" id="{DDD4F4F5-233F-FB51-677F-BFE4987FB42F}"/>
                </a:ext>
              </a:extLst>
            </p:cNvPr>
            <p:cNvSpPr/>
            <p:nvPr/>
          </p:nvSpPr>
          <p:spPr>
            <a:xfrm>
              <a:off x="10900939" y="4511089"/>
              <a:ext cx="490489" cy="420539"/>
            </a:xfrm>
            <a:custGeom>
              <a:avLst/>
              <a:gdLst>
                <a:gd name="connsiteX0" fmla="*/ 481463 w 490489"/>
                <a:gd name="connsiteY0" fmla="*/ 420540 h 420539"/>
                <a:gd name="connsiteX1" fmla="*/ 0 w 490489"/>
                <a:gd name="connsiteY1" fmla="*/ 80927 h 420539"/>
                <a:gd name="connsiteX2" fmla="*/ 27376 w 490489"/>
                <a:gd name="connsiteY2" fmla="*/ 40830 h 420539"/>
                <a:gd name="connsiteX3" fmla="*/ 40733 w 490489"/>
                <a:gd name="connsiteY3" fmla="*/ 20598 h 420539"/>
                <a:gd name="connsiteX4" fmla="*/ 53577 w 490489"/>
                <a:gd name="connsiteY4" fmla="*/ 0 h 420539"/>
                <a:gd name="connsiteX5" fmla="*/ 68035 w 490489"/>
                <a:gd name="connsiteY5" fmla="*/ 8943 h 420539"/>
                <a:gd name="connsiteX6" fmla="*/ 56586 w 490489"/>
                <a:gd name="connsiteY6" fmla="*/ 27269 h 420539"/>
                <a:gd name="connsiteX7" fmla="*/ 44770 w 490489"/>
                <a:gd name="connsiteY7" fmla="*/ 45301 h 420539"/>
                <a:gd name="connsiteX8" fmla="*/ 32880 w 490489"/>
                <a:gd name="connsiteY8" fmla="*/ 63334 h 420539"/>
                <a:gd name="connsiteX9" fmla="*/ 20550 w 490489"/>
                <a:gd name="connsiteY9" fmla="*/ 81073 h 420539"/>
                <a:gd name="connsiteX10" fmla="*/ 490490 w 490489"/>
                <a:gd name="connsiteY10" fmla="*/ 407492 h 420539"/>
                <a:gd name="connsiteX11" fmla="*/ 481389 w 490489"/>
                <a:gd name="connsiteY11" fmla="*/ 420540 h 42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0489" h="420539">
                  <a:moveTo>
                    <a:pt x="481463" y="420540"/>
                  </a:moveTo>
                  <a:lnTo>
                    <a:pt x="0" y="80927"/>
                  </a:lnTo>
                  <a:cubicBezTo>
                    <a:pt x="9174" y="67585"/>
                    <a:pt x="18641" y="54464"/>
                    <a:pt x="27376" y="40830"/>
                  </a:cubicBezTo>
                  <a:lnTo>
                    <a:pt x="40733" y="20598"/>
                  </a:lnTo>
                  <a:lnTo>
                    <a:pt x="53577" y="0"/>
                  </a:lnTo>
                  <a:lnTo>
                    <a:pt x="68035" y="8943"/>
                  </a:lnTo>
                  <a:lnTo>
                    <a:pt x="56586" y="27269"/>
                  </a:lnTo>
                  <a:cubicBezTo>
                    <a:pt x="52770" y="33353"/>
                    <a:pt x="48660" y="39291"/>
                    <a:pt x="44770" y="45301"/>
                  </a:cubicBezTo>
                  <a:lnTo>
                    <a:pt x="32880" y="63334"/>
                  </a:lnTo>
                  <a:lnTo>
                    <a:pt x="20550" y="81073"/>
                  </a:lnTo>
                  <a:lnTo>
                    <a:pt x="490490" y="407492"/>
                  </a:lnTo>
                  <a:lnTo>
                    <a:pt x="481389" y="420540"/>
                  </a:lnTo>
                  <a:close/>
                </a:path>
              </a:pathLst>
            </a:custGeom>
            <a:solidFill>
              <a:srgbClr val="A3715E"/>
            </a:solidFill>
            <a:ln w="0" cap="flat">
              <a:noFill/>
              <a:prstDash val="solid"/>
              <a:miter/>
            </a:ln>
          </p:spPr>
          <p:txBody>
            <a:bodyPr rtlCol="0" anchor="ctr"/>
            <a:lstStyle/>
            <a:p>
              <a:endParaRPr lang="en-US"/>
            </a:p>
          </p:txBody>
        </p:sp>
        <p:sp>
          <p:nvSpPr>
            <p:cNvPr id="148" name="Freeform 147">
              <a:extLst>
                <a:ext uri="{FF2B5EF4-FFF2-40B4-BE49-F238E27FC236}">
                  <a16:creationId xmlns:a16="http://schemas.microsoft.com/office/drawing/2014/main" id="{EB860094-967F-96C9-69D0-14F91FC1A32A}"/>
                </a:ext>
              </a:extLst>
            </p:cNvPr>
            <p:cNvSpPr/>
            <p:nvPr/>
          </p:nvSpPr>
          <p:spPr>
            <a:xfrm>
              <a:off x="10763472" y="4688042"/>
              <a:ext cx="518894" cy="474124"/>
            </a:xfrm>
            <a:custGeom>
              <a:avLst/>
              <a:gdLst>
                <a:gd name="connsiteX0" fmla="*/ 431335 w 518894"/>
                <a:gd name="connsiteY0" fmla="*/ 474124 h 474124"/>
                <a:gd name="connsiteX1" fmla="*/ 0 w 518894"/>
                <a:gd name="connsiteY1" fmla="*/ 72936 h 474124"/>
                <a:gd name="connsiteX2" fmla="*/ 64219 w 518894"/>
                <a:gd name="connsiteY2" fmla="*/ 0 h 474124"/>
                <a:gd name="connsiteX3" fmla="*/ 518894 w 518894"/>
                <a:gd name="connsiteY3" fmla="*/ 374579 h 474124"/>
                <a:gd name="connsiteX4" fmla="*/ 431408 w 518894"/>
                <a:gd name="connsiteY4" fmla="*/ 474051 h 474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894" h="474124">
                  <a:moveTo>
                    <a:pt x="431335" y="474124"/>
                  </a:moveTo>
                  <a:lnTo>
                    <a:pt x="0" y="72936"/>
                  </a:lnTo>
                  <a:cubicBezTo>
                    <a:pt x="22239" y="49406"/>
                    <a:pt x="43302" y="24776"/>
                    <a:pt x="64219" y="0"/>
                  </a:cubicBezTo>
                  <a:lnTo>
                    <a:pt x="518894" y="374579"/>
                  </a:lnTo>
                  <a:cubicBezTo>
                    <a:pt x="490491" y="408445"/>
                    <a:pt x="461720" y="441944"/>
                    <a:pt x="431408" y="474051"/>
                  </a:cubicBezTo>
                  <a:close/>
                </a:path>
              </a:pathLst>
            </a:custGeom>
            <a:solidFill>
              <a:srgbClr val="B68A74"/>
            </a:solidFill>
            <a:ln w="0" cap="flat">
              <a:noFill/>
              <a:prstDash val="solid"/>
              <a:miter/>
            </a:ln>
          </p:spPr>
          <p:txBody>
            <a:bodyPr rtlCol="0" anchor="ctr"/>
            <a:lstStyle/>
            <a:p>
              <a:endParaRPr lang="en-US"/>
            </a:p>
          </p:txBody>
        </p:sp>
        <p:sp>
          <p:nvSpPr>
            <p:cNvPr id="149" name="Freeform 148">
              <a:extLst>
                <a:ext uri="{FF2B5EF4-FFF2-40B4-BE49-F238E27FC236}">
                  <a16:creationId xmlns:a16="http://schemas.microsoft.com/office/drawing/2014/main" id="{50BA9973-6761-88C8-8E89-BD2DA91ADFFE}"/>
                </a:ext>
              </a:extLst>
            </p:cNvPr>
            <p:cNvSpPr/>
            <p:nvPr/>
          </p:nvSpPr>
          <p:spPr>
            <a:xfrm>
              <a:off x="10763472" y="4688042"/>
              <a:ext cx="442270" cy="474124"/>
            </a:xfrm>
            <a:custGeom>
              <a:avLst/>
              <a:gdLst>
                <a:gd name="connsiteX0" fmla="*/ 431335 w 442270"/>
                <a:gd name="connsiteY0" fmla="*/ 474124 h 474124"/>
                <a:gd name="connsiteX1" fmla="*/ 0 w 442270"/>
                <a:gd name="connsiteY1" fmla="*/ 72936 h 474124"/>
                <a:gd name="connsiteX2" fmla="*/ 64219 w 442270"/>
                <a:gd name="connsiteY2" fmla="*/ 0 h 474124"/>
                <a:gd name="connsiteX3" fmla="*/ 77357 w 442270"/>
                <a:gd name="connsiteY3" fmla="*/ 10776 h 474124"/>
                <a:gd name="connsiteX4" fmla="*/ 49395 w 442270"/>
                <a:gd name="connsiteY4" fmla="*/ 43689 h 474124"/>
                <a:gd name="connsiteX5" fmla="*/ 35009 w 442270"/>
                <a:gd name="connsiteY5" fmla="*/ 59815 h 474124"/>
                <a:gd name="connsiteX6" fmla="*/ 20551 w 442270"/>
                <a:gd name="connsiteY6" fmla="*/ 75869 h 474124"/>
                <a:gd name="connsiteX7" fmla="*/ 442271 w 442270"/>
                <a:gd name="connsiteY7" fmla="*/ 462396 h 474124"/>
                <a:gd name="connsiteX8" fmla="*/ 431408 w 442270"/>
                <a:gd name="connsiteY8" fmla="*/ 474051 h 47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2270" h="474124">
                  <a:moveTo>
                    <a:pt x="431335" y="474124"/>
                  </a:moveTo>
                  <a:lnTo>
                    <a:pt x="0" y="72936"/>
                  </a:lnTo>
                  <a:cubicBezTo>
                    <a:pt x="22239" y="49406"/>
                    <a:pt x="43302" y="24776"/>
                    <a:pt x="64219" y="0"/>
                  </a:cubicBezTo>
                  <a:lnTo>
                    <a:pt x="77357" y="10776"/>
                  </a:lnTo>
                  <a:cubicBezTo>
                    <a:pt x="68036" y="21698"/>
                    <a:pt x="58788" y="32840"/>
                    <a:pt x="49395" y="43689"/>
                  </a:cubicBezTo>
                  <a:lnTo>
                    <a:pt x="35009" y="59815"/>
                  </a:lnTo>
                  <a:cubicBezTo>
                    <a:pt x="30238" y="65166"/>
                    <a:pt x="25542" y="70664"/>
                    <a:pt x="20551" y="75869"/>
                  </a:cubicBezTo>
                  <a:lnTo>
                    <a:pt x="442271" y="462396"/>
                  </a:lnTo>
                  <a:lnTo>
                    <a:pt x="431408" y="474051"/>
                  </a:lnTo>
                  <a:close/>
                </a:path>
              </a:pathLst>
            </a:custGeom>
            <a:solidFill>
              <a:srgbClr val="A3715E"/>
            </a:solidFill>
            <a:ln w="0" cap="flat">
              <a:noFill/>
              <a:prstDash val="solid"/>
              <a:miter/>
            </a:ln>
          </p:spPr>
          <p:txBody>
            <a:bodyPr rtlCol="0" anchor="ctr"/>
            <a:lstStyle/>
            <a:p>
              <a:endParaRPr lang="en-US"/>
            </a:p>
          </p:txBody>
        </p:sp>
        <p:sp>
          <p:nvSpPr>
            <p:cNvPr id="150" name="Freeform 149">
              <a:extLst>
                <a:ext uri="{FF2B5EF4-FFF2-40B4-BE49-F238E27FC236}">
                  <a16:creationId xmlns:a16="http://schemas.microsoft.com/office/drawing/2014/main" id="{BA092B71-DB7B-32AA-8EFF-1C7CC2C12343}"/>
                </a:ext>
              </a:extLst>
            </p:cNvPr>
            <p:cNvSpPr/>
            <p:nvPr/>
          </p:nvSpPr>
          <p:spPr>
            <a:xfrm>
              <a:off x="10617345" y="4834868"/>
              <a:ext cx="477352" cy="516053"/>
            </a:xfrm>
            <a:custGeom>
              <a:avLst/>
              <a:gdLst>
                <a:gd name="connsiteX0" fmla="*/ 378271 w 477352"/>
                <a:gd name="connsiteY0" fmla="*/ 515981 h 516053"/>
                <a:gd name="connsiteX1" fmla="*/ 0 w 477352"/>
                <a:gd name="connsiteY1" fmla="*/ 64507 h 516053"/>
                <a:gd name="connsiteX2" fmla="*/ 18568 w 477352"/>
                <a:gd name="connsiteY2" fmla="*/ 48820 h 516053"/>
                <a:gd name="connsiteX3" fmla="*/ 36770 w 477352"/>
                <a:gd name="connsiteY3" fmla="*/ 32767 h 516053"/>
                <a:gd name="connsiteX4" fmla="*/ 72659 w 477352"/>
                <a:gd name="connsiteY4" fmla="*/ 0 h 516053"/>
                <a:gd name="connsiteX5" fmla="*/ 477352 w 477352"/>
                <a:gd name="connsiteY5" fmla="*/ 428017 h 516053"/>
                <a:gd name="connsiteX6" fmla="*/ 428473 w 477352"/>
                <a:gd name="connsiteY6" fmla="*/ 472732 h 516053"/>
                <a:gd name="connsiteX7" fmla="*/ 403592 w 477352"/>
                <a:gd name="connsiteY7" fmla="*/ 494649 h 516053"/>
                <a:gd name="connsiteX8" fmla="*/ 378271 w 477352"/>
                <a:gd name="connsiteY8" fmla="*/ 516054 h 516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352" h="516053">
                  <a:moveTo>
                    <a:pt x="378271" y="515981"/>
                  </a:moveTo>
                  <a:lnTo>
                    <a:pt x="0" y="64507"/>
                  </a:lnTo>
                  <a:lnTo>
                    <a:pt x="18568" y="48820"/>
                  </a:lnTo>
                  <a:cubicBezTo>
                    <a:pt x="24734" y="43542"/>
                    <a:pt x="30678" y="38117"/>
                    <a:pt x="36770" y="32767"/>
                  </a:cubicBezTo>
                  <a:cubicBezTo>
                    <a:pt x="49026" y="22137"/>
                    <a:pt x="60769" y="10995"/>
                    <a:pt x="72659" y="0"/>
                  </a:cubicBezTo>
                  <a:lnTo>
                    <a:pt x="477352" y="428017"/>
                  </a:lnTo>
                  <a:cubicBezTo>
                    <a:pt x="461206" y="443044"/>
                    <a:pt x="445132" y="458218"/>
                    <a:pt x="428473" y="472732"/>
                  </a:cubicBezTo>
                  <a:cubicBezTo>
                    <a:pt x="420179" y="480062"/>
                    <a:pt x="412032" y="487466"/>
                    <a:pt x="403592" y="494649"/>
                  </a:cubicBezTo>
                  <a:lnTo>
                    <a:pt x="378271" y="516054"/>
                  </a:lnTo>
                  <a:close/>
                </a:path>
              </a:pathLst>
            </a:custGeom>
            <a:solidFill>
              <a:srgbClr val="B68A74"/>
            </a:solidFill>
            <a:ln w="0" cap="flat">
              <a:noFill/>
              <a:prstDash val="solid"/>
              <a:miter/>
            </a:ln>
          </p:spPr>
          <p:txBody>
            <a:bodyPr rtlCol="0" anchor="ctr"/>
            <a:lstStyle/>
            <a:p>
              <a:endParaRPr lang="en-US"/>
            </a:p>
          </p:txBody>
        </p:sp>
        <p:sp>
          <p:nvSpPr>
            <p:cNvPr id="151" name="Freeform 150">
              <a:extLst>
                <a:ext uri="{FF2B5EF4-FFF2-40B4-BE49-F238E27FC236}">
                  <a16:creationId xmlns:a16="http://schemas.microsoft.com/office/drawing/2014/main" id="{C5AC3462-07A5-992A-0EC5-F398DCB57424}"/>
                </a:ext>
              </a:extLst>
            </p:cNvPr>
            <p:cNvSpPr/>
            <p:nvPr/>
          </p:nvSpPr>
          <p:spPr>
            <a:xfrm>
              <a:off x="10617345" y="4834868"/>
              <a:ext cx="390380" cy="515980"/>
            </a:xfrm>
            <a:custGeom>
              <a:avLst/>
              <a:gdLst>
                <a:gd name="connsiteX0" fmla="*/ 378271 w 390380"/>
                <a:gd name="connsiteY0" fmla="*/ 515981 h 515980"/>
                <a:gd name="connsiteX1" fmla="*/ 0 w 390380"/>
                <a:gd name="connsiteY1" fmla="*/ 64507 h 515980"/>
                <a:gd name="connsiteX2" fmla="*/ 18568 w 390380"/>
                <a:gd name="connsiteY2" fmla="*/ 48820 h 515980"/>
                <a:gd name="connsiteX3" fmla="*/ 36770 w 390380"/>
                <a:gd name="connsiteY3" fmla="*/ 32767 h 515980"/>
                <a:gd name="connsiteX4" fmla="*/ 72659 w 390380"/>
                <a:gd name="connsiteY4" fmla="*/ 0 h 515980"/>
                <a:gd name="connsiteX5" fmla="*/ 84329 w 390380"/>
                <a:gd name="connsiteY5" fmla="*/ 12315 h 515980"/>
                <a:gd name="connsiteX6" fmla="*/ 68476 w 390380"/>
                <a:gd name="connsiteY6" fmla="*/ 27049 h 515980"/>
                <a:gd name="connsiteX7" fmla="*/ 60550 w 390380"/>
                <a:gd name="connsiteY7" fmla="*/ 34379 h 515980"/>
                <a:gd name="connsiteX8" fmla="*/ 52476 w 390380"/>
                <a:gd name="connsiteY8" fmla="*/ 41563 h 515980"/>
                <a:gd name="connsiteX9" fmla="*/ 19889 w 390380"/>
                <a:gd name="connsiteY9" fmla="*/ 69931 h 515980"/>
                <a:gd name="connsiteX10" fmla="*/ 390381 w 390380"/>
                <a:gd name="connsiteY10" fmla="*/ 505718 h 515980"/>
                <a:gd name="connsiteX11" fmla="*/ 378197 w 390380"/>
                <a:gd name="connsiteY11" fmla="*/ 515981 h 51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0380" h="515980">
                  <a:moveTo>
                    <a:pt x="378271" y="515981"/>
                  </a:moveTo>
                  <a:lnTo>
                    <a:pt x="0" y="64507"/>
                  </a:lnTo>
                  <a:lnTo>
                    <a:pt x="18568" y="48820"/>
                  </a:lnTo>
                  <a:cubicBezTo>
                    <a:pt x="24734" y="43542"/>
                    <a:pt x="30678" y="38117"/>
                    <a:pt x="36770" y="32767"/>
                  </a:cubicBezTo>
                  <a:cubicBezTo>
                    <a:pt x="49026" y="22137"/>
                    <a:pt x="60769" y="10995"/>
                    <a:pt x="72659" y="0"/>
                  </a:cubicBezTo>
                  <a:lnTo>
                    <a:pt x="84329" y="12315"/>
                  </a:lnTo>
                  <a:lnTo>
                    <a:pt x="68476" y="27049"/>
                  </a:lnTo>
                  <a:cubicBezTo>
                    <a:pt x="65834" y="29468"/>
                    <a:pt x="63265" y="31960"/>
                    <a:pt x="60550" y="34379"/>
                  </a:cubicBezTo>
                  <a:lnTo>
                    <a:pt x="52476" y="41563"/>
                  </a:lnTo>
                  <a:cubicBezTo>
                    <a:pt x="41687" y="51092"/>
                    <a:pt x="30972" y="60768"/>
                    <a:pt x="19889" y="69931"/>
                  </a:cubicBezTo>
                  <a:lnTo>
                    <a:pt x="390381" y="505718"/>
                  </a:lnTo>
                  <a:lnTo>
                    <a:pt x="378197" y="515981"/>
                  </a:lnTo>
                  <a:close/>
                </a:path>
              </a:pathLst>
            </a:custGeom>
            <a:solidFill>
              <a:srgbClr val="A3715E"/>
            </a:solidFill>
            <a:ln w="0" cap="flat">
              <a:noFill/>
              <a:prstDash val="solid"/>
              <a:miter/>
            </a:ln>
          </p:spPr>
          <p:txBody>
            <a:bodyPr rtlCol="0" anchor="ctr"/>
            <a:lstStyle/>
            <a:p>
              <a:endParaRPr lang="en-US"/>
            </a:p>
          </p:txBody>
        </p:sp>
        <p:sp>
          <p:nvSpPr>
            <p:cNvPr id="152" name="Freeform 151">
              <a:extLst>
                <a:ext uri="{FF2B5EF4-FFF2-40B4-BE49-F238E27FC236}">
                  <a16:creationId xmlns:a16="http://schemas.microsoft.com/office/drawing/2014/main" id="{CB63529D-5ACF-5C75-8902-21F6137694B7}"/>
                </a:ext>
              </a:extLst>
            </p:cNvPr>
            <p:cNvSpPr/>
            <p:nvPr/>
          </p:nvSpPr>
          <p:spPr>
            <a:xfrm>
              <a:off x="10441200" y="4973411"/>
              <a:ext cx="424068" cy="552412"/>
            </a:xfrm>
            <a:custGeom>
              <a:avLst/>
              <a:gdLst>
                <a:gd name="connsiteX0" fmla="*/ 313905 w 424068"/>
                <a:gd name="connsiteY0" fmla="*/ 552339 h 552412"/>
                <a:gd name="connsiteX1" fmla="*/ 0 w 424068"/>
                <a:gd name="connsiteY1" fmla="*/ 54098 h 552412"/>
                <a:gd name="connsiteX2" fmla="*/ 10274 w 424068"/>
                <a:gd name="connsiteY2" fmla="*/ 47720 h 552412"/>
                <a:gd name="connsiteX3" fmla="*/ 20403 w 424068"/>
                <a:gd name="connsiteY3" fmla="*/ 41050 h 552412"/>
                <a:gd name="connsiteX4" fmla="*/ 40733 w 424068"/>
                <a:gd name="connsiteY4" fmla="*/ 27709 h 552412"/>
                <a:gd name="connsiteX5" fmla="*/ 60769 w 424068"/>
                <a:gd name="connsiteY5" fmla="*/ 13928 h 552412"/>
                <a:gd name="connsiteX6" fmla="*/ 70752 w 424068"/>
                <a:gd name="connsiteY6" fmla="*/ 7037 h 552412"/>
                <a:gd name="connsiteX7" fmla="*/ 75742 w 424068"/>
                <a:gd name="connsiteY7" fmla="*/ 3592 h 552412"/>
                <a:gd name="connsiteX8" fmla="*/ 80660 w 424068"/>
                <a:gd name="connsiteY8" fmla="*/ 0 h 552412"/>
                <a:gd name="connsiteX9" fmla="*/ 424068 w 424068"/>
                <a:gd name="connsiteY9" fmla="*/ 478449 h 552412"/>
                <a:gd name="connsiteX10" fmla="*/ 417390 w 424068"/>
                <a:gd name="connsiteY10" fmla="*/ 483288 h 552412"/>
                <a:gd name="connsiteX11" fmla="*/ 410564 w 424068"/>
                <a:gd name="connsiteY11" fmla="*/ 488052 h 552412"/>
                <a:gd name="connsiteX12" fmla="*/ 396913 w 424068"/>
                <a:gd name="connsiteY12" fmla="*/ 497508 h 552412"/>
                <a:gd name="connsiteX13" fmla="*/ 369611 w 424068"/>
                <a:gd name="connsiteY13" fmla="*/ 516274 h 552412"/>
                <a:gd name="connsiteX14" fmla="*/ 341941 w 424068"/>
                <a:gd name="connsiteY14" fmla="*/ 534526 h 552412"/>
                <a:gd name="connsiteX15" fmla="*/ 328070 w 424068"/>
                <a:gd name="connsiteY15" fmla="*/ 543616 h 552412"/>
                <a:gd name="connsiteX16" fmla="*/ 313978 w 424068"/>
                <a:gd name="connsiteY16" fmla="*/ 552412 h 552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068" h="552412">
                  <a:moveTo>
                    <a:pt x="313905" y="552339"/>
                  </a:moveTo>
                  <a:lnTo>
                    <a:pt x="0" y="54098"/>
                  </a:lnTo>
                  <a:lnTo>
                    <a:pt x="10274" y="47720"/>
                  </a:lnTo>
                  <a:cubicBezTo>
                    <a:pt x="13725" y="45521"/>
                    <a:pt x="17027" y="43249"/>
                    <a:pt x="20403" y="41050"/>
                  </a:cubicBezTo>
                  <a:lnTo>
                    <a:pt x="40733" y="27709"/>
                  </a:lnTo>
                  <a:cubicBezTo>
                    <a:pt x="47486" y="23237"/>
                    <a:pt x="54091" y="18546"/>
                    <a:pt x="60769" y="13928"/>
                  </a:cubicBezTo>
                  <a:lnTo>
                    <a:pt x="70752" y="7037"/>
                  </a:lnTo>
                  <a:lnTo>
                    <a:pt x="75742" y="3592"/>
                  </a:lnTo>
                  <a:lnTo>
                    <a:pt x="80660" y="0"/>
                  </a:lnTo>
                  <a:lnTo>
                    <a:pt x="424068" y="478449"/>
                  </a:lnTo>
                  <a:lnTo>
                    <a:pt x="417390" y="483288"/>
                  </a:lnTo>
                  <a:lnTo>
                    <a:pt x="410564" y="488052"/>
                  </a:lnTo>
                  <a:lnTo>
                    <a:pt x="396913" y="497508"/>
                  </a:lnTo>
                  <a:cubicBezTo>
                    <a:pt x="387812" y="503739"/>
                    <a:pt x="378785" y="510190"/>
                    <a:pt x="369611" y="516274"/>
                  </a:cubicBezTo>
                  <a:lnTo>
                    <a:pt x="341941" y="534526"/>
                  </a:lnTo>
                  <a:cubicBezTo>
                    <a:pt x="337317" y="537532"/>
                    <a:pt x="332693" y="540610"/>
                    <a:pt x="328070" y="543616"/>
                  </a:cubicBezTo>
                  <a:lnTo>
                    <a:pt x="313978" y="552412"/>
                  </a:lnTo>
                  <a:close/>
                </a:path>
              </a:pathLst>
            </a:custGeom>
            <a:solidFill>
              <a:srgbClr val="B68A74"/>
            </a:solidFill>
            <a:ln w="0" cap="flat">
              <a:noFill/>
              <a:prstDash val="solid"/>
              <a:miter/>
            </a:ln>
          </p:spPr>
          <p:txBody>
            <a:bodyPr rtlCol="0" anchor="ctr"/>
            <a:lstStyle/>
            <a:p>
              <a:endParaRPr lang="en-US"/>
            </a:p>
          </p:txBody>
        </p:sp>
        <p:sp>
          <p:nvSpPr>
            <p:cNvPr id="153" name="Freeform 152">
              <a:extLst>
                <a:ext uri="{FF2B5EF4-FFF2-40B4-BE49-F238E27FC236}">
                  <a16:creationId xmlns:a16="http://schemas.microsoft.com/office/drawing/2014/main" id="{6E050563-2EDC-14C9-413A-CBF140B86FCB}"/>
                </a:ext>
              </a:extLst>
            </p:cNvPr>
            <p:cNvSpPr/>
            <p:nvPr/>
          </p:nvSpPr>
          <p:spPr>
            <a:xfrm>
              <a:off x="10441200" y="4973411"/>
              <a:ext cx="327409" cy="552338"/>
            </a:xfrm>
            <a:custGeom>
              <a:avLst/>
              <a:gdLst>
                <a:gd name="connsiteX0" fmla="*/ 313905 w 327409"/>
                <a:gd name="connsiteY0" fmla="*/ 552339 h 552338"/>
                <a:gd name="connsiteX1" fmla="*/ 0 w 327409"/>
                <a:gd name="connsiteY1" fmla="*/ 54098 h 552338"/>
                <a:gd name="connsiteX2" fmla="*/ 10274 w 327409"/>
                <a:gd name="connsiteY2" fmla="*/ 47720 h 552338"/>
                <a:gd name="connsiteX3" fmla="*/ 20403 w 327409"/>
                <a:gd name="connsiteY3" fmla="*/ 41050 h 552338"/>
                <a:gd name="connsiteX4" fmla="*/ 40733 w 327409"/>
                <a:gd name="connsiteY4" fmla="*/ 27709 h 552338"/>
                <a:gd name="connsiteX5" fmla="*/ 60769 w 327409"/>
                <a:gd name="connsiteY5" fmla="*/ 13928 h 552338"/>
                <a:gd name="connsiteX6" fmla="*/ 70752 w 327409"/>
                <a:gd name="connsiteY6" fmla="*/ 7037 h 552338"/>
                <a:gd name="connsiteX7" fmla="*/ 75742 w 327409"/>
                <a:gd name="connsiteY7" fmla="*/ 3592 h 552338"/>
                <a:gd name="connsiteX8" fmla="*/ 80660 w 327409"/>
                <a:gd name="connsiteY8" fmla="*/ 0 h 552338"/>
                <a:gd name="connsiteX9" fmla="*/ 90568 w 327409"/>
                <a:gd name="connsiteY9" fmla="*/ 13781 h 552338"/>
                <a:gd name="connsiteX10" fmla="*/ 72879 w 327409"/>
                <a:gd name="connsiteY10" fmla="*/ 26169 h 552338"/>
                <a:gd name="connsiteX11" fmla="*/ 55119 w 327409"/>
                <a:gd name="connsiteY11" fmla="*/ 38484 h 552338"/>
                <a:gd name="connsiteX12" fmla="*/ 19009 w 327409"/>
                <a:gd name="connsiteY12" fmla="*/ 62234 h 552338"/>
                <a:gd name="connsiteX13" fmla="*/ 327409 w 327409"/>
                <a:gd name="connsiteY13" fmla="*/ 543836 h 552338"/>
                <a:gd name="connsiteX14" fmla="*/ 313905 w 327409"/>
                <a:gd name="connsiteY14" fmla="*/ 552266 h 55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7409" h="552338">
                  <a:moveTo>
                    <a:pt x="313905" y="552339"/>
                  </a:moveTo>
                  <a:lnTo>
                    <a:pt x="0" y="54098"/>
                  </a:lnTo>
                  <a:lnTo>
                    <a:pt x="10274" y="47720"/>
                  </a:lnTo>
                  <a:cubicBezTo>
                    <a:pt x="13725" y="45521"/>
                    <a:pt x="17027" y="43249"/>
                    <a:pt x="20403" y="41050"/>
                  </a:cubicBezTo>
                  <a:lnTo>
                    <a:pt x="40733" y="27709"/>
                  </a:lnTo>
                  <a:cubicBezTo>
                    <a:pt x="47486" y="23237"/>
                    <a:pt x="54091" y="18546"/>
                    <a:pt x="60769" y="13928"/>
                  </a:cubicBezTo>
                  <a:lnTo>
                    <a:pt x="70752" y="7037"/>
                  </a:lnTo>
                  <a:lnTo>
                    <a:pt x="75742" y="3592"/>
                  </a:lnTo>
                  <a:lnTo>
                    <a:pt x="80660" y="0"/>
                  </a:lnTo>
                  <a:lnTo>
                    <a:pt x="90568" y="13781"/>
                  </a:lnTo>
                  <a:cubicBezTo>
                    <a:pt x="84843" y="18106"/>
                    <a:pt x="78751" y="22064"/>
                    <a:pt x="72879" y="26169"/>
                  </a:cubicBezTo>
                  <a:lnTo>
                    <a:pt x="55119" y="38484"/>
                  </a:lnTo>
                  <a:lnTo>
                    <a:pt x="19009" y="62234"/>
                  </a:lnTo>
                  <a:lnTo>
                    <a:pt x="327409" y="543836"/>
                  </a:lnTo>
                  <a:lnTo>
                    <a:pt x="313905" y="552266"/>
                  </a:lnTo>
                  <a:close/>
                </a:path>
              </a:pathLst>
            </a:custGeom>
            <a:solidFill>
              <a:srgbClr val="A3715E"/>
            </a:solidFill>
            <a:ln w="0" cap="flat">
              <a:noFill/>
              <a:prstDash val="solid"/>
              <a:miter/>
            </a:ln>
          </p:spPr>
          <p:txBody>
            <a:bodyPr rtlCol="0" anchor="ctr"/>
            <a:lstStyle/>
            <a:p>
              <a:endParaRPr lang="en-US"/>
            </a:p>
          </p:txBody>
        </p:sp>
        <p:sp>
          <p:nvSpPr>
            <p:cNvPr id="154" name="Freeform 153">
              <a:extLst>
                <a:ext uri="{FF2B5EF4-FFF2-40B4-BE49-F238E27FC236}">
                  <a16:creationId xmlns:a16="http://schemas.microsoft.com/office/drawing/2014/main" id="{73ABBC54-30E1-81E4-0F8E-49AD3606EE6D}"/>
                </a:ext>
              </a:extLst>
            </p:cNvPr>
            <p:cNvSpPr/>
            <p:nvPr/>
          </p:nvSpPr>
          <p:spPr>
            <a:xfrm>
              <a:off x="10249496" y="5087837"/>
              <a:ext cx="362637" cy="578948"/>
            </a:xfrm>
            <a:custGeom>
              <a:avLst/>
              <a:gdLst>
                <a:gd name="connsiteX0" fmla="*/ 243520 w 362637"/>
                <a:gd name="connsiteY0" fmla="*/ 578948 h 578948"/>
                <a:gd name="connsiteX1" fmla="*/ 0 w 362637"/>
                <a:gd name="connsiteY1" fmla="*/ 42882 h 578948"/>
                <a:gd name="connsiteX2" fmla="*/ 21945 w 362637"/>
                <a:gd name="connsiteY2" fmla="*/ 32620 h 578948"/>
                <a:gd name="connsiteX3" fmla="*/ 32954 w 362637"/>
                <a:gd name="connsiteY3" fmla="*/ 27489 h 578948"/>
                <a:gd name="connsiteX4" fmla="*/ 43816 w 362637"/>
                <a:gd name="connsiteY4" fmla="*/ 22064 h 578948"/>
                <a:gd name="connsiteX5" fmla="*/ 65540 w 362637"/>
                <a:gd name="connsiteY5" fmla="*/ 11289 h 578948"/>
                <a:gd name="connsiteX6" fmla="*/ 87045 w 362637"/>
                <a:gd name="connsiteY6" fmla="*/ 0 h 578948"/>
                <a:gd name="connsiteX7" fmla="*/ 362638 w 362637"/>
                <a:gd name="connsiteY7" fmla="*/ 520379 h 578948"/>
                <a:gd name="connsiteX8" fmla="*/ 333207 w 362637"/>
                <a:gd name="connsiteY8" fmla="*/ 535772 h 578948"/>
                <a:gd name="connsiteX9" fmla="*/ 303483 w 362637"/>
                <a:gd name="connsiteY9" fmla="*/ 550506 h 578948"/>
                <a:gd name="connsiteX10" fmla="*/ 288584 w 362637"/>
                <a:gd name="connsiteY10" fmla="*/ 557837 h 578948"/>
                <a:gd name="connsiteX11" fmla="*/ 273538 w 362637"/>
                <a:gd name="connsiteY11" fmla="*/ 564874 h 578948"/>
                <a:gd name="connsiteX12" fmla="*/ 243446 w 362637"/>
                <a:gd name="connsiteY12" fmla="*/ 578875 h 578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2637" h="578948">
                  <a:moveTo>
                    <a:pt x="243520" y="578948"/>
                  </a:moveTo>
                  <a:lnTo>
                    <a:pt x="0" y="42882"/>
                  </a:lnTo>
                  <a:lnTo>
                    <a:pt x="21945" y="32620"/>
                  </a:lnTo>
                  <a:lnTo>
                    <a:pt x="32954" y="27489"/>
                  </a:lnTo>
                  <a:lnTo>
                    <a:pt x="43816" y="22064"/>
                  </a:lnTo>
                  <a:lnTo>
                    <a:pt x="65540" y="11289"/>
                  </a:lnTo>
                  <a:cubicBezTo>
                    <a:pt x="72733" y="7697"/>
                    <a:pt x="79852" y="3739"/>
                    <a:pt x="87045" y="0"/>
                  </a:cubicBezTo>
                  <a:lnTo>
                    <a:pt x="362638" y="520379"/>
                  </a:lnTo>
                  <a:cubicBezTo>
                    <a:pt x="352803" y="525510"/>
                    <a:pt x="343116" y="530788"/>
                    <a:pt x="333207" y="535772"/>
                  </a:cubicBezTo>
                  <a:lnTo>
                    <a:pt x="303483" y="550506"/>
                  </a:lnTo>
                  <a:lnTo>
                    <a:pt x="288584" y="557837"/>
                  </a:lnTo>
                  <a:lnTo>
                    <a:pt x="273538" y="564874"/>
                  </a:lnTo>
                  <a:lnTo>
                    <a:pt x="243446" y="578875"/>
                  </a:lnTo>
                  <a:close/>
                </a:path>
              </a:pathLst>
            </a:custGeom>
            <a:solidFill>
              <a:srgbClr val="B68A74"/>
            </a:solidFill>
            <a:ln w="0" cap="flat">
              <a:noFill/>
              <a:prstDash val="solid"/>
              <a:miter/>
            </a:ln>
          </p:spPr>
          <p:txBody>
            <a:bodyPr rtlCol="0" anchor="ctr"/>
            <a:lstStyle/>
            <a:p>
              <a:endParaRPr lang="en-US"/>
            </a:p>
          </p:txBody>
        </p:sp>
        <p:sp>
          <p:nvSpPr>
            <p:cNvPr id="155" name="Freeform 154">
              <a:extLst>
                <a:ext uri="{FF2B5EF4-FFF2-40B4-BE49-F238E27FC236}">
                  <a16:creationId xmlns:a16="http://schemas.microsoft.com/office/drawing/2014/main" id="{B0F3E283-047A-DE64-2A43-8D0DEC737C31}"/>
                </a:ext>
              </a:extLst>
            </p:cNvPr>
            <p:cNvSpPr/>
            <p:nvPr/>
          </p:nvSpPr>
          <p:spPr>
            <a:xfrm>
              <a:off x="10249496" y="5087837"/>
              <a:ext cx="257978" cy="578948"/>
            </a:xfrm>
            <a:custGeom>
              <a:avLst/>
              <a:gdLst>
                <a:gd name="connsiteX0" fmla="*/ 243520 w 257978"/>
                <a:gd name="connsiteY0" fmla="*/ 578948 h 578948"/>
                <a:gd name="connsiteX1" fmla="*/ 0 w 257978"/>
                <a:gd name="connsiteY1" fmla="*/ 42882 h 578948"/>
                <a:gd name="connsiteX2" fmla="*/ 21945 w 257978"/>
                <a:gd name="connsiteY2" fmla="*/ 32620 h 578948"/>
                <a:gd name="connsiteX3" fmla="*/ 32954 w 257978"/>
                <a:gd name="connsiteY3" fmla="*/ 27489 h 578948"/>
                <a:gd name="connsiteX4" fmla="*/ 43816 w 257978"/>
                <a:gd name="connsiteY4" fmla="*/ 22064 h 578948"/>
                <a:gd name="connsiteX5" fmla="*/ 65540 w 257978"/>
                <a:gd name="connsiteY5" fmla="*/ 11289 h 578948"/>
                <a:gd name="connsiteX6" fmla="*/ 87045 w 257978"/>
                <a:gd name="connsiteY6" fmla="*/ 0 h 578948"/>
                <a:gd name="connsiteX7" fmla="*/ 94971 w 257978"/>
                <a:gd name="connsiteY7" fmla="*/ 15027 h 578948"/>
                <a:gd name="connsiteX8" fmla="*/ 75889 w 257978"/>
                <a:gd name="connsiteY8" fmla="*/ 25070 h 578948"/>
                <a:gd name="connsiteX9" fmla="*/ 56586 w 257978"/>
                <a:gd name="connsiteY9" fmla="*/ 34672 h 578948"/>
                <a:gd name="connsiteX10" fmla="*/ 37210 w 257978"/>
                <a:gd name="connsiteY10" fmla="*/ 44202 h 578948"/>
                <a:gd name="connsiteX11" fmla="*/ 17687 w 257978"/>
                <a:gd name="connsiteY11" fmla="*/ 53292 h 578948"/>
                <a:gd name="connsiteX12" fmla="*/ 257978 w 257978"/>
                <a:gd name="connsiteY12" fmla="*/ 572204 h 578948"/>
                <a:gd name="connsiteX13" fmla="*/ 243520 w 257978"/>
                <a:gd name="connsiteY13" fmla="*/ 578948 h 578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7978" h="578948">
                  <a:moveTo>
                    <a:pt x="243520" y="578948"/>
                  </a:moveTo>
                  <a:lnTo>
                    <a:pt x="0" y="42882"/>
                  </a:lnTo>
                  <a:lnTo>
                    <a:pt x="21945" y="32620"/>
                  </a:lnTo>
                  <a:lnTo>
                    <a:pt x="32954" y="27489"/>
                  </a:lnTo>
                  <a:lnTo>
                    <a:pt x="43816" y="22064"/>
                  </a:lnTo>
                  <a:lnTo>
                    <a:pt x="65540" y="11289"/>
                  </a:lnTo>
                  <a:cubicBezTo>
                    <a:pt x="72733" y="7697"/>
                    <a:pt x="79852" y="3739"/>
                    <a:pt x="87045" y="0"/>
                  </a:cubicBezTo>
                  <a:lnTo>
                    <a:pt x="94971" y="15027"/>
                  </a:lnTo>
                  <a:lnTo>
                    <a:pt x="75889" y="25070"/>
                  </a:lnTo>
                  <a:lnTo>
                    <a:pt x="56586" y="34672"/>
                  </a:lnTo>
                  <a:cubicBezTo>
                    <a:pt x="50128" y="37824"/>
                    <a:pt x="43742" y="41197"/>
                    <a:pt x="37210" y="44202"/>
                  </a:cubicBezTo>
                  <a:lnTo>
                    <a:pt x="17687" y="53292"/>
                  </a:lnTo>
                  <a:lnTo>
                    <a:pt x="257978" y="572204"/>
                  </a:lnTo>
                  <a:lnTo>
                    <a:pt x="243520" y="578948"/>
                  </a:lnTo>
                  <a:close/>
                </a:path>
              </a:pathLst>
            </a:custGeom>
            <a:solidFill>
              <a:srgbClr val="A3715E"/>
            </a:solidFill>
            <a:ln w="0" cap="flat">
              <a:noFill/>
              <a:prstDash val="solid"/>
              <a:miter/>
            </a:ln>
          </p:spPr>
          <p:txBody>
            <a:bodyPr rtlCol="0" anchor="ctr"/>
            <a:lstStyle/>
            <a:p>
              <a:endParaRPr lang="en-US"/>
            </a:p>
          </p:txBody>
        </p:sp>
        <p:sp>
          <p:nvSpPr>
            <p:cNvPr id="156" name="Freeform 155">
              <a:extLst>
                <a:ext uri="{FF2B5EF4-FFF2-40B4-BE49-F238E27FC236}">
                  <a16:creationId xmlns:a16="http://schemas.microsoft.com/office/drawing/2014/main" id="{30FB3000-4926-1C64-338C-C6B98A0D1EC2}"/>
                </a:ext>
              </a:extLst>
            </p:cNvPr>
            <p:cNvSpPr/>
            <p:nvPr/>
          </p:nvSpPr>
          <p:spPr>
            <a:xfrm>
              <a:off x="10061681" y="5170377"/>
              <a:ext cx="299740" cy="593901"/>
            </a:xfrm>
            <a:custGeom>
              <a:avLst/>
              <a:gdLst>
                <a:gd name="connsiteX0" fmla="*/ 174164 w 299740"/>
                <a:gd name="connsiteY0" fmla="*/ 593902 h 593901"/>
                <a:gd name="connsiteX1" fmla="*/ 0 w 299740"/>
                <a:gd name="connsiteY1" fmla="*/ 31520 h 593901"/>
                <a:gd name="connsiteX2" fmla="*/ 23046 w 299740"/>
                <a:gd name="connsiteY2" fmla="*/ 24117 h 593901"/>
                <a:gd name="connsiteX3" fmla="*/ 46091 w 299740"/>
                <a:gd name="connsiteY3" fmla="*/ 16493 h 593901"/>
                <a:gd name="connsiteX4" fmla="*/ 91669 w 299740"/>
                <a:gd name="connsiteY4" fmla="*/ 0 h 593901"/>
                <a:gd name="connsiteX5" fmla="*/ 299741 w 299740"/>
                <a:gd name="connsiteY5" fmla="*/ 550726 h 593901"/>
                <a:gd name="connsiteX6" fmla="*/ 237282 w 299740"/>
                <a:gd name="connsiteY6" fmla="*/ 573230 h 593901"/>
                <a:gd name="connsiteX7" fmla="*/ 205796 w 299740"/>
                <a:gd name="connsiteY7" fmla="*/ 583713 h 593901"/>
                <a:gd name="connsiteX8" fmla="*/ 174164 w 299740"/>
                <a:gd name="connsiteY8" fmla="*/ 593828 h 59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740" h="593901">
                  <a:moveTo>
                    <a:pt x="174164" y="593902"/>
                  </a:moveTo>
                  <a:lnTo>
                    <a:pt x="0" y="31520"/>
                  </a:lnTo>
                  <a:cubicBezTo>
                    <a:pt x="7707" y="29175"/>
                    <a:pt x="15413" y="26536"/>
                    <a:pt x="23046" y="24117"/>
                  </a:cubicBezTo>
                  <a:cubicBezTo>
                    <a:pt x="30679" y="21551"/>
                    <a:pt x="38458" y="19279"/>
                    <a:pt x="46091" y="16493"/>
                  </a:cubicBezTo>
                  <a:cubicBezTo>
                    <a:pt x="61284" y="11069"/>
                    <a:pt x="76697" y="5938"/>
                    <a:pt x="91669" y="0"/>
                  </a:cubicBezTo>
                  <a:lnTo>
                    <a:pt x="299741" y="550726"/>
                  </a:lnTo>
                  <a:cubicBezTo>
                    <a:pt x="279117" y="558790"/>
                    <a:pt x="258126" y="565900"/>
                    <a:pt x="237282" y="573230"/>
                  </a:cubicBezTo>
                  <a:cubicBezTo>
                    <a:pt x="226860" y="576969"/>
                    <a:pt x="216292" y="580194"/>
                    <a:pt x="205796" y="583713"/>
                  </a:cubicBezTo>
                  <a:cubicBezTo>
                    <a:pt x="195228" y="587085"/>
                    <a:pt x="184732" y="590603"/>
                    <a:pt x="174164" y="593828"/>
                  </a:cubicBezTo>
                  <a:close/>
                </a:path>
              </a:pathLst>
            </a:custGeom>
            <a:solidFill>
              <a:srgbClr val="B68A74"/>
            </a:solidFill>
            <a:ln w="0" cap="flat">
              <a:noFill/>
              <a:prstDash val="solid"/>
              <a:miter/>
            </a:ln>
          </p:spPr>
          <p:txBody>
            <a:bodyPr rtlCol="0" anchor="ctr"/>
            <a:lstStyle/>
            <a:p>
              <a:endParaRPr lang="en-US"/>
            </a:p>
          </p:txBody>
        </p:sp>
        <p:sp>
          <p:nvSpPr>
            <p:cNvPr id="157" name="Freeform 156">
              <a:extLst>
                <a:ext uri="{FF2B5EF4-FFF2-40B4-BE49-F238E27FC236}">
                  <a16:creationId xmlns:a16="http://schemas.microsoft.com/office/drawing/2014/main" id="{F4B45D97-F85E-AF63-4F95-A8A006D73759}"/>
                </a:ext>
              </a:extLst>
            </p:cNvPr>
            <p:cNvSpPr/>
            <p:nvPr/>
          </p:nvSpPr>
          <p:spPr>
            <a:xfrm>
              <a:off x="10061681" y="5170377"/>
              <a:ext cx="189356" cy="593975"/>
            </a:xfrm>
            <a:custGeom>
              <a:avLst/>
              <a:gdLst>
                <a:gd name="connsiteX0" fmla="*/ 174164 w 189356"/>
                <a:gd name="connsiteY0" fmla="*/ 593902 h 593975"/>
                <a:gd name="connsiteX1" fmla="*/ 0 w 189356"/>
                <a:gd name="connsiteY1" fmla="*/ 31520 h 593975"/>
                <a:gd name="connsiteX2" fmla="*/ 23046 w 189356"/>
                <a:gd name="connsiteY2" fmla="*/ 24117 h 593975"/>
                <a:gd name="connsiteX3" fmla="*/ 46091 w 189356"/>
                <a:gd name="connsiteY3" fmla="*/ 16493 h 593975"/>
                <a:gd name="connsiteX4" fmla="*/ 91669 w 189356"/>
                <a:gd name="connsiteY4" fmla="*/ 0 h 593975"/>
                <a:gd name="connsiteX5" fmla="*/ 97687 w 189356"/>
                <a:gd name="connsiteY5" fmla="*/ 15907 h 593975"/>
                <a:gd name="connsiteX6" fmla="*/ 57174 w 189356"/>
                <a:gd name="connsiteY6" fmla="*/ 30567 h 593975"/>
                <a:gd name="connsiteX7" fmla="*/ 46972 w 189356"/>
                <a:gd name="connsiteY7" fmla="*/ 34159 h 593975"/>
                <a:gd name="connsiteX8" fmla="*/ 36697 w 189356"/>
                <a:gd name="connsiteY8" fmla="*/ 37531 h 593975"/>
                <a:gd name="connsiteX9" fmla="*/ 16221 w 189356"/>
                <a:gd name="connsiteY9" fmla="*/ 44202 h 593975"/>
                <a:gd name="connsiteX10" fmla="*/ 189356 w 189356"/>
                <a:gd name="connsiteY10" fmla="*/ 589137 h 593975"/>
                <a:gd name="connsiteX11" fmla="*/ 174164 w 189356"/>
                <a:gd name="connsiteY11" fmla="*/ 593975 h 593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9356" h="593975">
                  <a:moveTo>
                    <a:pt x="174164" y="593902"/>
                  </a:moveTo>
                  <a:lnTo>
                    <a:pt x="0" y="31520"/>
                  </a:lnTo>
                  <a:cubicBezTo>
                    <a:pt x="7707" y="29175"/>
                    <a:pt x="15413" y="26536"/>
                    <a:pt x="23046" y="24117"/>
                  </a:cubicBezTo>
                  <a:cubicBezTo>
                    <a:pt x="30679" y="21551"/>
                    <a:pt x="38458" y="19279"/>
                    <a:pt x="46091" y="16493"/>
                  </a:cubicBezTo>
                  <a:cubicBezTo>
                    <a:pt x="61284" y="11069"/>
                    <a:pt x="76697" y="5938"/>
                    <a:pt x="91669" y="0"/>
                  </a:cubicBezTo>
                  <a:lnTo>
                    <a:pt x="97687" y="15907"/>
                  </a:lnTo>
                  <a:cubicBezTo>
                    <a:pt x="84329" y="21185"/>
                    <a:pt x="70678" y="25803"/>
                    <a:pt x="57174" y="30567"/>
                  </a:cubicBezTo>
                  <a:lnTo>
                    <a:pt x="46972" y="34159"/>
                  </a:lnTo>
                  <a:cubicBezTo>
                    <a:pt x="43596" y="35332"/>
                    <a:pt x="40147" y="36358"/>
                    <a:pt x="36697" y="37531"/>
                  </a:cubicBezTo>
                  <a:lnTo>
                    <a:pt x="16221" y="44202"/>
                  </a:lnTo>
                  <a:lnTo>
                    <a:pt x="189356" y="589137"/>
                  </a:lnTo>
                  <a:cubicBezTo>
                    <a:pt x="184292" y="590750"/>
                    <a:pt x="179228" y="592509"/>
                    <a:pt x="174164" y="593975"/>
                  </a:cubicBezTo>
                  <a:close/>
                </a:path>
              </a:pathLst>
            </a:custGeom>
            <a:solidFill>
              <a:srgbClr val="A3715E"/>
            </a:solidFill>
            <a:ln w="0" cap="flat">
              <a:noFill/>
              <a:prstDash val="solid"/>
              <a:miter/>
            </a:ln>
          </p:spPr>
          <p:txBody>
            <a:bodyPr rtlCol="0" anchor="ctr"/>
            <a:lstStyle/>
            <a:p>
              <a:endParaRPr lang="en-US"/>
            </a:p>
          </p:txBody>
        </p:sp>
        <p:sp>
          <p:nvSpPr>
            <p:cNvPr id="158" name="Freeform 157">
              <a:extLst>
                <a:ext uri="{FF2B5EF4-FFF2-40B4-BE49-F238E27FC236}">
                  <a16:creationId xmlns:a16="http://schemas.microsoft.com/office/drawing/2014/main" id="{664FB996-3ACD-9566-7CF2-886DAEE56864}"/>
                </a:ext>
              </a:extLst>
            </p:cNvPr>
            <p:cNvSpPr/>
            <p:nvPr/>
          </p:nvSpPr>
          <p:spPr>
            <a:xfrm>
              <a:off x="9849867" y="5233197"/>
              <a:ext cx="226346" cy="599399"/>
            </a:xfrm>
            <a:custGeom>
              <a:avLst/>
              <a:gdLst>
                <a:gd name="connsiteX0" fmla="*/ 96073 w 226346"/>
                <a:gd name="connsiteY0" fmla="*/ 599326 h 599399"/>
                <a:gd name="connsiteX1" fmla="*/ 0 w 226346"/>
                <a:gd name="connsiteY1" fmla="*/ 18546 h 599399"/>
                <a:gd name="connsiteX2" fmla="*/ 23926 w 226346"/>
                <a:gd name="connsiteY2" fmla="*/ 14514 h 599399"/>
                <a:gd name="connsiteX3" fmla="*/ 47779 w 226346"/>
                <a:gd name="connsiteY3" fmla="*/ 9970 h 599399"/>
                <a:gd name="connsiteX4" fmla="*/ 59669 w 226346"/>
                <a:gd name="connsiteY4" fmla="*/ 7697 h 599399"/>
                <a:gd name="connsiteX5" fmla="*/ 71485 w 226346"/>
                <a:gd name="connsiteY5" fmla="*/ 5131 h 599399"/>
                <a:gd name="connsiteX6" fmla="*/ 95191 w 226346"/>
                <a:gd name="connsiteY6" fmla="*/ 0 h 599399"/>
                <a:gd name="connsiteX7" fmla="*/ 226347 w 226346"/>
                <a:gd name="connsiteY7" fmla="*/ 573890 h 599399"/>
                <a:gd name="connsiteX8" fmla="*/ 193907 w 226346"/>
                <a:gd name="connsiteY8" fmla="*/ 580927 h 599399"/>
                <a:gd name="connsiteX9" fmla="*/ 177687 w 226346"/>
                <a:gd name="connsiteY9" fmla="*/ 584446 h 599399"/>
                <a:gd name="connsiteX10" fmla="*/ 161393 w 226346"/>
                <a:gd name="connsiteY10" fmla="*/ 587598 h 599399"/>
                <a:gd name="connsiteX11" fmla="*/ 128806 w 226346"/>
                <a:gd name="connsiteY11" fmla="*/ 593829 h 599399"/>
                <a:gd name="connsiteX12" fmla="*/ 96073 w 226346"/>
                <a:gd name="connsiteY12" fmla="*/ 599400 h 599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6346" h="599399">
                  <a:moveTo>
                    <a:pt x="96073" y="599326"/>
                  </a:moveTo>
                  <a:lnTo>
                    <a:pt x="0" y="18546"/>
                  </a:lnTo>
                  <a:cubicBezTo>
                    <a:pt x="8001" y="17153"/>
                    <a:pt x="16000" y="15980"/>
                    <a:pt x="23926" y="14514"/>
                  </a:cubicBezTo>
                  <a:lnTo>
                    <a:pt x="47779" y="9970"/>
                  </a:lnTo>
                  <a:lnTo>
                    <a:pt x="59669" y="7697"/>
                  </a:lnTo>
                  <a:lnTo>
                    <a:pt x="71485" y="5131"/>
                  </a:lnTo>
                  <a:lnTo>
                    <a:pt x="95191" y="0"/>
                  </a:lnTo>
                  <a:lnTo>
                    <a:pt x="226347" y="573890"/>
                  </a:lnTo>
                  <a:lnTo>
                    <a:pt x="193907" y="580927"/>
                  </a:lnTo>
                  <a:lnTo>
                    <a:pt x="177687" y="584446"/>
                  </a:lnTo>
                  <a:lnTo>
                    <a:pt x="161393" y="587598"/>
                  </a:lnTo>
                  <a:lnTo>
                    <a:pt x="128806" y="593829"/>
                  </a:lnTo>
                  <a:cubicBezTo>
                    <a:pt x="117944" y="595881"/>
                    <a:pt x="107009" y="597494"/>
                    <a:pt x="96073" y="599400"/>
                  </a:cubicBezTo>
                  <a:close/>
                </a:path>
              </a:pathLst>
            </a:custGeom>
            <a:solidFill>
              <a:srgbClr val="B68A74"/>
            </a:solidFill>
            <a:ln w="0" cap="flat">
              <a:noFill/>
              <a:prstDash val="solid"/>
              <a:miter/>
            </a:ln>
          </p:spPr>
          <p:txBody>
            <a:bodyPr rtlCol="0" anchor="ctr"/>
            <a:lstStyle/>
            <a:p>
              <a:endParaRPr lang="en-US"/>
            </a:p>
          </p:txBody>
        </p:sp>
        <p:sp>
          <p:nvSpPr>
            <p:cNvPr id="159" name="Freeform 158">
              <a:extLst>
                <a:ext uri="{FF2B5EF4-FFF2-40B4-BE49-F238E27FC236}">
                  <a16:creationId xmlns:a16="http://schemas.microsoft.com/office/drawing/2014/main" id="{B5A39A9B-AB3A-DB3C-FBB5-9BBE485C5CE1}"/>
                </a:ext>
              </a:extLst>
            </p:cNvPr>
            <p:cNvSpPr/>
            <p:nvPr/>
          </p:nvSpPr>
          <p:spPr>
            <a:xfrm>
              <a:off x="9849867" y="5233197"/>
              <a:ext cx="111778" cy="599326"/>
            </a:xfrm>
            <a:custGeom>
              <a:avLst/>
              <a:gdLst>
                <a:gd name="connsiteX0" fmla="*/ 96073 w 111778"/>
                <a:gd name="connsiteY0" fmla="*/ 599326 h 599326"/>
                <a:gd name="connsiteX1" fmla="*/ 0 w 111778"/>
                <a:gd name="connsiteY1" fmla="*/ 18546 h 599326"/>
                <a:gd name="connsiteX2" fmla="*/ 23926 w 111778"/>
                <a:gd name="connsiteY2" fmla="*/ 14514 h 599326"/>
                <a:gd name="connsiteX3" fmla="*/ 47779 w 111778"/>
                <a:gd name="connsiteY3" fmla="*/ 9970 h 599326"/>
                <a:gd name="connsiteX4" fmla="*/ 59669 w 111778"/>
                <a:gd name="connsiteY4" fmla="*/ 7697 h 599326"/>
                <a:gd name="connsiteX5" fmla="*/ 71485 w 111778"/>
                <a:gd name="connsiteY5" fmla="*/ 5131 h 599326"/>
                <a:gd name="connsiteX6" fmla="*/ 95191 w 111778"/>
                <a:gd name="connsiteY6" fmla="*/ 0 h 599326"/>
                <a:gd name="connsiteX7" fmla="*/ 99008 w 111778"/>
                <a:gd name="connsiteY7" fmla="*/ 16567 h 599326"/>
                <a:gd name="connsiteX8" fmla="*/ 77944 w 111778"/>
                <a:gd name="connsiteY8" fmla="*/ 21111 h 599326"/>
                <a:gd name="connsiteX9" fmla="*/ 56807 w 111778"/>
                <a:gd name="connsiteY9" fmla="*/ 25510 h 599326"/>
                <a:gd name="connsiteX10" fmla="*/ 35596 w 111778"/>
                <a:gd name="connsiteY10" fmla="*/ 29541 h 599326"/>
                <a:gd name="connsiteX11" fmla="*/ 25028 w 111778"/>
                <a:gd name="connsiteY11" fmla="*/ 31594 h 599326"/>
                <a:gd name="connsiteX12" fmla="*/ 14386 w 111778"/>
                <a:gd name="connsiteY12" fmla="*/ 33353 h 599326"/>
                <a:gd name="connsiteX13" fmla="*/ 111778 w 111778"/>
                <a:gd name="connsiteY13" fmla="*/ 596688 h 599326"/>
                <a:gd name="connsiteX14" fmla="*/ 96073 w 111778"/>
                <a:gd name="connsiteY14" fmla="*/ 599326 h 59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1778" h="599326">
                  <a:moveTo>
                    <a:pt x="96073" y="599326"/>
                  </a:moveTo>
                  <a:lnTo>
                    <a:pt x="0" y="18546"/>
                  </a:lnTo>
                  <a:cubicBezTo>
                    <a:pt x="8001" y="17153"/>
                    <a:pt x="16000" y="15980"/>
                    <a:pt x="23926" y="14514"/>
                  </a:cubicBezTo>
                  <a:lnTo>
                    <a:pt x="47779" y="9970"/>
                  </a:lnTo>
                  <a:lnTo>
                    <a:pt x="59669" y="7697"/>
                  </a:lnTo>
                  <a:lnTo>
                    <a:pt x="71485" y="5131"/>
                  </a:lnTo>
                  <a:lnTo>
                    <a:pt x="95191" y="0"/>
                  </a:lnTo>
                  <a:lnTo>
                    <a:pt x="99008" y="16567"/>
                  </a:lnTo>
                  <a:lnTo>
                    <a:pt x="77944" y="21111"/>
                  </a:lnTo>
                  <a:cubicBezTo>
                    <a:pt x="70899" y="22577"/>
                    <a:pt x="63927" y="24263"/>
                    <a:pt x="56807" y="25510"/>
                  </a:cubicBezTo>
                  <a:lnTo>
                    <a:pt x="35596" y="29541"/>
                  </a:lnTo>
                  <a:lnTo>
                    <a:pt x="25028" y="31594"/>
                  </a:lnTo>
                  <a:cubicBezTo>
                    <a:pt x="21505" y="32254"/>
                    <a:pt x="17909" y="32767"/>
                    <a:pt x="14386" y="33353"/>
                  </a:cubicBezTo>
                  <a:lnTo>
                    <a:pt x="111778" y="596688"/>
                  </a:lnTo>
                  <a:lnTo>
                    <a:pt x="96073" y="599326"/>
                  </a:lnTo>
                  <a:close/>
                </a:path>
              </a:pathLst>
            </a:custGeom>
            <a:solidFill>
              <a:srgbClr val="A3715E"/>
            </a:solidFill>
            <a:ln w="0" cap="flat">
              <a:noFill/>
              <a:prstDash val="solid"/>
              <a:miter/>
            </a:ln>
          </p:spPr>
          <p:txBody>
            <a:bodyPr rtlCol="0" anchor="ctr"/>
            <a:lstStyle/>
            <a:p>
              <a:endParaRPr lang="en-US"/>
            </a:p>
          </p:txBody>
        </p:sp>
        <p:sp>
          <p:nvSpPr>
            <p:cNvPr id="160" name="Freeform 159">
              <a:extLst>
                <a:ext uri="{FF2B5EF4-FFF2-40B4-BE49-F238E27FC236}">
                  <a16:creationId xmlns:a16="http://schemas.microsoft.com/office/drawing/2014/main" id="{1969A821-672B-FBB8-5B4E-C427BE279E6E}"/>
                </a:ext>
              </a:extLst>
            </p:cNvPr>
            <p:cNvSpPr/>
            <p:nvPr/>
          </p:nvSpPr>
          <p:spPr>
            <a:xfrm>
              <a:off x="9632842" y="5266917"/>
              <a:ext cx="149282" cy="594195"/>
            </a:xfrm>
            <a:custGeom>
              <a:avLst/>
              <a:gdLst>
                <a:gd name="connsiteX0" fmla="*/ 17027 w 149282"/>
                <a:gd name="connsiteY0" fmla="*/ 594195 h 594195"/>
                <a:gd name="connsiteX1" fmla="*/ 0 w 149282"/>
                <a:gd name="connsiteY1" fmla="*/ 5791 h 594195"/>
                <a:gd name="connsiteX2" fmla="*/ 24293 w 149282"/>
                <a:gd name="connsiteY2" fmla="*/ 4838 h 594195"/>
                <a:gd name="connsiteX3" fmla="*/ 36476 w 149282"/>
                <a:gd name="connsiteY3" fmla="*/ 4398 h 594195"/>
                <a:gd name="connsiteX4" fmla="*/ 48587 w 149282"/>
                <a:gd name="connsiteY4" fmla="*/ 3592 h 594195"/>
                <a:gd name="connsiteX5" fmla="*/ 72879 w 149282"/>
                <a:gd name="connsiteY5" fmla="*/ 2052 h 594195"/>
                <a:gd name="connsiteX6" fmla="*/ 97100 w 149282"/>
                <a:gd name="connsiteY6" fmla="*/ 0 h 594195"/>
                <a:gd name="connsiteX7" fmla="*/ 149283 w 149282"/>
                <a:gd name="connsiteY7" fmla="*/ 586352 h 594195"/>
                <a:gd name="connsiteX8" fmla="*/ 116255 w 149282"/>
                <a:gd name="connsiteY8" fmla="*/ 589137 h 594195"/>
                <a:gd name="connsiteX9" fmla="*/ 83155 w 149282"/>
                <a:gd name="connsiteY9" fmla="*/ 591263 h 594195"/>
                <a:gd name="connsiteX10" fmla="*/ 66641 w 149282"/>
                <a:gd name="connsiteY10" fmla="*/ 592289 h 594195"/>
                <a:gd name="connsiteX11" fmla="*/ 50128 w 149282"/>
                <a:gd name="connsiteY11" fmla="*/ 592949 h 594195"/>
                <a:gd name="connsiteX12" fmla="*/ 17027 w 149282"/>
                <a:gd name="connsiteY12" fmla="*/ 594195 h 59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282" h="594195">
                  <a:moveTo>
                    <a:pt x="17027" y="594195"/>
                  </a:moveTo>
                  <a:lnTo>
                    <a:pt x="0" y="5791"/>
                  </a:lnTo>
                  <a:lnTo>
                    <a:pt x="24293" y="4838"/>
                  </a:lnTo>
                  <a:lnTo>
                    <a:pt x="36476" y="4398"/>
                  </a:lnTo>
                  <a:lnTo>
                    <a:pt x="48587" y="3592"/>
                  </a:lnTo>
                  <a:lnTo>
                    <a:pt x="72879" y="2052"/>
                  </a:lnTo>
                  <a:cubicBezTo>
                    <a:pt x="80953" y="1539"/>
                    <a:pt x="89027" y="659"/>
                    <a:pt x="97100" y="0"/>
                  </a:cubicBezTo>
                  <a:lnTo>
                    <a:pt x="149283" y="586352"/>
                  </a:lnTo>
                  <a:cubicBezTo>
                    <a:pt x="138274" y="587305"/>
                    <a:pt x="127264" y="588404"/>
                    <a:pt x="116255" y="589137"/>
                  </a:cubicBezTo>
                  <a:lnTo>
                    <a:pt x="83155" y="591263"/>
                  </a:lnTo>
                  <a:lnTo>
                    <a:pt x="66641" y="592289"/>
                  </a:lnTo>
                  <a:lnTo>
                    <a:pt x="50128" y="592949"/>
                  </a:lnTo>
                  <a:lnTo>
                    <a:pt x="17027" y="594195"/>
                  </a:lnTo>
                  <a:close/>
                </a:path>
              </a:pathLst>
            </a:custGeom>
            <a:solidFill>
              <a:srgbClr val="B68A74"/>
            </a:solidFill>
            <a:ln w="0" cap="flat">
              <a:noFill/>
              <a:prstDash val="solid"/>
              <a:miter/>
            </a:ln>
          </p:spPr>
          <p:txBody>
            <a:bodyPr rtlCol="0" anchor="ctr"/>
            <a:lstStyle/>
            <a:p>
              <a:endParaRPr lang="en-US"/>
            </a:p>
          </p:txBody>
        </p:sp>
        <p:sp>
          <p:nvSpPr>
            <p:cNvPr id="161" name="Freeform 160">
              <a:extLst>
                <a:ext uri="{FF2B5EF4-FFF2-40B4-BE49-F238E27FC236}">
                  <a16:creationId xmlns:a16="http://schemas.microsoft.com/office/drawing/2014/main" id="{5219C7A7-154B-407C-3FAE-3CE9A31D1328}"/>
                </a:ext>
              </a:extLst>
            </p:cNvPr>
            <p:cNvSpPr/>
            <p:nvPr/>
          </p:nvSpPr>
          <p:spPr>
            <a:xfrm>
              <a:off x="9632842" y="5266917"/>
              <a:ext cx="98567" cy="594195"/>
            </a:xfrm>
            <a:custGeom>
              <a:avLst/>
              <a:gdLst>
                <a:gd name="connsiteX0" fmla="*/ 17027 w 98567"/>
                <a:gd name="connsiteY0" fmla="*/ 594195 h 594195"/>
                <a:gd name="connsiteX1" fmla="*/ 0 w 98567"/>
                <a:gd name="connsiteY1" fmla="*/ 5791 h 594195"/>
                <a:gd name="connsiteX2" fmla="*/ 24293 w 98567"/>
                <a:gd name="connsiteY2" fmla="*/ 4838 h 594195"/>
                <a:gd name="connsiteX3" fmla="*/ 36476 w 98567"/>
                <a:gd name="connsiteY3" fmla="*/ 4398 h 594195"/>
                <a:gd name="connsiteX4" fmla="*/ 48587 w 98567"/>
                <a:gd name="connsiteY4" fmla="*/ 3592 h 594195"/>
                <a:gd name="connsiteX5" fmla="*/ 72879 w 98567"/>
                <a:gd name="connsiteY5" fmla="*/ 2052 h 594195"/>
                <a:gd name="connsiteX6" fmla="*/ 97100 w 98567"/>
                <a:gd name="connsiteY6" fmla="*/ 0 h 594195"/>
                <a:gd name="connsiteX7" fmla="*/ 98567 w 98567"/>
                <a:gd name="connsiteY7" fmla="*/ 16933 h 594195"/>
                <a:gd name="connsiteX8" fmla="*/ 77063 w 98567"/>
                <a:gd name="connsiteY8" fmla="*/ 18839 h 594195"/>
                <a:gd name="connsiteX9" fmla="*/ 55485 w 98567"/>
                <a:gd name="connsiteY9" fmla="*/ 20158 h 594195"/>
                <a:gd name="connsiteX10" fmla="*/ 33908 w 98567"/>
                <a:gd name="connsiteY10" fmla="*/ 21478 h 594195"/>
                <a:gd name="connsiteX11" fmla="*/ 12256 w 98567"/>
                <a:gd name="connsiteY11" fmla="*/ 22284 h 594195"/>
                <a:gd name="connsiteX12" fmla="*/ 32880 w 98567"/>
                <a:gd name="connsiteY12" fmla="*/ 593608 h 594195"/>
                <a:gd name="connsiteX13" fmla="*/ 16953 w 98567"/>
                <a:gd name="connsiteY13" fmla="*/ 594195 h 59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567" h="594195">
                  <a:moveTo>
                    <a:pt x="17027" y="594195"/>
                  </a:moveTo>
                  <a:lnTo>
                    <a:pt x="0" y="5791"/>
                  </a:lnTo>
                  <a:lnTo>
                    <a:pt x="24293" y="4838"/>
                  </a:lnTo>
                  <a:lnTo>
                    <a:pt x="36476" y="4398"/>
                  </a:lnTo>
                  <a:lnTo>
                    <a:pt x="48587" y="3592"/>
                  </a:lnTo>
                  <a:lnTo>
                    <a:pt x="72879" y="2052"/>
                  </a:lnTo>
                  <a:cubicBezTo>
                    <a:pt x="80953" y="1539"/>
                    <a:pt x="89027" y="659"/>
                    <a:pt x="97100" y="0"/>
                  </a:cubicBezTo>
                  <a:lnTo>
                    <a:pt x="98567" y="16933"/>
                  </a:lnTo>
                  <a:lnTo>
                    <a:pt x="77063" y="18839"/>
                  </a:lnTo>
                  <a:lnTo>
                    <a:pt x="55485" y="20158"/>
                  </a:lnTo>
                  <a:cubicBezTo>
                    <a:pt x="48293" y="20598"/>
                    <a:pt x="41100" y="21185"/>
                    <a:pt x="33908" y="21478"/>
                  </a:cubicBezTo>
                  <a:lnTo>
                    <a:pt x="12256" y="22284"/>
                  </a:lnTo>
                  <a:lnTo>
                    <a:pt x="32880" y="593608"/>
                  </a:lnTo>
                  <a:lnTo>
                    <a:pt x="16953" y="594195"/>
                  </a:lnTo>
                  <a:close/>
                </a:path>
              </a:pathLst>
            </a:custGeom>
            <a:solidFill>
              <a:srgbClr val="A3715E"/>
            </a:solidFill>
            <a:ln w="0" cap="flat">
              <a:noFill/>
              <a:prstDash val="solid"/>
              <a:miter/>
            </a:ln>
          </p:spPr>
          <p:txBody>
            <a:bodyPr rtlCol="0" anchor="ctr"/>
            <a:lstStyle/>
            <a:p>
              <a:endParaRPr lang="en-US"/>
            </a:p>
          </p:txBody>
        </p:sp>
        <p:sp>
          <p:nvSpPr>
            <p:cNvPr id="162" name="Freeform 161">
              <a:extLst>
                <a:ext uri="{FF2B5EF4-FFF2-40B4-BE49-F238E27FC236}">
                  <a16:creationId xmlns:a16="http://schemas.microsoft.com/office/drawing/2014/main" id="{80928AFE-EF30-B74B-51B4-9381354841A5}"/>
                </a:ext>
              </a:extLst>
            </p:cNvPr>
            <p:cNvSpPr/>
            <p:nvPr/>
          </p:nvSpPr>
          <p:spPr>
            <a:xfrm>
              <a:off x="8028455" y="1935804"/>
              <a:ext cx="753973" cy="42075"/>
            </a:xfrm>
            <a:custGeom>
              <a:avLst/>
              <a:gdLst>
                <a:gd name="connsiteX0" fmla="*/ 0 w 753973"/>
                <a:gd name="connsiteY0" fmla="*/ 0 h 42075"/>
                <a:gd name="connsiteX1" fmla="*/ 753974 w 753973"/>
                <a:gd name="connsiteY1" fmla="*/ 0 h 42075"/>
                <a:gd name="connsiteX2" fmla="*/ 753974 w 753973"/>
                <a:gd name="connsiteY2" fmla="*/ 42076 h 42075"/>
                <a:gd name="connsiteX3" fmla="*/ 0 w 753973"/>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53973" h="42075">
                  <a:moveTo>
                    <a:pt x="0" y="0"/>
                  </a:moveTo>
                  <a:lnTo>
                    <a:pt x="753974" y="0"/>
                  </a:lnTo>
                  <a:lnTo>
                    <a:pt x="753974" y="42076"/>
                  </a:lnTo>
                  <a:lnTo>
                    <a:pt x="0" y="42076"/>
                  </a:lnTo>
                  <a:close/>
                </a:path>
              </a:pathLst>
            </a:custGeom>
            <a:solidFill>
              <a:srgbClr val="727A99"/>
            </a:solidFill>
            <a:ln w="0" cap="flat">
              <a:noFill/>
              <a:prstDash val="solid"/>
              <a:miter/>
            </a:ln>
          </p:spPr>
          <p:txBody>
            <a:bodyPr rtlCol="0" anchor="ctr"/>
            <a:lstStyle/>
            <a:p>
              <a:endParaRPr lang="en-US"/>
            </a:p>
          </p:txBody>
        </p:sp>
        <p:sp>
          <p:nvSpPr>
            <p:cNvPr id="163" name="Freeform 162">
              <a:extLst>
                <a:ext uri="{FF2B5EF4-FFF2-40B4-BE49-F238E27FC236}">
                  <a16:creationId xmlns:a16="http://schemas.microsoft.com/office/drawing/2014/main" id="{538F1C7F-29BA-6666-B0F2-988555B49AE1}"/>
                </a:ext>
              </a:extLst>
            </p:cNvPr>
            <p:cNvSpPr/>
            <p:nvPr/>
          </p:nvSpPr>
          <p:spPr>
            <a:xfrm>
              <a:off x="8028455" y="1550376"/>
              <a:ext cx="753973" cy="42075"/>
            </a:xfrm>
            <a:custGeom>
              <a:avLst/>
              <a:gdLst>
                <a:gd name="connsiteX0" fmla="*/ 0 w 753973"/>
                <a:gd name="connsiteY0" fmla="*/ 0 h 42075"/>
                <a:gd name="connsiteX1" fmla="*/ 753974 w 753973"/>
                <a:gd name="connsiteY1" fmla="*/ 0 h 42075"/>
                <a:gd name="connsiteX2" fmla="*/ 753974 w 753973"/>
                <a:gd name="connsiteY2" fmla="*/ 42076 h 42075"/>
                <a:gd name="connsiteX3" fmla="*/ 0 w 753973"/>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53973" h="42075">
                  <a:moveTo>
                    <a:pt x="0" y="0"/>
                  </a:moveTo>
                  <a:lnTo>
                    <a:pt x="753974" y="0"/>
                  </a:lnTo>
                  <a:lnTo>
                    <a:pt x="753974" y="42076"/>
                  </a:lnTo>
                  <a:lnTo>
                    <a:pt x="0" y="42076"/>
                  </a:lnTo>
                  <a:close/>
                </a:path>
              </a:pathLst>
            </a:custGeom>
            <a:solidFill>
              <a:srgbClr val="727A99"/>
            </a:solidFill>
            <a:ln w="0" cap="flat">
              <a:noFill/>
              <a:prstDash val="solid"/>
              <a:miter/>
            </a:ln>
          </p:spPr>
          <p:txBody>
            <a:bodyPr rtlCol="0" anchor="ctr"/>
            <a:lstStyle/>
            <a:p>
              <a:endParaRPr lang="en-US"/>
            </a:p>
          </p:txBody>
        </p:sp>
        <p:sp>
          <p:nvSpPr>
            <p:cNvPr id="164" name="Freeform 163">
              <a:extLst>
                <a:ext uri="{FF2B5EF4-FFF2-40B4-BE49-F238E27FC236}">
                  <a16:creationId xmlns:a16="http://schemas.microsoft.com/office/drawing/2014/main" id="{078D3C5A-A309-A786-EAD7-20E6CE95F615}"/>
                </a:ext>
              </a:extLst>
            </p:cNvPr>
            <p:cNvSpPr/>
            <p:nvPr/>
          </p:nvSpPr>
          <p:spPr>
            <a:xfrm>
              <a:off x="8782429" y="1935804"/>
              <a:ext cx="753973" cy="42075"/>
            </a:xfrm>
            <a:custGeom>
              <a:avLst/>
              <a:gdLst>
                <a:gd name="connsiteX0" fmla="*/ 0 w 753973"/>
                <a:gd name="connsiteY0" fmla="*/ 0 h 42075"/>
                <a:gd name="connsiteX1" fmla="*/ 753974 w 753973"/>
                <a:gd name="connsiteY1" fmla="*/ 0 h 42075"/>
                <a:gd name="connsiteX2" fmla="*/ 753974 w 753973"/>
                <a:gd name="connsiteY2" fmla="*/ 42076 h 42075"/>
                <a:gd name="connsiteX3" fmla="*/ 0 w 753973"/>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53973" h="42075">
                  <a:moveTo>
                    <a:pt x="0" y="0"/>
                  </a:moveTo>
                  <a:lnTo>
                    <a:pt x="753974" y="0"/>
                  </a:lnTo>
                  <a:lnTo>
                    <a:pt x="753974" y="42076"/>
                  </a:lnTo>
                  <a:lnTo>
                    <a:pt x="0" y="42076"/>
                  </a:lnTo>
                  <a:close/>
                </a:path>
              </a:pathLst>
            </a:custGeom>
            <a:solidFill>
              <a:srgbClr val="727A99"/>
            </a:solidFill>
            <a:ln w="0" cap="flat">
              <a:noFill/>
              <a:prstDash val="solid"/>
              <a:miter/>
            </a:ln>
          </p:spPr>
          <p:txBody>
            <a:bodyPr rtlCol="0" anchor="ctr"/>
            <a:lstStyle/>
            <a:p>
              <a:endParaRPr lang="en-US"/>
            </a:p>
          </p:txBody>
        </p:sp>
        <p:sp>
          <p:nvSpPr>
            <p:cNvPr id="165" name="Freeform 164">
              <a:extLst>
                <a:ext uri="{FF2B5EF4-FFF2-40B4-BE49-F238E27FC236}">
                  <a16:creationId xmlns:a16="http://schemas.microsoft.com/office/drawing/2014/main" id="{36D54F9D-35B1-6C6D-182C-B3C52050EA75}"/>
                </a:ext>
              </a:extLst>
            </p:cNvPr>
            <p:cNvSpPr/>
            <p:nvPr/>
          </p:nvSpPr>
          <p:spPr>
            <a:xfrm>
              <a:off x="8782429" y="1550376"/>
              <a:ext cx="753973" cy="42075"/>
            </a:xfrm>
            <a:custGeom>
              <a:avLst/>
              <a:gdLst>
                <a:gd name="connsiteX0" fmla="*/ 0 w 753973"/>
                <a:gd name="connsiteY0" fmla="*/ 0 h 42075"/>
                <a:gd name="connsiteX1" fmla="*/ 753974 w 753973"/>
                <a:gd name="connsiteY1" fmla="*/ 0 h 42075"/>
                <a:gd name="connsiteX2" fmla="*/ 753974 w 753973"/>
                <a:gd name="connsiteY2" fmla="*/ 42076 h 42075"/>
                <a:gd name="connsiteX3" fmla="*/ 0 w 753973"/>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53973" h="42075">
                  <a:moveTo>
                    <a:pt x="0" y="0"/>
                  </a:moveTo>
                  <a:lnTo>
                    <a:pt x="753974" y="0"/>
                  </a:lnTo>
                  <a:lnTo>
                    <a:pt x="753974" y="42076"/>
                  </a:lnTo>
                  <a:lnTo>
                    <a:pt x="0" y="42076"/>
                  </a:lnTo>
                  <a:close/>
                </a:path>
              </a:pathLst>
            </a:custGeom>
            <a:solidFill>
              <a:srgbClr val="727A99"/>
            </a:solidFill>
            <a:ln w="0" cap="flat">
              <a:noFill/>
              <a:prstDash val="solid"/>
              <a:miter/>
            </a:ln>
          </p:spPr>
          <p:txBody>
            <a:bodyPr rtlCol="0" anchor="ctr"/>
            <a:lstStyle/>
            <a:p>
              <a:endParaRPr lang="en-US"/>
            </a:p>
          </p:txBody>
        </p:sp>
        <p:sp>
          <p:nvSpPr>
            <p:cNvPr id="166" name="Freeform 165">
              <a:extLst>
                <a:ext uri="{FF2B5EF4-FFF2-40B4-BE49-F238E27FC236}">
                  <a16:creationId xmlns:a16="http://schemas.microsoft.com/office/drawing/2014/main" id="{D1880A18-94C7-F582-2AF5-346F7D9D0DBD}"/>
                </a:ext>
              </a:extLst>
            </p:cNvPr>
            <p:cNvSpPr/>
            <p:nvPr/>
          </p:nvSpPr>
          <p:spPr>
            <a:xfrm>
              <a:off x="9536329" y="1935730"/>
              <a:ext cx="675882" cy="156062"/>
            </a:xfrm>
            <a:custGeom>
              <a:avLst/>
              <a:gdLst>
                <a:gd name="connsiteX0" fmla="*/ 675882 w 675882"/>
                <a:gd name="connsiteY0" fmla="*/ 116845 h 156062"/>
                <a:gd name="connsiteX1" fmla="*/ 660617 w 675882"/>
                <a:gd name="connsiteY1" fmla="*/ 156062 h 156062"/>
                <a:gd name="connsiteX2" fmla="*/ 339005 w 675882"/>
                <a:gd name="connsiteY2" fmla="*/ 66926 h 156062"/>
                <a:gd name="connsiteX3" fmla="*/ 172989 w 675882"/>
                <a:gd name="connsiteY3" fmla="*/ 46621 h 156062"/>
                <a:gd name="connsiteX4" fmla="*/ 131155 w 675882"/>
                <a:gd name="connsiteY4" fmla="*/ 44128 h 156062"/>
                <a:gd name="connsiteX5" fmla="*/ 89247 w 675882"/>
                <a:gd name="connsiteY5" fmla="*/ 42589 h 156062"/>
                <a:gd name="connsiteX6" fmla="*/ 47119 w 675882"/>
                <a:gd name="connsiteY6" fmla="*/ 42076 h 156062"/>
                <a:gd name="connsiteX7" fmla="*/ 0 w 675882"/>
                <a:gd name="connsiteY7" fmla="*/ 42076 h 156062"/>
                <a:gd name="connsiteX8" fmla="*/ 0 w 675882"/>
                <a:gd name="connsiteY8" fmla="*/ 0 h 156062"/>
                <a:gd name="connsiteX9" fmla="*/ 47119 w 675882"/>
                <a:gd name="connsiteY9" fmla="*/ 0 h 156062"/>
                <a:gd name="connsiteX10" fmla="*/ 90201 w 675882"/>
                <a:gd name="connsiteY10" fmla="*/ 513 h 156062"/>
                <a:gd name="connsiteX11" fmla="*/ 133136 w 675882"/>
                <a:gd name="connsiteY11" fmla="*/ 2052 h 156062"/>
                <a:gd name="connsiteX12" fmla="*/ 175998 w 675882"/>
                <a:gd name="connsiteY12" fmla="*/ 4618 h 156062"/>
                <a:gd name="connsiteX13" fmla="*/ 346125 w 675882"/>
                <a:gd name="connsiteY13" fmla="*/ 25436 h 156062"/>
                <a:gd name="connsiteX14" fmla="*/ 675809 w 675882"/>
                <a:gd name="connsiteY14" fmla="*/ 116845 h 15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5882" h="156062">
                  <a:moveTo>
                    <a:pt x="675882" y="116845"/>
                  </a:moveTo>
                  <a:lnTo>
                    <a:pt x="660617" y="156062"/>
                  </a:lnTo>
                  <a:cubicBezTo>
                    <a:pt x="556765" y="115746"/>
                    <a:pt x="448876" y="85911"/>
                    <a:pt x="339005" y="66926"/>
                  </a:cubicBezTo>
                  <a:cubicBezTo>
                    <a:pt x="284107" y="57470"/>
                    <a:pt x="228622" y="50652"/>
                    <a:pt x="172989" y="46621"/>
                  </a:cubicBezTo>
                  <a:cubicBezTo>
                    <a:pt x="159044" y="45814"/>
                    <a:pt x="145173" y="44715"/>
                    <a:pt x="131155" y="44128"/>
                  </a:cubicBezTo>
                  <a:cubicBezTo>
                    <a:pt x="117210" y="43689"/>
                    <a:pt x="103265" y="42956"/>
                    <a:pt x="89247" y="42589"/>
                  </a:cubicBezTo>
                  <a:lnTo>
                    <a:pt x="47119" y="42076"/>
                  </a:lnTo>
                  <a:lnTo>
                    <a:pt x="0" y="42076"/>
                  </a:lnTo>
                  <a:lnTo>
                    <a:pt x="0" y="0"/>
                  </a:lnTo>
                  <a:lnTo>
                    <a:pt x="47119" y="0"/>
                  </a:lnTo>
                  <a:lnTo>
                    <a:pt x="90201" y="513"/>
                  </a:lnTo>
                  <a:cubicBezTo>
                    <a:pt x="104513" y="880"/>
                    <a:pt x="118824" y="1539"/>
                    <a:pt x="133136" y="2052"/>
                  </a:cubicBezTo>
                  <a:cubicBezTo>
                    <a:pt x="147448" y="2712"/>
                    <a:pt x="161687" y="3812"/>
                    <a:pt x="175998" y="4618"/>
                  </a:cubicBezTo>
                  <a:cubicBezTo>
                    <a:pt x="233025" y="8723"/>
                    <a:pt x="289832" y="15687"/>
                    <a:pt x="346125" y="25436"/>
                  </a:cubicBezTo>
                  <a:cubicBezTo>
                    <a:pt x="458711" y="44862"/>
                    <a:pt x="569315" y="75502"/>
                    <a:pt x="675809" y="116845"/>
                  </a:cubicBezTo>
                  <a:close/>
                </a:path>
              </a:pathLst>
            </a:custGeom>
            <a:solidFill>
              <a:srgbClr val="727A99"/>
            </a:solidFill>
            <a:ln w="0" cap="flat">
              <a:noFill/>
              <a:prstDash val="solid"/>
              <a:miter/>
            </a:ln>
          </p:spPr>
          <p:txBody>
            <a:bodyPr rtlCol="0" anchor="ctr"/>
            <a:lstStyle/>
            <a:p>
              <a:endParaRPr lang="en-US"/>
            </a:p>
          </p:txBody>
        </p:sp>
        <p:sp>
          <p:nvSpPr>
            <p:cNvPr id="167" name="Freeform 166">
              <a:extLst>
                <a:ext uri="{FF2B5EF4-FFF2-40B4-BE49-F238E27FC236}">
                  <a16:creationId xmlns:a16="http://schemas.microsoft.com/office/drawing/2014/main" id="{B7EDE1C4-E8D8-11A1-4ACB-D4B83127E341}"/>
                </a:ext>
              </a:extLst>
            </p:cNvPr>
            <p:cNvSpPr/>
            <p:nvPr/>
          </p:nvSpPr>
          <p:spPr>
            <a:xfrm>
              <a:off x="9536403" y="1550376"/>
              <a:ext cx="815550" cy="182158"/>
            </a:xfrm>
            <a:custGeom>
              <a:avLst/>
              <a:gdLst>
                <a:gd name="connsiteX0" fmla="*/ 815551 w 815550"/>
                <a:gd name="connsiteY0" fmla="*/ 142941 h 182158"/>
                <a:gd name="connsiteX1" fmla="*/ 800285 w 815550"/>
                <a:gd name="connsiteY1" fmla="*/ 182158 h 182158"/>
                <a:gd name="connsiteX2" fmla="*/ 404693 w 815550"/>
                <a:gd name="connsiteY2" fmla="*/ 72497 h 182158"/>
                <a:gd name="connsiteX3" fmla="*/ 200805 w 815550"/>
                <a:gd name="connsiteY3" fmla="*/ 47574 h 182158"/>
                <a:gd name="connsiteX4" fmla="*/ 149576 w 815550"/>
                <a:gd name="connsiteY4" fmla="*/ 44495 h 182158"/>
                <a:gd name="connsiteX5" fmla="*/ 98274 w 815550"/>
                <a:gd name="connsiteY5" fmla="*/ 42662 h 182158"/>
                <a:gd name="connsiteX6" fmla="*/ 47119 w 815550"/>
                <a:gd name="connsiteY6" fmla="*/ 42076 h 182158"/>
                <a:gd name="connsiteX7" fmla="*/ 0 w 815550"/>
                <a:gd name="connsiteY7" fmla="*/ 42076 h 182158"/>
                <a:gd name="connsiteX8" fmla="*/ 0 w 815550"/>
                <a:gd name="connsiteY8" fmla="*/ 0 h 182158"/>
                <a:gd name="connsiteX9" fmla="*/ 47119 w 815550"/>
                <a:gd name="connsiteY9" fmla="*/ 0 h 182158"/>
                <a:gd name="connsiteX10" fmla="*/ 99228 w 815550"/>
                <a:gd name="connsiteY10" fmla="*/ 660 h 182158"/>
                <a:gd name="connsiteX11" fmla="*/ 151558 w 815550"/>
                <a:gd name="connsiteY11" fmla="*/ 2566 h 182158"/>
                <a:gd name="connsiteX12" fmla="*/ 203814 w 815550"/>
                <a:gd name="connsiteY12" fmla="*/ 5718 h 182158"/>
                <a:gd name="connsiteX13" fmla="*/ 411812 w 815550"/>
                <a:gd name="connsiteY13" fmla="*/ 31154 h 182158"/>
                <a:gd name="connsiteX14" fmla="*/ 815477 w 815550"/>
                <a:gd name="connsiteY14" fmla="*/ 143088 h 182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15550" h="182158">
                  <a:moveTo>
                    <a:pt x="815551" y="142941"/>
                  </a:moveTo>
                  <a:lnTo>
                    <a:pt x="800285" y="182158"/>
                  </a:lnTo>
                  <a:cubicBezTo>
                    <a:pt x="672507" y="132605"/>
                    <a:pt x="539738" y="95807"/>
                    <a:pt x="404693" y="72497"/>
                  </a:cubicBezTo>
                  <a:cubicBezTo>
                    <a:pt x="337170" y="60842"/>
                    <a:pt x="269062" y="52558"/>
                    <a:pt x="200805" y="47574"/>
                  </a:cubicBezTo>
                  <a:cubicBezTo>
                    <a:pt x="183705" y="46547"/>
                    <a:pt x="166677" y="45228"/>
                    <a:pt x="149576" y="44495"/>
                  </a:cubicBezTo>
                  <a:cubicBezTo>
                    <a:pt x="132476" y="43909"/>
                    <a:pt x="115375" y="43102"/>
                    <a:pt x="98274" y="42662"/>
                  </a:cubicBezTo>
                  <a:lnTo>
                    <a:pt x="47119" y="42076"/>
                  </a:lnTo>
                  <a:lnTo>
                    <a:pt x="0" y="42076"/>
                  </a:lnTo>
                  <a:lnTo>
                    <a:pt x="0" y="0"/>
                  </a:lnTo>
                  <a:lnTo>
                    <a:pt x="47119" y="0"/>
                  </a:lnTo>
                  <a:lnTo>
                    <a:pt x="99228" y="660"/>
                  </a:lnTo>
                  <a:cubicBezTo>
                    <a:pt x="116696" y="1100"/>
                    <a:pt x="134090" y="1906"/>
                    <a:pt x="151558" y="2566"/>
                  </a:cubicBezTo>
                  <a:cubicBezTo>
                    <a:pt x="169026" y="3372"/>
                    <a:pt x="186420" y="4691"/>
                    <a:pt x="203814" y="5718"/>
                  </a:cubicBezTo>
                  <a:cubicBezTo>
                    <a:pt x="273465" y="10776"/>
                    <a:pt x="342895" y="19205"/>
                    <a:pt x="411812" y="31154"/>
                  </a:cubicBezTo>
                  <a:cubicBezTo>
                    <a:pt x="549572" y="54904"/>
                    <a:pt x="685130" y="92435"/>
                    <a:pt x="815477" y="143088"/>
                  </a:cubicBezTo>
                  <a:close/>
                </a:path>
              </a:pathLst>
            </a:custGeom>
            <a:solidFill>
              <a:srgbClr val="727A99"/>
            </a:solidFill>
            <a:ln w="0" cap="flat">
              <a:noFill/>
              <a:prstDash val="solid"/>
              <a:miter/>
            </a:ln>
          </p:spPr>
          <p:txBody>
            <a:bodyPr rtlCol="0" anchor="ctr"/>
            <a:lstStyle/>
            <a:p>
              <a:endParaRPr lang="en-US"/>
            </a:p>
          </p:txBody>
        </p:sp>
        <p:sp>
          <p:nvSpPr>
            <p:cNvPr id="168" name="Freeform 167">
              <a:extLst>
                <a:ext uri="{FF2B5EF4-FFF2-40B4-BE49-F238E27FC236}">
                  <a16:creationId xmlns:a16="http://schemas.microsoft.com/office/drawing/2014/main" id="{7EBE66D0-9E69-3A1D-B3C1-99C964B4517B}"/>
                </a:ext>
              </a:extLst>
            </p:cNvPr>
            <p:cNvSpPr/>
            <p:nvPr/>
          </p:nvSpPr>
          <p:spPr>
            <a:xfrm>
              <a:off x="10197019" y="2052576"/>
              <a:ext cx="589350" cy="396936"/>
            </a:xfrm>
            <a:custGeom>
              <a:avLst/>
              <a:gdLst>
                <a:gd name="connsiteX0" fmla="*/ 589351 w 589350"/>
                <a:gd name="connsiteY0" fmla="*/ 366662 h 396936"/>
                <a:gd name="connsiteX1" fmla="*/ 560140 w 589350"/>
                <a:gd name="connsiteY1" fmla="*/ 396936 h 396936"/>
                <a:gd name="connsiteX2" fmla="*/ 297758 w 589350"/>
                <a:gd name="connsiteY2" fmla="*/ 190148 h 396936"/>
                <a:gd name="connsiteX3" fmla="*/ 0 w 589350"/>
                <a:gd name="connsiteY3" fmla="*/ 39217 h 396936"/>
                <a:gd name="connsiteX4" fmla="*/ 15266 w 589350"/>
                <a:gd name="connsiteY4" fmla="*/ 0 h 396936"/>
                <a:gd name="connsiteX5" fmla="*/ 320437 w 589350"/>
                <a:gd name="connsiteY5" fmla="*/ 154743 h 396936"/>
                <a:gd name="connsiteX6" fmla="*/ 589351 w 589350"/>
                <a:gd name="connsiteY6" fmla="*/ 366662 h 396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350" h="396936">
                  <a:moveTo>
                    <a:pt x="589351" y="366662"/>
                  </a:moveTo>
                  <a:lnTo>
                    <a:pt x="560140" y="396936"/>
                  </a:lnTo>
                  <a:cubicBezTo>
                    <a:pt x="479701" y="319602"/>
                    <a:pt x="391702" y="250184"/>
                    <a:pt x="297758" y="190148"/>
                  </a:cubicBezTo>
                  <a:cubicBezTo>
                    <a:pt x="203741" y="130113"/>
                    <a:pt x="103852" y="79461"/>
                    <a:pt x="0" y="39217"/>
                  </a:cubicBezTo>
                  <a:lnTo>
                    <a:pt x="15266" y="0"/>
                  </a:lnTo>
                  <a:cubicBezTo>
                    <a:pt x="121760" y="41270"/>
                    <a:pt x="224145" y="93242"/>
                    <a:pt x="320437" y="154743"/>
                  </a:cubicBezTo>
                  <a:cubicBezTo>
                    <a:pt x="416803" y="216244"/>
                    <a:pt x="506930" y="287422"/>
                    <a:pt x="589351" y="366662"/>
                  </a:cubicBezTo>
                  <a:close/>
                </a:path>
              </a:pathLst>
            </a:custGeom>
            <a:solidFill>
              <a:srgbClr val="727A99"/>
            </a:solidFill>
            <a:ln w="0" cap="flat">
              <a:noFill/>
              <a:prstDash val="solid"/>
              <a:miter/>
            </a:ln>
          </p:spPr>
          <p:txBody>
            <a:bodyPr rtlCol="0" anchor="ctr"/>
            <a:lstStyle/>
            <a:p>
              <a:endParaRPr lang="en-US"/>
            </a:p>
          </p:txBody>
        </p:sp>
        <p:sp>
          <p:nvSpPr>
            <p:cNvPr id="169" name="Freeform 168">
              <a:extLst>
                <a:ext uri="{FF2B5EF4-FFF2-40B4-BE49-F238E27FC236}">
                  <a16:creationId xmlns:a16="http://schemas.microsoft.com/office/drawing/2014/main" id="{EB68AA0B-22EE-655D-B8C0-4E145DD66B22}"/>
                </a:ext>
              </a:extLst>
            </p:cNvPr>
            <p:cNvSpPr/>
            <p:nvPr/>
          </p:nvSpPr>
          <p:spPr>
            <a:xfrm>
              <a:off x="10336688" y="1693317"/>
              <a:ext cx="717276" cy="478522"/>
            </a:xfrm>
            <a:custGeom>
              <a:avLst/>
              <a:gdLst>
                <a:gd name="connsiteX0" fmla="*/ 717277 w 717276"/>
                <a:gd name="connsiteY0" fmla="*/ 448249 h 478522"/>
                <a:gd name="connsiteX1" fmla="*/ 688066 w 717276"/>
                <a:gd name="connsiteY1" fmla="*/ 478523 h 478522"/>
                <a:gd name="connsiteX2" fmla="*/ 366014 w 717276"/>
                <a:gd name="connsiteY2" fmla="*/ 224747 h 478522"/>
                <a:gd name="connsiteX3" fmla="*/ 0 w 717276"/>
                <a:gd name="connsiteY3" fmla="*/ 39217 h 478522"/>
                <a:gd name="connsiteX4" fmla="*/ 15266 w 717276"/>
                <a:gd name="connsiteY4" fmla="*/ 0 h 478522"/>
                <a:gd name="connsiteX5" fmla="*/ 388693 w 717276"/>
                <a:gd name="connsiteY5" fmla="*/ 189342 h 478522"/>
                <a:gd name="connsiteX6" fmla="*/ 717277 w 717276"/>
                <a:gd name="connsiteY6" fmla="*/ 448249 h 47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7276" h="478522">
                  <a:moveTo>
                    <a:pt x="717277" y="448249"/>
                  </a:moveTo>
                  <a:lnTo>
                    <a:pt x="688066" y="478523"/>
                  </a:lnTo>
                  <a:cubicBezTo>
                    <a:pt x="589424" y="383668"/>
                    <a:pt x="481463" y="298490"/>
                    <a:pt x="366014" y="224747"/>
                  </a:cubicBezTo>
                  <a:cubicBezTo>
                    <a:pt x="250565" y="151004"/>
                    <a:pt x="127778" y="88697"/>
                    <a:pt x="0" y="39217"/>
                  </a:cubicBezTo>
                  <a:lnTo>
                    <a:pt x="15266" y="0"/>
                  </a:lnTo>
                  <a:cubicBezTo>
                    <a:pt x="145686" y="50579"/>
                    <a:pt x="270969" y="114133"/>
                    <a:pt x="388693" y="189342"/>
                  </a:cubicBezTo>
                  <a:cubicBezTo>
                    <a:pt x="506490" y="264551"/>
                    <a:pt x="616653" y="351488"/>
                    <a:pt x="717277" y="448249"/>
                  </a:cubicBezTo>
                  <a:close/>
                </a:path>
              </a:pathLst>
            </a:custGeom>
            <a:solidFill>
              <a:srgbClr val="727A99"/>
            </a:solidFill>
            <a:ln w="0" cap="flat">
              <a:noFill/>
              <a:prstDash val="solid"/>
              <a:miter/>
            </a:ln>
          </p:spPr>
          <p:txBody>
            <a:bodyPr rtlCol="0" anchor="ctr"/>
            <a:lstStyle/>
            <a:p>
              <a:endParaRPr lang="en-US"/>
            </a:p>
          </p:txBody>
        </p:sp>
        <p:sp>
          <p:nvSpPr>
            <p:cNvPr id="170" name="Freeform 169">
              <a:extLst>
                <a:ext uri="{FF2B5EF4-FFF2-40B4-BE49-F238E27FC236}">
                  <a16:creationId xmlns:a16="http://schemas.microsoft.com/office/drawing/2014/main" id="{6933E6C7-67D5-3D86-3ADD-59A5129925DC}"/>
                </a:ext>
              </a:extLst>
            </p:cNvPr>
            <p:cNvSpPr/>
            <p:nvPr/>
          </p:nvSpPr>
          <p:spPr>
            <a:xfrm>
              <a:off x="10757160" y="2419238"/>
              <a:ext cx="418124" cy="575722"/>
            </a:xfrm>
            <a:custGeom>
              <a:avLst/>
              <a:gdLst>
                <a:gd name="connsiteX0" fmla="*/ 418125 w 418124"/>
                <a:gd name="connsiteY0" fmla="*/ 559010 h 575722"/>
                <a:gd name="connsiteX1" fmla="*/ 379519 w 418124"/>
                <a:gd name="connsiteY1" fmla="*/ 575723 h 575722"/>
                <a:gd name="connsiteX2" fmla="*/ 0 w 418124"/>
                <a:gd name="connsiteY2" fmla="*/ 30274 h 575722"/>
                <a:gd name="connsiteX3" fmla="*/ 29211 w 418124"/>
                <a:gd name="connsiteY3" fmla="*/ 0 h 575722"/>
                <a:gd name="connsiteX4" fmla="*/ 418125 w 418124"/>
                <a:gd name="connsiteY4" fmla="*/ 559010 h 57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8124" h="575722">
                  <a:moveTo>
                    <a:pt x="418125" y="559010"/>
                  </a:moveTo>
                  <a:lnTo>
                    <a:pt x="379519" y="575723"/>
                  </a:lnTo>
                  <a:cubicBezTo>
                    <a:pt x="290933" y="371427"/>
                    <a:pt x="160953" y="184870"/>
                    <a:pt x="0" y="30274"/>
                  </a:cubicBezTo>
                  <a:lnTo>
                    <a:pt x="29211" y="0"/>
                  </a:lnTo>
                  <a:cubicBezTo>
                    <a:pt x="194127" y="158408"/>
                    <a:pt x="327336" y="349583"/>
                    <a:pt x="418125" y="559010"/>
                  </a:cubicBezTo>
                  <a:close/>
                </a:path>
              </a:pathLst>
            </a:custGeom>
            <a:solidFill>
              <a:srgbClr val="727A99"/>
            </a:solidFill>
            <a:ln w="0" cap="flat">
              <a:noFill/>
              <a:prstDash val="solid"/>
              <a:miter/>
            </a:ln>
          </p:spPr>
          <p:txBody>
            <a:bodyPr rtlCol="0" anchor="ctr"/>
            <a:lstStyle/>
            <a:p>
              <a:endParaRPr lang="en-US"/>
            </a:p>
          </p:txBody>
        </p:sp>
        <p:sp>
          <p:nvSpPr>
            <p:cNvPr id="171" name="Freeform 170">
              <a:extLst>
                <a:ext uri="{FF2B5EF4-FFF2-40B4-BE49-F238E27FC236}">
                  <a16:creationId xmlns:a16="http://schemas.microsoft.com/office/drawing/2014/main" id="{A2939943-39E0-EA07-0D2B-0FC2502DAB25}"/>
                </a:ext>
              </a:extLst>
            </p:cNvPr>
            <p:cNvSpPr/>
            <p:nvPr/>
          </p:nvSpPr>
          <p:spPr>
            <a:xfrm>
              <a:off x="11024754" y="2141566"/>
              <a:ext cx="504581" cy="700044"/>
            </a:xfrm>
            <a:custGeom>
              <a:avLst/>
              <a:gdLst>
                <a:gd name="connsiteX0" fmla="*/ 504582 w 504581"/>
                <a:gd name="connsiteY0" fmla="*/ 683332 h 700044"/>
                <a:gd name="connsiteX1" fmla="*/ 465977 w 504581"/>
                <a:gd name="connsiteY1" fmla="*/ 700045 h 700044"/>
                <a:gd name="connsiteX2" fmla="*/ 266126 w 504581"/>
                <a:gd name="connsiteY2" fmla="*/ 342032 h 700044"/>
                <a:gd name="connsiteX3" fmla="*/ 0 w 504581"/>
                <a:gd name="connsiteY3" fmla="*/ 30274 h 700044"/>
                <a:gd name="connsiteX4" fmla="*/ 29211 w 504581"/>
                <a:gd name="connsiteY4" fmla="*/ 0 h 700044"/>
                <a:gd name="connsiteX5" fmla="*/ 300694 w 504581"/>
                <a:gd name="connsiteY5" fmla="*/ 318062 h 700044"/>
                <a:gd name="connsiteX6" fmla="*/ 504582 w 504581"/>
                <a:gd name="connsiteY6" fmla="*/ 683332 h 700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4581" h="700044">
                  <a:moveTo>
                    <a:pt x="504582" y="683332"/>
                  </a:moveTo>
                  <a:lnTo>
                    <a:pt x="465977" y="700045"/>
                  </a:lnTo>
                  <a:cubicBezTo>
                    <a:pt x="411445" y="574477"/>
                    <a:pt x="344363" y="454333"/>
                    <a:pt x="266126" y="342032"/>
                  </a:cubicBezTo>
                  <a:cubicBezTo>
                    <a:pt x="187961" y="229732"/>
                    <a:pt x="98641" y="125128"/>
                    <a:pt x="0" y="30274"/>
                  </a:cubicBezTo>
                  <a:lnTo>
                    <a:pt x="29211" y="0"/>
                  </a:lnTo>
                  <a:cubicBezTo>
                    <a:pt x="129833" y="96760"/>
                    <a:pt x="220915" y="203416"/>
                    <a:pt x="300694" y="318062"/>
                  </a:cubicBezTo>
                  <a:cubicBezTo>
                    <a:pt x="380473" y="432635"/>
                    <a:pt x="448949" y="555198"/>
                    <a:pt x="504582" y="683332"/>
                  </a:cubicBezTo>
                  <a:close/>
                </a:path>
              </a:pathLst>
            </a:custGeom>
            <a:solidFill>
              <a:srgbClr val="727A99"/>
            </a:solidFill>
            <a:ln w="0" cap="flat">
              <a:noFill/>
              <a:prstDash val="solid"/>
              <a:miter/>
            </a:ln>
          </p:spPr>
          <p:txBody>
            <a:bodyPr rtlCol="0" anchor="ctr"/>
            <a:lstStyle/>
            <a:p>
              <a:endParaRPr lang="en-US"/>
            </a:p>
          </p:txBody>
        </p:sp>
        <p:sp>
          <p:nvSpPr>
            <p:cNvPr id="172" name="Freeform 171">
              <a:extLst>
                <a:ext uri="{FF2B5EF4-FFF2-40B4-BE49-F238E27FC236}">
                  <a16:creationId xmlns:a16="http://schemas.microsoft.com/office/drawing/2014/main" id="{881AE270-1996-9DBA-46D4-48622EAED9EE}"/>
                </a:ext>
              </a:extLst>
            </p:cNvPr>
            <p:cNvSpPr/>
            <p:nvPr/>
          </p:nvSpPr>
          <p:spPr>
            <a:xfrm>
              <a:off x="11136606" y="2978247"/>
              <a:ext cx="180695" cy="665958"/>
            </a:xfrm>
            <a:custGeom>
              <a:avLst/>
              <a:gdLst>
                <a:gd name="connsiteX0" fmla="*/ 180695 w 180695"/>
                <a:gd name="connsiteY0" fmla="*/ 665446 h 665958"/>
                <a:gd name="connsiteX1" fmla="*/ 138567 w 180695"/>
                <a:gd name="connsiteY1" fmla="*/ 665959 h 665958"/>
                <a:gd name="connsiteX2" fmla="*/ 101650 w 180695"/>
                <a:gd name="connsiteY2" fmla="*/ 334189 h 665958"/>
                <a:gd name="connsiteX3" fmla="*/ 0 w 180695"/>
                <a:gd name="connsiteY3" fmla="*/ 16713 h 665958"/>
                <a:gd name="connsiteX4" fmla="*/ 38605 w 180695"/>
                <a:gd name="connsiteY4" fmla="*/ 0 h 665958"/>
                <a:gd name="connsiteX5" fmla="*/ 142824 w 180695"/>
                <a:gd name="connsiteY5" fmla="*/ 325466 h 665958"/>
                <a:gd name="connsiteX6" fmla="*/ 180622 w 180695"/>
                <a:gd name="connsiteY6" fmla="*/ 665446 h 665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0695" h="665958">
                  <a:moveTo>
                    <a:pt x="180695" y="665446"/>
                  </a:moveTo>
                  <a:lnTo>
                    <a:pt x="138567" y="665959"/>
                  </a:lnTo>
                  <a:cubicBezTo>
                    <a:pt x="137172" y="554318"/>
                    <a:pt x="124916" y="443044"/>
                    <a:pt x="101650" y="334189"/>
                  </a:cubicBezTo>
                  <a:cubicBezTo>
                    <a:pt x="78457" y="225334"/>
                    <a:pt x="44329" y="118824"/>
                    <a:pt x="0" y="16713"/>
                  </a:cubicBezTo>
                  <a:lnTo>
                    <a:pt x="38605" y="0"/>
                  </a:lnTo>
                  <a:cubicBezTo>
                    <a:pt x="84109" y="104677"/>
                    <a:pt x="119044" y="213825"/>
                    <a:pt x="142824" y="325466"/>
                  </a:cubicBezTo>
                  <a:cubicBezTo>
                    <a:pt x="166603" y="437107"/>
                    <a:pt x="179227" y="551093"/>
                    <a:pt x="180622" y="665446"/>
                  </a:cubicBezTo>
                  <a:close/>
                </a:path>
              </a:pathLst>
            </a:custGeom>
            <a:solidFill>
              <a:srgbClr val="727A99"/>
            </a:solidFill>
            <a:ln w="0" cap="flat">
              <a:noFill/>
              <a:prstDash val="solid"/>
              <a:miter/>
            </a:ln>
          </p:spPr>
          <p:txBody>
            <a:bodyPr rtlCol="0" anchor="ctr"/>
            <a:lstStyle/>
            <a:p>
              <a:endParaRPr lang="en-US"/>
            </a:p>
          </p:txBody>
        </p:sp>
        <p:sp>
          <p:nvSpPr>
            <p:cNvPr id="173" name="Freeform 172">
              <a:extLst>
                <a:ext uri="{FF2B5EF4-FFF2-40B4-BE49-F238E27FC236}">
                  <a16:creationId xmlns:a16="http://schemas.microsoft.com/office/drawing/2014/main" id="{761744F2-BA7B-FE69-486D-850F01FE4755}"/>
                </a:ext>
              </a:extLst>
            </p:cNvPr>
            <p:cNvSpPr/>
            <p:nvPr/>
          </p:nvSpPr>
          <p:spPr>
            <a:xfrm>
              <a:off x="11490657" y="2824897"/>
              <a:ext cx="212547" cy="814470"/>
            </a:xfrm>
            <a:custGeom>
              <a:avLst/>
              <a:gdLst>
                <a:gd name="connsiteX0" fmla="*/ 212548 w 212547"/>
                <a:gd name="connsiteY0" fmla="*/ 813958 h 814470"/>
                <a:gd name="connsiteX1" fmla="*/ 170420 w 212547"/>
                <a:gd name="connsiteY1" fmla="*/ 814471 h 814470"/>
                <a:gd name="connsiteX2" fmla="*/ 125062 w 212547"/>
                <a:gd name="connsiteY2" fmla="*/ 407272 h 814470"/>
                <a:gd name="connsiteX3" fmla="*/ 0 w 212547"/>
                <a:gd name="connsiteY3" fmla="*/ 16713 h 814470"/>
                <a:gd name="connsiteX4" fmla="*/ 38605 w 212547"/>
                <a:gd name="connsiteY4" fmla="*/ 0 h 814470"/>
                <a:gd name="connsiteX5" fmla="*/ 166237 w 212547"/>
                <a:gd name="connsiteY5" fmla="*/ 398549 h 814470"/>
                <a:gd name="connsiteX6" fmla="*/ 212474 w 212547"/>
                <a:gd name="connsiteY6" fmla="*/ 813958 h 814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47" h="814470">
                  <a:moveTo>
                    <a:pt x="212548" y="813958"/>
                  </a:moveTo>
                  <a:lnTo>
                    <a:pt x="170420" y="814471"/>
                  </a:lnTo>
                  <a:cubicBezTo>
                    <a:pt x="168732" y="677834"/>
                    <a:pt x="153613" y="541197"/>
                    <a:pt x="125062" y="407272"/>
                  </a:cubicBezTo>
                  <a:cubicBezTo>
                    <a:pt x="96513" y="273347"/>
                    <a:pt x="54531" y="142281"/>
                    <a:pt x="0" y="16713"/>
                  </a:cubicBezTo>
                  <a:lnTo>
                    <a:pt x="38605" y="0"/>
                  </a:lnTo>
                  <a:cubicBezTo>
                    <a:pt x="94311" y="128134"/>
                    <a:pt x="137099" y="261912"/>
                    <a:pt x="166237" y="398549"/>
                  </a:cubicBezTo>
                  <a:cubicBezTo>
                    <a:pt x="195374" y="535186"/>
                    <a:pt x="210787" y="674609"/>
                    <a:pt x="212474" y="813958"/>
                  </a:cubicBezTo>
                  <a:close/>
                </a:path>
              </a:pathLst>
            </a:custGeom>
            <a:solidFill>
              <a:srgbClr val="727A99"/>
            </a:solidFill>
            <a:ln w="0" cap="flat">
              <a:noFill/>
              <a:prstDash val="solid"/>
              <a:miter/>
            </a:ln>
          </p:spPr>
          <p:txBody>
            <a:bodyPr rtlCol="0" anchor="ctr"/>
            <a:lstStyle/>
            <a:p>
              <a:endParaRPr lang="en-US"/>
            </a:p>
          </p:txBody>
        </p:sp>
        <p:sp>
          <p:nvSpPr>
            <p:cNvPr id="174" name="Freeform 173">
              <a:extLst>
                <a:ext uri="{FF2B5EF4-FFF2-40B4-BE49-F238E27FC236}">
                  <a16:creationId xmlns:a16="http://schemas.microsoft.com/office/drawing/2014/main" id="{91C3BFED-5989-6BB2-D052-0D6C220C3FE6}"/>
                </a:ext>
              </a:extLst>
            </p:cNvPr>
            <p:cNvSpPr/>
            <p:nvPr/>
          </p:nvSpPr>
          <p:spPr>
            <a:xfrm>
              <a:off x="11153412" y="3643620"/>
              <a:ext cx="164106" cy="669037"/>
            </a:xfrm>
            <a:custGeom>
              <a:avLst/>
              <a:gdLst>
                <a:gd name="connsiteX0" fmla="*/ 39046 w 164106"/>
                <a:gd name="connsiteY0" fmla="*/ 669037 h 669037"/>
                <a:gd name="connsiteX1" fmla="*/ 0 w 164106"/>
                <a:gd name="connsiteY1" fmla="*/ 653277 h 669037"/>
                <a:gd name="connsiteX2" fmla="*/ 93431 w 164106"/>
                <a:gd name="connsiteY2" fmla="*/ 333236 h 669037"/>
                <a:gd name="connsiteX3" fmla="*/ 121834 w 164106"/>
                <a:gd name="connsiteY3" fmla="*/ 513 h 669037"/>
                <a:gd name="connsiteX4" fmla="*/ 163962 w 164106"/>
                <a:gd name="connsiteY4" fmla="*/ 0 h 669037"/>
                <a:gd name="connsiteX5" fmla="*/ 134824 w 164106"/>
                <a:gd name="connsiteY5" fmla="*/ 340933 h 669037"/>
                <a:gd name="connsiteX6" fmla="*/ 39046 w 164106"/>
                <a:gd name="connsiteY6" fmla="*/ 668964 h 669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106" h="669037">
                  <a:moveTo>
                    <a:pt x="39046" y="669037"/>
                  </a:moveTo>
                  <a:lnTo>
                    <a:pt x="0" y="653277"/>
                  </a:lnTo>
                  <a:cubicBezTo>
                    <a:pt x="41688" y="550067"/>
                    <a:pt x="73027" y="442751"/>
                    <a:pt x="93431" y="333236"/>
                  </a:cubicBezTo>
                  <a:cubicBezTo>
                    <a:pt x="113834" y="223794"/>
                    <a:pt x="123302" y="112227"/>
                    <a:pt x="121834" y="513"/>
                  </a:cubicBezTo>
                  <a:lnTo>
                    <a:pt x="163962" y="0"/>
                  </a:lnTo>
                  <a:cubicBezTo>
                    <a:pt x="165430" y="114426"/>
                    <a:pt x="155742" y="228779"/>
                    <a:pt x="134824" y="340933"/>
                  </a:cubicBezTo>
                  <a:cubicBezTo>
                    <a:pt x="113907" y="453160"/>
                    <a:pt x="81834" y="563188"/>
                    <a:pt x="39046" y="668964"/>
                  </a:cubicBezTo>
                  <a:close/>
                </a:path>
              </a:pathLst>
            </a:custGeom>
            <a:solidFill>
              <a:srgbClr val="727A99"/>
            </a:solidFill>
            <a:ln w="0" cap="flat">
              <a:noFill/>
              <a:prstDash val="solid"/>
              <a:miter/>
            </a:ln>
          </p:spPr>
          <p:txBody>
            <a:bodyPr rtlCol="0" anchor="ctr"/>
            <a:lstStyle/>
            <a:p>
              <a:endParaRPr lang="en-US"/>
            </a:p>
          </p:txBody>
        </p:sp>
        <p:sp>
          <p:nvSpPr>
            <p:cNvPr id="175" name="Freeform 174">
              <a:extLst>
                <a:ext uri="{FF2B5EF4-FFF2-40B4-BE49-F238E27FC236}">
                  <a16:creationId xmlns:a16="http://schemas.microsoft.com/office/drawing/2014/main" id="{29214691-CA1A-92F5-0E18-2C760F172788}"/>
                </a:ext>
              </a:extLst>
            </p:cNvPr>
            <p:cNvSpPr/>
            <p:nvPr/>
          </p:nvSpPr>
          <p:spPr>
            <a:xfrm>
              <a:off x="11511280" y="3638855"/>
              <a:ext cx="192170" cy="818062"/>
            </a:xfrm>
            <a:custGeom>
              <a:avLst/>
              <a:gdLst>
                <a:gd name="connsiteX0" fmla="*/ 39046 w 192170"/>
                <a:gd name="connsiteY0" fmla="*/ 817989 h 818062"/>
                <a:gd name="connsiteX1" fmla="*/ 0 w 192170"/>
                <a:gd name="connsiteY1" fmla="*/ 802229 h 818062"/>
                <a:gd name="connsiteX2" fmla="*/ 114935 w 192170"/>
                <a:gd name="connsiteY2" fmla="*/ 408591 h 818062"/>
                <a:gd name="connsiteX3" fmla="*/ 149870 w 192170"/>
                <a:gd name="connsiteY3" fmla="*/ 513 h 818062"/>
                <a:gd name="connsiteX4" fmla="*/ 191998 w 192170"/>
                <a:gd name="connsiteY4" fmla="*/ 0 h 818062"/>
                <a:gd name="connsiteX5" fmla="*/ 156402 w 192170"/>
                <a:gd name="connsiteY5" fmla="*/ 416362 h 818062"/>
                <a:gd name="connsiteX6" fmla="*/ 39119 w 192170"/>
                <a:gd name="connsiteY6" fmla="*/ 818063 h 81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170" h="818062">
                  <a:moveTo>
                    <a:pt x="39046" y="817989"/>
                  </a:moveTo>
                  <a:lnTo>
                    <a:pt x="0" y="802229"/>
                  </a:lnTo>
                  <a:cubicBezTo>
                    <a:pt x="51302" y="675268"/>
                    <a:pt x="89834" y="543103"/>
                    <a:pt x="114935" y="408591"/>
                  </a:cubicBezTo>
                  <a:cubicBezTo>
                    <a:pt x="140036" y="274007"/>
                    <a:pt x="151558" y="137077"/>
                    <a:pt x="149870" y="513"/>
                  </a:cubicBezTo>
                  <a:lnTo>
                    <a:pt x="191998" y="0"/>
                  </a:lnTo>
                  <a:cubicBezTo>
                    <a:pt x="193760" y="139276"/>
                    <a:pt x="182017" y="278992"/>
                    <a:pt x="156402" y="416362"/>
                  </a:cubicBezTo>
                  <a:cubicBezTo>
                    <a:pt x="130862" y="553658"/>
                    <a:pt x="91523" y="688536"/>
                    <a:pt x="39119" y="818063"/>
                  </a:cubicBezTo>
                  <a:close/>
                </a:path>
              </a:pathLst>
            </a:custGeom>
            <a:solidFill>
              <a:srgbClr val="727A99"/>
            </a:solidFill>
            <a:ln w="0" cap="flat">
              <a:noFill/>
              <a:prstDash val="solid"/>
              <a:miter/>
            </a:ln>
          </p:spPr>
          <p:txBody>
            <a:bodyPr rtlCol="0" anchor="ctr"/>
            <a:lstStyle/>
            <a:p>
              <a:endParaRPr lang="en-US"/>
            </a:p>
          </p:txBody>
        </p:sp>
        <p:sp>
          <p:nvSpPr>
            <p:cNvPr id="176" name="Freeform 175">
              <a:extLst>
                <a:ext uri="{FF2B5EF4-FFF2-40B4-BE49-F238E27FC236}">
                  <a16:creationId xmlns:a16="http://schemas.microsoft.com/office/drawing/2014/main" id="{5BF5E133-DCD1-AF0C-4E3C-E9504D044E43}"/>
                </a:ext>
              </a:extLst>
            </p:cNvPr>
            <p:cNvSpPr/>
            <p:nvPr/>
          </p:nvSpPr>
          <p:spPr>
            <a:xfrm>
              <a:off x="10788059" y="4296897"/>
              <a:ext cx="404399" cy="584445"/>
            </a:xfrm>
            <a:custGeom>
              <a:avLst/>
              <a:gdLst>
                <a:gd name="connsiteX0" fmla="*/ 29944 w 404399"/>
                <a:gd name="connsiteY0" fmla="*/ 584446 h 584445"/>
                <a:gd name="connsiteX1" fmla="*/ 0 w 404399"/>
                <a:gd name="connsiteY1" fmla="*/ 554905 h 584445"/>
                <a:gd name="connsiteX2" fmla="*/ 365353 w 404399"/>
                <a:gd name="connsiteY2" fmla="*/ 0 h 584445"/>
                <a:gd name="connsiteX3" fmla="*/ 404399 w 404399"/>
                <a:gd name="connsiteY3" fmla="*/ 15760 h 584445"/>
                <a:gd name="connsiteX4" fmla="*/ 29944 w 404399"/>
                <a:gd name="connsiteY4" fmla="*/ 584446 h 584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399" h="584445">
                  <a:moveTo>
                    <a:pt x="29944" y="584446"/>
                  </a:moveTo>
                  <a:lnTo>
                    <a:pt x="0" y="554905"/>
                  </a:lnTo>
                  <a:cubicBezTo>
                    <a:pt x="156916" y="396277"/>
                    <a:pt x="282052" y="206495"/>
                    <a:pt x="365353" y="0"/>
                  </a:cubicBezTo>
                  <a:lnTo>
                    <a:pt x="404399" y="15760"/>
                  </a:lnTo>
                  <a:cubicBezTo>
                    <a:pt x="319042" y="227460"/>
                    <a:pt x="190750" y="421860"/>
                    <a:pt x="29944" y="584446"/>
                  </a:cubicBezTo>
                  <a:close/>
                </a:path>
              </a:pathLst>
            </a:custGeom>
            <a:solidFill>
              <a:srgbClr val="727A99"/>
            </a:solidFill>
            <a:ln w="0" cap="flat">
              <a:noFill/>
              <a:prstDash val="solid"/>
              <a:miter/>
            </a:ln>
          </p:spPr>
          <p:txBody>
            <a:bodyPr rtlCol="0" anchor="ctr"/>
            <a:lstStyle/>
            <a:p>
              <a:endParaRPr lang="en-US"/>
            </a:p>
          </p:txBody>
        </p:sp>
        <p:sp>
          <p:nvSpPr>
            <p:cNvPr id="177" name="Freeform 176">
              <a:extLst>
                <a:ext uri="{FF2B5EF4-FFF2-40B4-BE49-F238E27FC236}">
                  <a16:creationId xmlns:a16="http://schemas.microsoft.com/office/drawing/2014/main" id="{BBC90BB5-6B98-F9D9-C4A4-E8BC0A78E4F4}"/>
                </a:ext>
              </a:extLst>
            </p:cNvPr>
            <p:cNvSpPr/>
            <p:nvPr/>
          </p:nvSpPr>
          <p:spPr>
            <a:xfrm>
              <a:off x="11062698" y="4441157"/>
              <a:ext cx="487628" cy="711113"/>
            </a:xfrm>
            <a:custGeom>
              <a:avLst/>
              <a:gdLst>
                <a:gd name="connsiteX0" fmla="*/ 29945 w 487628"/>
                <a:gd name="connsiteY0" fmla="*/ 711040 h 711113"/>
                <a:gd name="connsiteX1" fmla="*/ 0 w 487628"/>
                <a:gd name="connsiteY1" fmla="*/ 681499 h 711113"/>
                <a:gd name="connsiteX2" fmla="*/ 258053 w 487628"/>
                <a:gd name="connsiteY2" fmla="*/ 363071 h 711113"/>
                <a:gd name="connsiteX3" fmla="*/ 448582 w 487628"/>
                <a:gd name="connsiteY3" fmla="*/ 0 h 711113"/>
                <a:gd name="connsiteX4" fmla="*/ 487628 w 487628"/>
                <a:gd name="connsiteY4" fmla="*/ 15760 h 711113"/>
                <a:gd name="connsiteX5" fmla="*/ 293208 w 487628"/>
                <a:gd name="connsiteY5" fmla="*/ 386234 h 711113"/>
                <a:gd name="connsiteX6" fmla="*/ 29945 w 487628"/>
                <a:gd name="connsiteY6" fmla="*/ 711114 h 711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7628" h="711113">
                  <a:moveTo>
                    <a:pt x="29945" y="711040"/>
                  </a:moveTo>
                  <a:lnTo>
                    <a:pt x="0" y="681499"/>
                  </a:lnTo>
                  <a:cubicBezTo>
                    <a:pt x="96219" y="584153"/>
                    <a:pt x="182824" y="477350"/>
                    <a:pt x="258053" y="363071"/>
                  </a:cubicBezTo>
                  <a:cubicBezTo>
                    <a:pt x="333355" y="248791"/>
                    <a:pt x="397354" y="126961"/>
                    <a:pt x="448582" y="0"/>
                  </a:cubicBezTo>
                  <a:lnTo>
                    <a:pt x="487628" y="15760"/>
                  </a:lnTo>
                  <a:cubicBezTo>
                    <a:pt x="435299" y="145360"/>
                    <a:pt x="370051" y="269609"/>
                    <a:pt x="293208" y="386234"/>
                  </a:cubicBezTo>
                  <a:cubicBezTo>
                    <a:pt x="216365" y="502859"/>
                    <a:pt x="128073" y="611788"/>
                    <a:pt x="29945" y="711114"/>
                  </a:cubicBezTo>
                  <a:close/>
                </a:path>
              </a:pathLst>
            </a:custGeom>
            <a:solidFill>
              <a:srgbClr val="727A99"/>
            </a:solidFill>
            <a:ln w="0" cap="flat">
              <a:noFill/>
              <a:prstDash val="solid"/>
              <a:miter/>
            </a:ln>
          </p:spPr>
          <p:txBody>
            <a:bodyPr rtlCol="0" anchor="ctr"/>
            <a:lstStyle/>
            <a:p>
              <a:endParaRPr lang="en-US"/>
            </a:p>
          </p:txBody>
        </p:sp>
        <p:sp>
          <p:nvSpPr>
            <p:cNvPr id="178" name="Freeform 177">
              <a:extLst>
                <a:ext uri="{FF2B5EF4-FFF2-40B4-BE49-F238E27FC236}">
                  <a16:creationId xmlns:a16="http://schemas.microsoft.com/office/drawing/2014/main" id="{BEDEEC36-90E7-0E64-688C-D8CD8081C8DB}"/>
                </a:ext>
              </a:extLst>
            </p:cNvPr>
            <p:cNvSpPr/>
            <p:nvPr/>
          </p:nvSpPr>
          <p:spPr>
            <a:xfrm>
              <a:off x="10237239" y="4851801"/>
              <a:ext cx="580764" cy="410863"/>
            </a:xfrm>
            <a:custGeom>
              <a:avLst/>
              <a:gdLst>
                <a:gd name="connsiteX0" fmla="*/ 16220 w 580764"/>
                <a:gd name="connsiteY0" fmla="*/ 410864 h 410863"/>
                <a:gd name="connsiteX1" fmla="*/ 0 w 580764"/>
                <a:gd name="connsiteY1" fmla="*/ 372087 h 410863"/>
                <a:gd name="connsiteX2" fmla="*/ 293795 w 580764"/>
                <a:gd name="connsiteY2" fmla="*/ 213459 h 410863"/>
                <a:gd name="connsiteX3" fmla="*/ 550820 w 580764"/>
                <a:gd name="connsiteY3" fmla="*/ 0 h 410863"/>
                <a:gd name="connsiteX4" fmla="*/ 580764 w 580764"/>
                <a:gd name="connsiteY4" fmla="*/ 29541 h 410863"/>
                <a:gd name="connsiteX5" fmla="*/ 317354 w 580764"/>
                <a:gd name="connsiteY5" fmla="*/ 248278 h 410863"/>
                <a:gd name="connsiteX6" fmla="*/ 16220 w 580764"/>
                <a:gd name="connsiteY6" fmla="*/ 410864 h 410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0764" h="410863">
                  <a:moveTo>
                    <a:pt x="16220" y="410864"/>
                  </a:moveTo>
                  <a:lnTo>
                    <a:pt x="0" y="372087"/>
                  </a:lnTo>
                  <a:cubicBezTo>
                    <a:pt x="102825" y="329131"/>
                    <a:pt x="201392" y="275913"/>
                    <a:pt x="293795" y="213459"/>
                  </a:cubicBezTo>
                  <a:cubicBezTo>
                    <a:pt x="386198" y="151004"/>
                    <a:pt x="472435" y="79387"/>
                    <a:pt x="550820" y="0"/>
                  </a:cubicBezTo>
                  <a:lnTo>
                    <a:pt x="580764" y="29541"/>
                  </a:lnTo>
                  <a:cubicBezTo>
                    <a:pt x="500399" y="110834"/>
                    <a:pt x="412032" y="184284"/>
                    <a:pt x="317354" y="248278"/>
                  </a:cubicBezTo>
                  <a:cubicBezTo>
                    <a:pt x="222676" y="312271"/>
                    <a:pt x="121613" y="366809"/>
                    <a:pt x="16220" y="410864"/>
                  </a:cubicBezTo>
                  <a:close/>
                </a:path>
              </a:pathLst>
            </a:custGeom>
            <a:solidFill>
              <a:srgbClr val="727A99"/>
            </a:solidFill>
            <a:ln w="0" cap="flat">
              <a:noFill/>
              <a:prstDash val="solid"/>
              <a:miter/>
            </a:ln>
          </p:spPr>
          <p:txBody>
            <a:bodyPr rtlCol="0" anchor="ctr"/>
            <a:lstStyle/>
            <a:p>
              <a:endParaRPr lang="en-US"/>
            </a:p>
          </p:txBody>
        </p:sp>
        <p:sp>
          <p:nvSpPr>
            <p:cNvPr id="179" name="Freeform 178">
              <a:extLst>
                <a:ext uri="{FF2B5EF4-FFF2-40B4-BE49-F238E27FC236}">
                  <a16:creationId xmlns:a16="http://schemas.microsoft.com/office/drawing/2014/main" id="{AED3C98A-8DE0-A381-A2B7-96E9113057BA}"/>
                </a:ext>
              </a:extLst>
            </p:cNvPr>
            <p:cNvSpPr/>
            <p:nvPr/>
          </p:nvSpPr>
          <p:spPr>
            <a:xfrm>
              <a:off x="10386155" y="5122656"/>
              <a:ext cx="706487" cy="495602"/>
            </a:xfrm>
            <a:custGeom>
              <a:avLst/>
              <a:gdLst>
                <a:gd name="connsiteX0" fmla="*/ 16220 w 706487"/>
                <a:gd name="connsiteY0" fmla="*/ 495602 h 495602"/>
                <a:gd name="connsiteX1" fmla="*/ 0 w 706487"/>
                <a:gd name="connsiteY1" fmla="*/ 456825 h 495602"/>
                <a:gd name="connsiteX2" fmla="*/ 361097 w 706487"/>
                <a:gd name="connsiteY2" fmla="*/ 261912 h 495602"/>
                <a:gd name="connsiteX3" fmla="*/ 676543 w 706487"/>
                <a:gd name="connsiteY3" fmla="*/ 0 h 495602"/>
                <a:gd name="connsiteX4" fmla="*/ 706488 w 706487"/>
                <a:gd name="connsiteY4" fmla="*/ 29541 h 495602"/>
                <a:gd name="connsiteX5" fmla="*/ 384656 w 706487"/>
                <a:gd name="connsiteY5" fmla="*/ 296731 h 495602"/>
                <a:gd name="connsiteX6" fmla="*/ 16293 w 706487"/>
                <a:gd name="connsiteY6" fmla="*/ 495602 h 495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487" h="495602">
                  <a:moveTo>
                    <a:pt x="16220" y="495602"/>
                  </a:moveTo>
                  <a:lnTo>
                    <a:pt x="0" y="456825"/>
                  </a:lnTo>
                  <a:cubicBezTo>
                    <a:pt x="126457" y="403974"/>
                    <a:pt x="247630" y="338587"/>
                    <a:pt x="361097" y="261912"/>
                  </a:cubicBezTo>
                  <a:cubicBezTo>
                    <a:pt x="474563" y="185237"/>
                    <a:pt x="580324" y="97347"/>
                    <a:pt x="676543" y="0"/>
                  </a:cubicBezTo>
                  <a:lnTo>
                    <a:pt x="706488" y="29541"/>
                  </a:lnTo>
                  <a:cubicBezTo>
                    <a:pt x="608361" y="128867"/>
                    <a:pt x="500471" y="218517"/>
                    <a:pt x="384656" y="296731"/>
                  </a:cubicBezTo>
                  <a:cubicBezTo>
                    <a:pt x="268915" y="374945"/>
                    <a:pt x="145319" y="441725"/>
                    <a:pt x="16293" y="495602"/>
                  </a:cubicBezTo>
                  <a:close/>
                </a:path>
              </a:pathLst>
            </a:custGeom>
            <a:solidFill>
              <a:srgbClr val="727A99"/>
            </a:solidFill>
            <a:ln w="0" cap="flat">
              <a:noFill/>
              <a:prstDash val="solid"/>
              <a:miter/>
            </a:ln>
          </p:spPr>
          <p:txBody>
            <a:bodyPr rtlCol="0" anchor="ctr"/>
            <a:lstStyle/>
            <a:p>
              <a:endParaRPr lang="en-US"/>
            </a:p>
          </p:txBody>
        </p:sp>
        <p:sp>
          <p:nvSpPr>
            <p:cNvPr id="180" name="Freeform 179">
              <a:extLst>
                <a:ext uri="{FF2B5EF4-FFF2-40B4-BE49-F238E27FC236}">
                  <a16:creationId xmlns:a16="http://schemas.microsoft.com/office/drawing/2014/main" id="{E8D7867D-3086-AD22-5738-C1ABB07C9549}"/>
                </a:ext>
              </a:extLst>
            </p:cNvPr>
            <p:cNvSpPr/>
            <p:nvPr/>
          </p:nvSpPr>
          <p:spPr>
            <a:xfrm>
              <a:off x="9585283" y="5223815"/>
              <a:ext cx="668102" cy="172262"/>
            </a:xfrm>
            <a:custGeom>
              <a:avLst/>
              <a:gdLst>
                <a:gd name="connsiteX0" fmla="*/ 0 w 668102"/>
                <a:gd name="connsiteY0" fmla="*/ 172262 h 172262"/>
                <a:gd name="connsiteX1" fmla="*/ 0 w 668102"/>
                <a:gd name="connsiteY1" fmla="*/ 130186 h 172262"/>
                <a:gd name="connsiteX2" fmla="*/ 332693 w 668102"/>
                <a:gd name="connsiteY2" fmla="*/ 97420 h 172262"/>
                <a:gd name="connsiteX3" fmla="*/ 651883 w 668102"/>
                <a:gd name="connsiteY3" fmla="*/ 0 h 172262"/>
                <a:gd name="connsiteX4" fmla="*/ 668102 w 668102"/>
                <a:gd name="connsiteY4" fmla="*/ 38777 h 172262"/>
                <a:gd name="connsiteX5" fmla="*/ 340913 w 668102"/>
                <a:gd name="connsiteY5" fmla="*/ 138616 h 172262"/>
                <a:gd name="connsiteX6" fmla="*/ 0 w 668102"/>
                <a:gd name="connsiteY6" fmla="*/ 172189 h 17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102" h="172262">
                  <a:moveTo>
                    <a:pt x="0" y="172262"/>
                  </a:moveTo>
                  <a:lnTo>
                    <a:pt x="0" y="130186"/>
                  </a:lnTo>
                  <a:cubicBezTo>
                    <a:pt x="111852" y="130186"/>
                    <a:pt x="223410" y="119264"/>
                    <a:pt x="332693" y="97420"/>
                  </a:cubicBezTo>
                  <a:cubicBezTo>
                    <a:pt x="441977" y="75649"/>
                    <a:pt x="549058" y="42956"/>
                    <a:pt x="651883" y="0"/>
                  </a:cubicBezTo>
                  <a:lnTo>
                    <a:pt x="668102" y="38777"/>
                  </a:lnTo>
                  <a:cubicBezTo>
                    <a:pt x="562709" y="82832"/>
                    <a:pt x="452986" y="116332"/>
                    <a:pt x="340913" y="138616"/>
                  </a:cubicBezTo>
                  <a:cubicBezTo>
                    <a:pt x="228841" y="160974"/>
                    <a:pt x="114567" y="172116"/>
                    <a:pt x="0" y="172189"/>
                  </a:cubicBezTo>
                  <a:close/>
                </a:path>
              </a:pathLst>
            </a:custGeom>
            <a:solidFill>
              <a:srgbClr val="727A99"/>
            </a:solidFill>
            <a:ln w="0" cap="flat">
              <a:noFill/>
              <a:prstDash val="solid"/>
              <a:miter/>
            </a:ln>
          </p:spPr>
          <p:txBody>
            <a:bodyPr rtlCol="0" anchor="ctr"/>
            <a:lstStyle/>
            <a:p>
              <a:endParaRPr lang="en-US"/>
            </a:p>
          </p:txBody>
        </p:sp>
        <p:sp>
          <p:nvSpPr>
            <p:cNvPr id="181" name="Freeform 180">
              <a:extLst>
                <a:ext uri="{FF2B5EF4-FFF2-40B4-BE49-F238E27FC236}">
                  <a16:creationId xmlns:a16="http://schemas.microsoft.com/office/drawing/2014/main" id="{3CEFC18C-F629-97A8-642A-62D3EB49B3EF}"/>
                </a:ext>
              </a:extLst>
            </p:cNvPr>
            <p:cNvSpPr/>
            <p:nvPr/>
          </p:nvSpPr>
          <p:spPr>
            <a:xfrm>
              <a:off x="9585283" y="5579408"/>
              <a:ext cx="817091" cy="202096"/>
            </a:xfrm>
            <a:custGeom>
              <a:avLst/>
              <a:gdLst>
                <a:gd name="connsiteX0" fmla="*/ 0 w 817091"/>
                <a:gd name="connsiteY0" fmla="*/ 202097 h 202096"/>
                <a:gd name="connsiteX1" fmla="*/ 0 w 817091"/>
                <a:gd name="connsiteY1" fmla="*/ 160020 h 202096"/>
                <a:gd name="connsiteX2" fmla="*/ 408216 w 817091"/>
                <a:gd name="connsiteY2" fmla="*/ 119850 h 202096"/>
                <a:gd name="connsiteX3" fmla="*/ 800872 w 817091"/>
                <a:gd name="connsiteY3" fmla="*/ 0 h 202096"/>
                <a:gd name="connsiteX4" fmla="*/ 817092 w 817091"/>
                <a:gd name="connsiteY4" fmla="*/ 38777 h 202096"/>
                <a:gd name="connsiteX5" fmla="*/ 416436 w 817091"/>
                <a:gd name="connsiteY5" fmla="*/ 161047 h 202096"/>
                <a:gd name="connsiteX6" fmla="*/ 0 w 817091"/>
                <a:gd name="connsiteY6" fmla="*/ 202023 h 20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7091" h="202096">
                  <a:moveTo>
                    <a:pt x="0" y="202097"/>
                  </a:moveTo>
                  <a:lnTo>
                    <a:pt x="0" y="160020"/>
                  </a:lnTo>
                  <a:cubicBezTo>
                    <a:pt x="136733" y="160020"/>
                    <a:pt x="273758" y="146606"/>
                    <a:pt x="408216" y="119850"/>
                  </a:cubicBezTo>
                  <a:cubicBezTo>
                    <a:pt x="542599" y="93095"/>
                    <a:pt x="674415" y="52851"/>
                    <a:pt x="800872" y="0"/>
                  </a:cubicBezTo>
                  <a:lnTo>
                    <a:pt x="817092" y="38777"/>
                  </a:lnTo>
                  <a:cubicBezTo>
                    <a:pt x="688066" y="92728"/>
                    <a:pt x="553608" y="133705"/>
                    <a:pt x="416436" y="161047"/>
                  </a:cubicBezTo>
                  <a:cubicBezTo>
                    <a:pt x="279263" y="188389"/>
                    <a:pt x="139522" y="202023"/>
                    <a:pt x="0" y="202023"/>
                  </a:cubicBezTo>
                  <a:close/>
                </a:path>
              </a:pathLst>
            </a:custGeom>
            <a:solidFill>
              <a:srgbClr val="727A99"/>
            </a:solidFill>
            <a:ln w="0" cap="flat">
              <a:noFill/>
              <a:prstDash val="solid"/>
              <a:miter/>
            </a:ln>
          </p:spPr>
          <p:txBody>
            <a:bodyPr rtlCol="0" anchor="ctr"/>
            <a:lstStyle/>
            <a:p>
              <a:endParaRPr lang="en-US"/>
            </a:p>
          </p:txBody>
        </p:sp>
        <p:sp>
          <p:nvSpPr>
            <p:cNvPr id="182" name="Freeform 181">
              <a:extLst>
                <a:ext uri="{FF2B5EF4-FFF2-40B4-BE49-F238E27FC236}">
                  <a16:creationId xmlns:a16="http://schemas.microsoft.com/office/drawing/2014/main" id="{3EFEB7AA-B66B-123F-BA68-402AC6B0D142}"/>
                </a:ext>
              </a:extLst>
            </p:cNvPr>
            <p:cNvSpPr/>
            <p:nvPr/>
          </p:nvSpPr>
          <p:spPr>
            <a:xfrm>
              <a:off x="8028455" y="1570681"/>
              <a:ext cx="753973" cy="13414"/>
            </a:xfrm>
            <a:custGeom>
              <a:avLst/>
              <a:gdLst>
                <a:gd name="connsiteX0" fmla="*/ 0 w 753973"/>
                <a:gd name="connsiteY0" fmla="*/ 0 h 13414"/>
                <a:gd name="connsiteX1" fmla="*/ 753974 w 753973"/>
                <a:gd name="connsiteY1" fmla="*/ 0 h 13414"/>
                <a:gd name="connsiteX2" fmla="*/ 753974 w 753973"/>
                <a:gd name="connsiteY2" fmla="*/ 13414 h 13414"/>
                <a:gd name="connsiteX3" fmla="*/ 0 w 753973"/>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53973" h="13414">
                  <a:moveTo>
                    <a:pt x="0" y="0"/>
                  </a:moveTo>
                  <a:lnTo>
                    <a:pt x="753974" y="0"/>
                  </a:lnTo>
                  <a:lnTo>
                    <a:pt x="753974" y="13414"/>
                  </a:lnTo>
                  <a:lnTo>
                    <a:pt x="0" y="13414"/>
                  </a:lnTo>
                  <a:close/>
                </a:path>
              </a:pathLst>
            </a:custGeom>
            <a:solidFill>
              <a:srgbClr val="ACB3C7"/>
            </a:solidFill>
            <a:ln w="0" cap="flat">
              <a:noFill/>
              <a:prstDash val="solid"/>
              <a:miter/>
            </a:ln>
          </p:spPr>
          <p:txBody>
            <a:bodyPr rtlCol="0" anchor="ctr"/>
            <a:lstStyle/>
            <a:p>
              <a:endParaRPr lang="en-US"/>
            </a:p>
          </p:txBody>
        </p:sp>
        <p:sp>
          <p:nvSpPr>
            <p:cNvPr id="183" name="Freeform 182">
              <a:extLst>
                <a:ext uri="{FF2B5EF4-FFF2-40B4-BE49-F238E27FC236}">
                  <a16:creationId xmlns:a16="http://schemas.microsoft.com/office/drawing/2014/main" id="{9EF95F5B-43F7-D3C8-FD92-438CDF2F2E6D}"/>
                </a:ext>
              </a:extLst>
            </p:cNvPr>
            <p:cNvSpPr/>
            <p:nvPr/>
          </p:nvSpPr>
          <p:spPr>
            <a:xfrm>
              <a:off x="8028455" y="1955522"/>
              <a:ext cx="753973" cy="13414"/>
            </a:xfrm>
            <a:custGeom>
              <a:avLst/>
              <a:gdLst>
                <a:gd name="connsiteX0" fmla="*/ 0 w 753973"/>
                <a:gd name="connsiteY0" fmla="*/ 0 h 13414"/>
                <a:gd name="connsiteX1" fmla="*/ 753974 w 753973"/>
                <a:gd name="connsiteY1" fmla="*/ 0 h 13414"/>
                <a:gd name="connsiteX2" fmla="*/ 753974 w 753973"/>
                <a:gd name="connsiteY2" fmla="*/ 13414 h 13414"/>
                <a:gd name="connsiteX3" fmla="*/ 0 w 753973"/>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53973" h="13414">
                  <a:moveTo>
                    <a:pt x="0" y="0"/>
                  </a:moveTo>
                  <a:lnTo>
                    <a:pt x="753974" y="0"/>
                  </a:lnTo>
                  <a:lnTo>
                    <a:pt x="753974" y="13414"/>
                  </a:lnTo>
                  <a:lnTo>
                    <a:pt x="0" y="13414"/>
                  </a:lnTo>
                  <a:close/>
                </a:path>
              </a:pathLst>
            </a:custGeom>
            <a:solidFill>
              <a:srgbClr val="ACB3C7"/>
            </a:solidFill>
            <a:ln w="0" cap="flat">
              <a:noFill/>
              <a:prstDash val="solid"/>
              <a:miter/>
            </a:ln>
          </p:spPr>
          <p:txBody>
            <a:bodyPr rtlCol="0" anchor="ctr"/>
            <a:lstStyle/>
            <a:p>
              <a:endParaRPr lang="en-US"/>
            </a:p>
          </p:txBody>
        </p:sp>
        <p:sp>
          <p:nvSpPr>
            <p:cNvPr id="184" name="Freeform 183">
              <a:extLst>
                <a:ext uri="{FF2B5EF4-FFF2-40B4-BE49-F238E27FC236}">
                  <a16:creationId xmlns:a16="http://schemas.microsoft.com/office/drawing/2014/main" id="{D1F871C9-92C4-F98C-909A-96122A1C8632}"/>
                </a:ext>
              </a:extLst>
            </p:cNvPr>
            <p:cNvSpPr/>
            <p:nvPr/>
          </p:nvSpPr>
          <p:spPr>
            <a:xfrm>
              <a:off x="8782429" y="1570681"/>
              <a:ext cx="753973" cy="13414"/>
            </a:xfrm>
            <a:custGeom>
              <a:avLst/>
              <a:gdLst>
                <a:gd name="connsiteX0" fmla="*/ 0 w 753973"/>
                <a:gd name="connsiteY0" fmla="*/ 0 h 13414"/>
                <a:gd name="connsiteX1" fmla="*/ 753974 w 753973"/>
                <a:gd name="connsiteY1" fmla="*/ 0 h 13414"/>
                <a:gd name="connsiteX2" fmla="*/ 753974 w 753973"/>
                <a:gd name="connsiteY2" fmla="*/ 13414 h 13414"/>
                <a:gd name="connsiteX3" fmla="*/ 0 w 753973"/>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53973" h="13414">
                  <a:moveTo>
                    <a:pt x="0" y="0"/>
                  </a:moveTo>
                  <a:lnTo>
                    <a:pt x="753974" y="0"/>
                  </a:lnTo>
                  <a:lnTo>
                    <a:pt x="753974" y="13414"/>
                  </a:lnTo>
                  <a:lnTo>
                    <a:pt x="0" y="13414"/>
                  </a:lnTo>
                  <a:close/>
                </a:path>
              </a:pathLst>
            </a:custGeom>
            <a:solidFill>
              <a:srgbClr val="ACB3C7"/>
            </a:solidFill>
            <a:ln w="0" cap="flat">
              <a:noFill/>
              <a:prstDash val="solid"/>
              <a:miter/>
            </a:ln>
          </p:spPr>
          <p:txBody>
            <a:bodyPr rtlCol="0" anchor="ctr"/>
            <a:lstStyle/>
            <a:p>
              <a:endParaRPr lang="en-US"/>
            </a:p>
          </p:txBody>
        </p:sp>
        <p:sp>
          <p:nvSpPr>
            <p:cNvPr id="185" name="Freeform 184">
              <a:extLst>
                <a:ext uri="{FF2B5EF4-FFF2-40B4-BE49-F238E27FC236}">
                  <a16:creationId xmlns:a16="http://schemas.microsoft.com/office/drawing/2014/main" id="{C1BAC460-88DC-A280-30AB-A19A911D5D15}"/>
                </a:ext>
              </a:extLst>
            </p:cNvPr>
            <p:cNvSpPr/>
            <p:nvPr/>
          </p:nvSpPr>
          <p:spPr>
            <a:xfrm>
              <a:off x="8782429" y="1955522"/>
              <a:ext cx="753973" cy="13414"/>
            </a:xfrm>
            <a:custGeom>
              <a:avLst/>
              <a:gdLst>
                <a:gd name="connsiteX0" fmla="*/ 0 w 753973"/>
                <a:gd name="connsiteY0" fmla="*/ 0 h 13414"/>
                <a:gd name="connsiteX1" fmla="*/ 753974 w 753973"/>
                <a:gd name="connsiteY1" fmla="*/ 0 h 13414"/>
                <a:gd name="connsiteX2" fmla="*/ 753974 w 753973"/>
                <a:gd name="connsiteY2" fmla="*/ 13414 h 13414"/>
                <a:gd name="connsiteX3" fmla="*/ 0 w 753973"/>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53973" h="13414">
                  <a:moveTo>
                    <a:pt x="0" y="0"/>
                  </a:moveTo>
                  <a:lnTo>
                    <a:pt x="753974" y="0"/>
                  </a:lnTo>
                  <a:lnTo>
                    <a:pt x="753974" y="13414"/>
                  </a:lnTo>
                  <a:lnTo>
                    <a:pt x="0" y="13414"/>
                  </a:lnTo>
                  <a:close/>
                </a:path>
              </a:pathLst>
            </a:custGeom>
            <a:solidFill>
              <a:srgbClr val="ACB3C7"/>
            </a:solidFill>
            <a:ln w="0" cap="flat">
              <a:noFill/>
              <a:prstDash val="solid"/>
              <a:miter/>
            </a:ln>
          </p:spPr>
          <p:txBody>
            <a:bodyPr rtlCol="0" anchor="ctr"/>
            <a:lstStyle/>
            <a:p>
              <a:endParaRPr lang="en-US"/>
            </a:p>
          </p:txBody>
        </p:sp>
        <p:sp>
          <p:nvSpPr>
            <p:cNvPr id="186" name="Freeform 185">
              <a:extLst>
                <a:ext uri="{FF2B5EF4-FFF2-40B4-BE49-F238E27FC236}">
                  <a16:creationId xmlns:a16="http://schemas.microsoft.com/office/drawing/2014/main" id="{7C2398C9-9346-F8B4-0663-40A340DF7433}"/>
                </a:ext>
              </a:extLst>
            </p:cNvPr>
            <p:cNvSpPr/>
            <p:nvPr/>
          </p:nvSpPr>
          <p:spPr>
            <a:xfrm>
              <a:off x="9536403" y="1570754"/>
              <a:ext cx="808138" cy="154009"/>
            </a:xfrm>
            <a:custGeom>
              <a:avLst/>
              <a:gdLst>
                <a:gd name="connsiteX0" fmla="*/ 808138 w 808138"/>
                <a:gd name="connsiteY0" fmla="*/ 141475 h 154009"/>
                <a:gd name="connsiteX1" fmla="*/ 803294 w 808138"/>
                <a:gd name="connsiteY1" fmla="*/ 154010 h 154009"/>
                <a:gd name="connsiteX2" fmla="*/ 406087 w 808138"/>
                <a:gd name="connsiteY2" fmla="*/ 43909 h 154009"/>
                <a:gd name="connsiteX3" fmla="*/ 201392 w 808138"/>
                <a:gd name="connsiteY3" fmla="*/ 18912 h 154009"/>
                <a:gd name="connsiteX4" fmla="*/ 149943 w 808138"/>
                <a:gd name="connsiteY4" fmla="*/ 15833 h 154009"/>
                <a:gd name="connsiteX5" fmla="*/ 98421 w 808138"/>
                <a:gd name="connsiteY5" fmla="*/ 14001 h 154009"/>
                <a:gd name="connsiteX6" fmla="*/ 47119 w 808138"/>
                <a:gd name="connsiteY6" fmla="*/ 13414 h 154009"/>
                <a:gd name="connsiteX7" fmla="*/ 0 w 808138"/>
                <a:gd name="connsiteY7" fmla="*/ 13414 h 154009"/>
                <a:gd name="connsiteX8" fmla="*/ 0 w 808138"/>
                <a:gd name="connsiteY8" fmla="*/ 0 h 154009"/>
                <a:gd name="connsiteX9" fmla="*/ 47119 w 808138"/>
                <a:gd name="connsiteY9" fmla="*/ 0 h 154009"/>
                <a:gd name="connsiteX10" fmla="*/ 98788 w 808138"/>
                <a:gd name="connsiteY10" fmla="*/ 660 h 154009"/>
                <a:gd name="connsiteX11" fmla="*/ 150604 w 808138"/>
                <a:gd name="connsiteY11" fmla="*/ 2492 h 154009"/>
                <a:gd name="connsiteX12" fmla="*/ 202346 w 808138"/>
                <a:gd name="connsiteY12" fmla="*/ 5644 h 154009"/>
                <a:gd name="connsiteX13" fmla="*/ 408363 w 808138"/>
                <a:gd name="connsiteY13" fmla="*/ 30787 h 154009"/>
                <a:gd name="connsiteX14" fmla="*/ 808138 w 808138"/>
                <a:gd name="connsiteY14" fmla="*/ 141622 h 15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08138" h="154009">
                  <a:moveTo>
                    <a:pt x="808138" y="141475"/>
                  </a:moveTo>
                  <a:lnTo>
                    <a:pt x="803294" y="154010"/>
                  </a:lnTo>
                  <a:cubicBezTo>
                    <a:pt x="675002" y="104237"/>
                    <a:pt x="541646" y="67292"/>
                    <a:pt x="406087" y="43909"/>
                  </a:cubicBezTo>
                  <a:cubicBezTo>
                    <a:pt x="338271" y="32180"/>
                    <a:pt x="269942" y="23897"/>
                    <a:pt x="201392" y="18912"/>
                  </a:cubicBezTo>
                  <a:cubicBezTo>
                    <a:pt x="184218" y="17886"/>
                    <a:pt x="167118" y="16567"/>
                    <a:pt x="149943" y="15833"/>
                  </a:cubicBezTo>
                  <a:cubicBezTo>
                    <a:pt x="132769" y="15247"/>
                    <a:pt x="115595" y="14441"/>
                    <a:pt x="98421" y="14001"/>
                  </a:cubicBezTo>
                  <a:lnTo>
                    <a:pt x="47119" y="13414"/>
                  </a:lnTo>
                  <a:lnTo>
                    <a:pt x="0" y="13414"/>
                  </a:lnTo>
                  <a:lnTo>
                    <a:pt x="0" y="0"/>
                  </a:lnTo>
                  <a:lnTo>
                    <a:pt x="47119" y="0"/>
                  </a:lnTo>
                  <a:lnTo>
                    <a:pt x="98788" y="660"/>
                  </a:lnTo>
                  <a:cubicBezTo>
                    <a:pt x="116035" y="1100"/>
                    <a:pt x="133357" y="1906"/>
                    <a:pt x="150604" y="2492"/>
                  </a:cubicBezTo>
                  <a:cubicBezTo>
                    <a:pt x="167851" y="3299"/>
                    <a:pt x="185099" y="4545"/>
                    <a:pt x="202346" y="5644"/>
                  </a:cubicBezTo>
                  <a:cubicBezTo>
                    <a:pt x="271336" y="10629"/>
                    <a:pt x="340106" y="19059"/>
                    <a:pt x="408363" y="30787"/>
                  </a:cubicBezTo>
                  <a:cubicBezTo>
                    <a:pt x="544801" y="54318"/>
                    <a:pt x="679039" y="91482"/>
                    <a:pt x="808138" y="141622"/>
                  </a:cubicBezTo>
                  <a:close/>
                </a:path>
              </a:pathLst>
            </a:custGeom>
            <a:solidFill>
              <a:srgbClr val="ACB3C7"/>
            </a:solidFill>
            <a:ln w="0" cap="flat">
              <a:noFill/>
              <a:prstDash val="solid"/>
              <a:miter/>
            </a:ln>
          </p:spPr>
          <p:txBody>
            <a:bodyPr rtlCol="0" anchor="ctr"/>
            <a:lstStyle/>
            <a:p>
              <a:endParaRPr lang="en-US"/>
            </a:p>
          </p:txBody>
        </p:sp>
        <p:sp>
          <p:nvSpPr>
            <p:cNvPr id="187" name="Freeform 186">
              <a:extLst>
                <a:ext uri="{FF2B5EF4-FFF2-40B4-BE49-F238E27FC236}">
                  <a16:creationId xmlns:a16="http://schemas.microsoft.com/office/drawing/2014/main" id="{9C29DCAB-7BE8-A403-0544-DAA32B868592}"/>
                </a:ext>
              </a:extLst>
            </p:cNvPr>
            <p:cNvSpPr/>
            <p:nvPr/>
          </p:nvSpPr>
          <p:spPr>
            <a:xfrm>
              <a:off x="9536476" y="1955596"/>
              <a:ext cx="668616" cy="127987"/>
            </a:xfrm>
            <a:custGeom>
              <a:avLst/>
              <a:gdLst>
                <a:gd name="connsiteX0" fmla="*/ 668543 w 668616"/>
                <a:gd name="connsiteY0" fmla="*/ 115452 h 127987"/>
                <a:gd name="connsiteX1" fmla="*/ 663699 w 668616"/>
                <a:gd name="connsiteY1" fmla="*/ 127987 h 127987"/>
                <a:gd name="connsiteX2" fmla="*/ 340400 w 668616"/>
                <a:gd name="connsiteY2" fmla="*/ 38411 h 127987"/>
                <a:gd name="connsiteX3" fmla="*/ 173503 w 668616"/>
                <a:gd name="connsiteY3" fmla="*/ 18033 h 127987"/>
                <a:gd name="connsiteX4" fmla="*/ 131521 w 668616"/>
                <a:gd name="connsiteY4" fmla="*/ 15467 h 127987"/>
                <a:gd name="connsiteX5" fmla="*/ 89467 w 668616"/>
                <a:gd name="connsiteY5" fmla="*/ 13928 h 127987"/>
                <a:gd name="connsiteX6" fmla="*/ 47118 w 668616"/>
                <a:gd name="connsiteY6" fmla="*/ 13414 h 127987"/>
                <a:gd name="connsiteX7" fmla="*/ 0 w 668616"/>
                <a:gd name="connsiteY7" fmla="*/ 13414 h 127987"/>
                <a:gd name="connsiteX8" fmla="*/ 0 w 668616"/>
                <a:gd name="connsiteY8" fmla="*/ 0 h 127987"/>
                <a:gd name="connsiteX9" fmla="*/ 47118 w 668616"/>
                <a:gd name="connsiteY9" fmla="*/ 0 h 127987"/>
                <a:gd name="connsiteX10" fmla="*/ 89760 w 668616"/>
                <a:gd name="connsiteY10" fmla="*/ 513 h 127987"/>
                <a:gd name="connsiteX11" fmla="*/ 132182 w 668616"/>
                <a:gd name="connsiteY11" fmla="*/ 2052 h 127987"/>
                <a:gd name="connsiteX12" fmla="*/ 174530 w 668616"/>
                <a:gd name="connsiteY12" fmla="*/ 4618 h 127987"/>
                <a:gd name="connsiteX13" fmla="*/ 342748 w 668616"/>
                <a:gd name="connsiteY13" fmla="*/ 25143 h 127987"/>
                <a:gd name="connsiteX14" fmla="*/ 668617 w 668616"/>
                <a:gd name="connsiteY14" fmla="*/ 115452 h 12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8616" h="127987">
                  <a:moveTo>
                    <a:pt x="668543" y="115452"/>
                  </a:moveTo>
                  <a:lnTo>
                    <a:pt x="663699" y="127987"/>
                  </a:lnTo>
                  <a:cubicBezTo>
                    <a:pt x="559260" y="87451"/>
                    <a:pt x="450857" y="57470"/>
                    <a:pt x="340400" y="38411"/>
                  </a:cubicBezTo>
                  <a:cubicBezTo>
                    <a:pt x="285208" y="28881"/>
                    <a:pt x="229502" y="22064"/>
                    <a:pt x="173503" y="18033"/>
                  </a:cubicBezTo>
                  <a:cubicBezTo>
                    <a:pt x="159484" y="17226"/>
                    <a:pt x="145539" y="16127"/>
                    <a:pt x="131521" y="15467"/>
                  </a:cubicBezTo>
                  <a:cubicBezTo>
                    <a:pt x="117503" y="15027"/>
                    <a:pt x="103485" y="14294"/>
                    <a:pt x="89467" y="13928"/>
                  </a:cubicBezTo>
                  <a:lnTo>
                    <a:pt x="47118" y="13414"/>
                  </a:lnTo>
                  <a:lnTo>
                    <a:pt x="0" y="13414"/>
                  </a:lnTo>
                  <a:lnTo>
                    <a:pt x="0" y="0"/>
                  </a:lnTo>
                  <a:lnTo>
                    <a:pt x="47118" y="0"/>
                  </a:lnTo>
                  <a:lnTo>
                    <a:pt x="89760" y="513"/>
                  </a:lnTo>
                  <a:cubicBezTo>
                    <a:pt x="103926" y="880"/>
                    <a:pt x="118017" y="1539"/>
                    <a:pt x="132182" y="2052"/>
                  </a:cubicBezTo>
                  <a:cubicBezTo>
                    <a:pt x="146347" y="2712"/>
                    <a:pt x="160439" y="3812"/>
                    <a:pt x="174530" y="4618"/>
                  </a:cubicBezTo>
                  <a:cubicBezTo>
                    <a:pt x="230970" y="8723"/>
                    <a:pt x="287116" y="15540"/>
                    <a:pt x="342748" y="25143"/>
                  </a:cubicBezTo>
                  <a:cubicBezTo>
                    <a:pt x="454087" y="44348"/>
                    <a:pt x="563370" y="74623"/>
                    <a:pt x="668617" y="115452"/>
                  </a:cubicBezTo>
                  <a:close/>
                </a:path>
              </a:pathLst>
            </a:custGeom>
            <a:solidFill>
              <a:srgbClr val="ACB3C7"/>
            </a:solidFill>
            <a:ln w="0" cap="flat">
              <a:noFill/>
              <a:prstDash val="solid"/>
              <a:miter/>
            </a:ln>
          </p:spPr>
          <p:txBody>
            <a:bodyPr rtlCol="0" anchor="ctr"/>
            <a:lstStyle/>
            <a:p>
              <a:endParaRPr lang="en-US"/>
            </a:p>
          </p:txBody>
        </p:sp>
        <p:sp>
          <p:nvSpPr>
            <p:cNvPr id="188" name="Freeform 187">
              <a:extLst>
                <a:ext uri="{FF2B5EF4-FFF2-40B4-BE49-F238E27FC236}">
                  <a16:creationId xmlns:a16="http://schemas.microsoft.com/office/drawing/2014/main" id="{CCF5E73D-0124-92CF-14AC-2ADAFC43EFE7}"/>
                </a:ext>
              </a:extLst>
            </p:cNvPr>
            <p:cNvSpPr/>
            <p:nvPr/>
          </p:nvSpPr>
          <p:spPr>
            <a:xfrm>
              <a:off x="10339696" y="1712229"/>
              <a:ext cx="700176" cy="453599"/>
            </a:xfrm>
            <a:custGeom>
              <a:avLst/>
              <a:gdLst>
                <a:gd name="connsiteX0" fmla="*/ 700176 w 700176"/>
                <a:gd name="connsiteY0" fmla="*/ 443924 h 453599"/>
                <a:gd name="connsiteX1" fmla="*/ 690855 w 700176"/>
                <a:gd name="connsiteY1" fmla="*/ 453600 h 453599"/>
                <a:gd name="connsiteX2" fmla="*/ 367483 w 700176"/>
                <a:gd name="connsiteY2" fmla="*/ 198871 h 453599"/>
                <a:gd name="connsiteX3" fmla="*/ 0 w 700176"/>
                <a:gd name="connsiteY3" fmla="*/ 12535 h 453599"/>
                <a:gd name="connsiteX4" fmla="*/ 4844 w 700176"/>
                <a:gd name="connsiteY4" fmla="*/ 0 h 453599"/>
                <a:gd name="connsiteX5" fmla="*/ 374675 w 700176"/>
                <a:gd name="connsiteY5" fmla="*/ 187509 h 453599"/>
                <a:gd name="connsiteX6" fmla="*/ 700103 w 700176"/>
                <a:gd name="connsiteY6" fmla="*/ 443924 h 453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176" h="453599">
                  <a:moveTo>
                    <a:pt x="700176" y="443924"/>
                  </a:moveTo>
                  <a:lnTo>
                    <a:pt x="690855" y="453600"/>
                  </a:lnTo>
                  <a:cubicBezTo>
                    <a:pt x="591847" y="358379"/>
                    <a:pt x="483444" y="272834"/>
                    <a:pt x="367483" y="198871"/>
                  </a:cubicBezTo>
                  <a:cubicBezTo>
                    <a:pt x="251594" y="124835"/>
                    <a:pt x="128292" y="62308"/>
                    <a:pt x="0" y="12535"/>
                  </a:cubicBezTo>
                  <a:lnTo>
                    <a:pt x="4844" y="0"/>
                  </a:lnTo>
                  <a:cubicBezTo>
                    <a:pt x="134017" y="50066"/>
                    <a:pt x="258053" y="113033"/>
                    <a:pt x="374675" y="187509"/>
                  </a:cubicBezTo>
                  <a:cubicBezTo>
                    <a:pt x="491298" y="261985"/>
                    <a:pt x="600434" y="348043"/>
                    <a:pt x="700103" y="443924"/>
                  </a:cubicBezTo>
                  <a:close/>
                </a:path>
              </a:pathLst>
            </a:custGeom>
            <a:solidFill>
              <a:srgbClr val="ACB3C7"/>
            </a:solidFill>
            <a:ln w="0" cap="flat">
              <a:noFill/>
              <a:prstDash val="solid"/>
              <a:miter/>
            </a:ln>
          </p:spPr>
          <p:txBody>
            <a:bodyPr rtlCol="0" anchor="ctr"/>
            <a:lstStyle/>
            <a:p>
              <a:endParaRPr lang="en-US"/>
            </a:p>
          </p:txBody>
        </p:sp>
        <p:sp>
          <p:nvSpPr>
            <p:cNvPr id="189" name="Freeform 188">
              <a:extLst>
                <a:ext uri="{FF2B5EF4-FFF2-40B4-BE49-F238E27FC236}">
                  <a16:creationId xmlns:a16="http://schemas.microsoft.com/office/drawing/2014/main" id="{38E09A04-1EE9-10BD-EEBA-9EF5053630E2}"/>
                </a:ext>
              </a:extLst>
            </p:cNvPr>
            <p:cNvSpPr/>
            <p:nvPr/>
          </p:nvSpPr>
          <p:spPr>
            <a:xfrm>
              <a:off x="10200175" y="2070975"/>
              <a:ext cx="572397" cy="372159"/>
            </a:xfrm>
            <a:custGeom>
              <a:avLst/>
              <a:gdLst>
                <a:gd name="connsiteX0" fmla="*/ 572398 w 572397"/>
                <a:gd name="connsiteY0" fmla="*/ 362484 h 372159"/>
                <a:gd name="connsiteX1" fmla="*/ 563077 w 572397"/>
                <a:gd name="connsiteY1" fmla="*/ 372160 h 372159"/>
                <a:gd name="connsiteX2" fmla="*/ 299300 w 572397"/>
                <a:gd name="connsiteY2" fmla="*/ 164272 h 372159"/>
                <a:gd name="connsiteX3" fmla="*/ 0 w 572397"/>
                <a:gd name="connsiteY3" fmla="*/ 12535 h 372159"/>
                <a:gd name="connsiteX4" fmla="*/ 4844 w 572397"/>
                <a:gd name="connsiteY4" fmla="*/ 0 h 372159"/>
                <a:gd name="connsiteX5" fmla="*/ 306566 w 572397"/>
                <a:gd name="connsiteY5" fmla="*/ 152984 h 372159"/>
                <a:gd name="connsiteX6" fmla="*/ 572398 w 572397"/>
                <a:gd name="connsiteY6" fmla="*/ 362484 h 372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2397" h="372159">
                  <a:moveTo>
                    <a:pt x="572398" y="362484"/>
                  </a:moveTo>
                  <a:lnTo>
                    <a:pt x="563077" y="372160"/>
                  </a:lnTo>
                  <a:cubicBezTo>
                    <a:pt x="482271" y="294459"/>
                    <a:pt x="393757" y="224601"/>
                    <a:pt x="299300" y="164272"/>
                  </a:cubicBezTo>
                  <a:cubicBezTo>
                    <a:pt x="204842" y="103944"/>
                    <a:pt x="104440" y="52998"/>
                    <a:pt x="0" y="12535"/>
                  </a:cubicBezTo>
                  <a:lnTo>
                    <a:pt x="4844" y="0"/>
                  </a:lnTo>
                  <a:cubicBezTo>
                    <a:pt x="110091" y="40830"/>
                    <a:pt x="211301" y="92142"/>
                    <a:pt x="306566" y="152984"/>
                  </a:cubicBezTo>
                  <a:cubicBezTo>
                    <a:pt x="401831" y="213752"/>
                    <a:pt x="490931" y="284123"/>
                    <a:pt x="572398" y="362484"/>
                  </a:cubicBezTo>
                  <a:close/>
                </a:path>
              </a:pathLst>
            </a:custGeom>
            <a:solidFill>
              <a:srgbClr val="ACB3C7"/>
            </a:solidFill>
            <a:ln w="0" cap="flat">
              <a:noFill/>
              <a:prstDash val="solid"/>
              <a:miter/>
            </a:ln>
          </p:spPr>
          <p:txBody>
            <a:bodyPr rtlCol="0" anchor="ctr"/>
            <a:lstStyle/>
            <a:p>
              <a:endParaRPr lang="en-US"/>
            </a:p>
          </p:txBody>
        </p:sp>
        <p:sp>
          <p:nvSpPr>
            <p:cNvPr id="190" name="Freeform 189">
              <a:extLst>
                <a:ext uri="{FF2B5EF4-FFF2-40B4-BE49-F238E27FC236}">
                  <a16:creationId xmlns:a16="http://schemas.microsoft.com/office/drawing/2014/main" id="{C2F049BC-C607-4446-79E5-B5796C127506}"/>
                </a:ext>
              </a:extLst>
            </p:cNvPr>
            <p:cNvSpPr/>
            <p:nvPr/>
          </p:nvSpPr>
          <p:spPr>
            <a:xfrm>
              <a:off x="11030551" y="2156153"/>
              <a:ext cx="480141" cy="682158"/>
            </a:xfrm>
            <a:custGeom>
              <a:avLst/>
              <a:gdLst>
                <a:gd name="connsiteX0" fmla="*/ 480069 w 480141"/>
                <a:gd name="connsiteY0" fmla="*/ 676808 h 682158"/>
                <a:gd name="connsiteX1" fmla="*/ 467738 w 480141"/>
                <a:gd name="connsiteY1" fmla="*/ 682159 h 682158"/>
                <a:gd name="connsiteX2" fmla="*/ 267153 w 480141"/>
                <a:gd name="connsiteY2" fmla="*/ 322680 h 682158"/>
                <a:gd name="connsiteX3" fmla="*/ 0 w 480141"/>
                <a:gd name="connsiteY3" fmla="*/ 9676 h 682158"/>
                <a:gd name="connsiteX4" fmla="*/ 9321 w 480141"/>
                <a:gd name="connsiteY4" fmla="*/ 0 h 682158"/>
                <a:gd name="connsiteX5" fmla="*/ 278236 w 480141"/>
                <a:gd name="connsiteY5" fmla="*/ 314983 h 682158"/>
                <a:gd name="connsiteX6" fmla="*/ 480142 w 480141"/>
                <a:gd name="connsiteY6" fmla="*/ 676734 h 682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0141" h="682158">
                  <a:moveTo>
                    <a:pt x="480069" y="676808"/>
                  </a:moveTo>
                  <a:lnTo>
                    <a:pt x="467738" y="682159"/>
                  </a:lnTo>
                  <a:cubicBezTo>
                    <a:pt x="412987" y="556077"/>
                    <a:pt x="345612" y="435494"/>
                    <a:pt x="267153" y="322680"/>
                  </a:cubicBezTo>
                  <a:cubicBezTo>
                    <a:pt x="188622" y="209867"/>
                    <a:pt x="99008" y="104897"/>
                    <a:pt x="0" y="9676"/>
                  </a:cubicBezTo>
                  <a:lnTo>
                    <a:pt x="9321" y="0"/>
                  </a:lnTo>
                  <a:cubicBezTo>
                    <a:pt x="108989" y="95807"/>
                    <a:pt x="199191" y="201510"/>
                    <a:pt x="278236" y="314983"/>
                  </a:cubicBezTo>
                  <a:cubicBezTo>
                    <a:pt x="357281" y="428457"/>
                    <a:pt x="425023" y="549847"/>
                    <a:pt x="480142" y="676734"/>
                  </a:cubicBezTo>
                  <a:close/>
                </a:path>
              </a:pathLst>
            </a:custGeom>
            <a:solidFill>
              <a:srgbClr val="ACB3C7"/>
            </a:solidFill>
            <a:ln w="0" cap="flat">
              <a:noFill/>
              <a:prstDash val="solid"/>
              <a:miter/>
            </a:ln>
          </p:spPr>
          <p:txBody>
            <a:bodyPr rtlCol="0" anchor="ctr"/>
            <a:lstStyle/>
            <a:p>
              <a:endParaRPr lang="en-US"/>
            </a:p>
          </p:txBody>
        </p:sp>
        <p:sp>
          <p:nvSpPr>
            <p:cNvPr id="191" name="Freeform 190">
              <a:extLst>
                <a:ext uri="{FF2B5EF4-FFF2-40B4-BE49-F238E27FC236}">
                  <a16:creationId xmlns:a16="http://schemas.microsoft.com/office/drawing/2014/main" id="{00D32124-3542-872A-AA77-D672158E19E1}"/>
                </a:ext>
              </a:extLst>
            </p:cNvPr>
            <p:cNvSpPr/>
            <p:nvPr/>
          </p:nvSpPr>
          <p:spPr>
            <a:xfrm>
              <a:off x="10763252" y="2433532"/>
              <a:ext cx="393830" cy="557909"/>
            </a:xfrm>
            <a:custGeom>
              <a:avLst/>
              <a:gdLst>
                <a:gd name="connsiteX0" fmla="*/ 393830 w 393830"/>
                <a:gd name="connsiteY0" fmla="*/ 552559 h 557909"/>
                <a:gd name="connsiteX1" fmla="*/ 381500 w 393830"/>
                <a:gd name="connsiteY1" fmla="*/ 557910 h 557909"/>
                <a:gd name="connsiteX2" fmla="*/ 0 w 393830"/>
                <a:gd name="connsiteY2" fmla="*/ 9676 h 557909"/>
                <a:gd name="connsiteX3" fmla="*/ 9320 w 393830"/>
                <a:gd name="connsiteY3" fmla="*/ 0 h 557909"/>
                <a:gd name="connsiteX4" fmla="*/ 393830 w 393830"/>
                <a:gd name="connsiteY4" fmla="*/ 552632 h 557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830" h="557909">
                  <a:moveTo>
                    <a:pt x="393830" y="552559"/>
                  </a:moveTo>
                  <a:lnTo>
                    <a:pt x="381500" y="557910"/>
                  </a:lnTo>
                  <a:cubicBezTo>
                    <a:pt x="292400" y="352515"/>
                    <a:pt x="161759" y="165079"/>
                    <a:pt x="0" y="9676"/>
                  </a:cubicBezTo>
                  <a:lnTo>
                    <a:pt x="9320" y="0"/>
                  </a:lnTo>
                  <a:cubicBezTo>
                    <a:pt x="172328" y="156649"/>
                    <a:pt x="303996" y="345624"/>
                    <a:pt x="393830" y="552632"/>
                  </a:cubicBezTo>
                  <a:close/>
                </a:path>
              </a:pathLst>
            </a:custGeom>
            <a:solidFill>
              <a:srgbClr val="ACB3C7"/>
            </a:solidFill>
            <a:ln w="0" cap="flat">
              <a:noFill/>
              <a:prstDash val="solid"/>
              <a:miter/>
            </a:ln>
          </p:spPr>
          <p:txBody>
            <a:bodyPr rtlCol="0" anchor="ctr"/>
            <a:lstStyle/>
            <a:p>
              <a:endParaRPr lang="en-US"/>
            </a:p>
          </p:txBody>
        </p:sp>
        <p:sp>
          <p:nvSpPr>
            <p:cNvPr id="192" name="Freeform 191">
              <a:extLst>
                <a:ext uri="{FF2B5EF4-FFF2-40B4-BE49-F238E27FC236}">
                  <a16:creationId xmlns:a16="http://schemas.microsoft.com/office/drawing/2014/main" id="{E943F92F-3C4B-64A3-BE57-FF7107641947}"/>
                </a:ext>
              </a:extLst>
            </p:cNvPr>
            <p:cNvSpPr/>
            <p:nvPr/>
          </p:nvSpPr>
          <p:spPr>
            <a:xfrm>
              <a:off x="11498363" y="2832887"/>
              <a:ext cx="184511" cy="806334"/>
            </a:xfrm>
            <a:custGeom>
              <a:avLst/>
              <a:gdLst>
                <a:gd name="connsiteX0" fmla="*/ 184512 w 184511"/>
                <a:gd name="connsiteY0" fmla="*/ 806188 h 806334"/>
                <a:gd name="connsiteX1" fmla="*/ 171081 w 184511"/>
                <a:gd name="connsiteY1" fmla="*/ 806334 h 806334"/>
                <a:gd name="connsiteX2" fmla="*/ 125577 w 184511"/>
                <a:gd name="connsiteY2" fmla="*/ 397523 h 806334"/>
                <a:gd name="connsiteX3" fmla="*/ 0 w 184511"/>
                <a:gd name="connsiteY3" fmla="*/ 5351 h 806334"/>
                <a:gd name="connsiteX4" fmla="*/ 12331 w 184511"/>
                <a:gd name="connsiteY4" fmla="*/ 0 h 806334"/>
                <a:gd name="connsiteX5" fmla="*/ 138714 w 184511"/>
                <a:gd name="connsiteY5" fmla="*/ 394664 h 806334"/>
                <a:gd name="connsiteX6" fmla="*/ 184512 w 184511"/>
                <a:gd name="connsiteY6" fmla="*/ 806114 h 80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4511" h="806334">
                  <a:moveTo>
                    <a:pt x="184512" y="806188"/>
                  </a:moveTo>
                  <a:lnTo>
                    <a:pt x="171081" y="806334"/>
                  </a:lnTo>
                  <a:cubicBezTo>
                    <a:pt x="169393" y="669184"/>
                    <a:pt x="154200" y="531961"/>
                    <a:pt x="125577" y="397523"/>
                  </a:cubicBezTo>
                  <a:cubicBezTo>
                    <a:pt x="96954" y="263085"/>
                    <a:pt x="54752" y="131432"/>
                    <a:pt x="0" y="5351"/>
                  </a:cubicBezTo>
                  <a:lnTo>
                    <a:pt x="12331" y="0"/>
                  </a:lnTo>
                  <a:cubicBezTo>
                    <a:pt x="67449" y="126888"/>
                    <a:pt x="109871" y="259346"/>
                    <a:pt x="138714" y="394664"/>
                  </a:cubicBezTo>
                  <a:cubicBezTo>
                    <a:pt x="167558" y="529982"/>
                    <a:pt x="182824" y="668085"/>
                    <a:pt x="184512" y="806114"/>
                  </a:cubicBezTo>
                  <a:close/>
                </a:path>
              </a:pathLst>
            </a:custGeom>
            <a:solidFill>
              <a:srgbClr val="ACB3C7"/>
            </a:solidFill>
            <a:ln w="0" cap="flat">
              <a:noFill/>
              <a:prstDash val="solid"/>
              <a:miter/>
            </a:ln>
          </p:spPr>
          <p:txBody>
            <a:bodyPr rtlCol="0" anchor="ctr"/>
            <a:lstStyle/>
            <a:p>
              <a:endParaRPr lang="en-US"/>
            </a:p>
          </p:txBody>
        </p:sp>
        <p:sp>
          <p:nvSpPr>
            <p:cNvPr id="193" name="Freeform 192">
              <a:extLst>
                <a:ext uri="{FF2B5EF4-FFF2-40B4-BE49-F238E27FC236}">
                  <a16:creationId xmlns:a16="http://schemas.microsoft.com/office/drawing/2014/main" id="{86CFB0F8-AD78-686E-857D-1DF1B4CA49E7}"/>
                </a:ext>
              </a:extLst>
            </p:cNvPr>
            <p:cNvSpPr/>
            <p:nvPr/>
          </p:nvSpPr>
          <p:spPr>
            <a:xfrm>
              <a:off x="11144752" y="2986017"/>
              <a:ext cx="152805" cy="658041"/>
            </a:xfrm>
            <a:custGeom>
              <a:avLst/>
              <a:gdLst>
                <a:gd name="connsiteX0" fmla="*/ 152732 w 152805"/>
                <a:gd name="connsiteY0" fmla="*/ 657895 h 658041"/>
                <a:gd name="connsiteX1" fmla="*/ 139301 w 152805"/>
                <a:gd name="connsiteY1" fmla="*/ 658042 h 658041"/>
                <a:gd name="connsiteX2" fmla="*/ 102163 w 152805"/>
                <a:gd name="connsiteY2" fmla="*/ 324513 h 658041"/>
                <a:gd name="connsiteX3" fmla="*/ 0 w 152805"/>
                <a:gd name="connsiteY3" fmla="*/ 5351 h 658041"/>
                <a:gd name="connsiteX4" fmla="*/ 12330 w 152805"/>
                <a:gd name="connsiteY4" fmla="*/ 0 h 658041"/>
                <a:gd name="connsiteX5" fmla="*/ 115375 w 152805"/>
                <a:gd name="connsiteY5" fmla="*/ 321727 h 658041"/>
                <a:gd name="connsiteX6" fmla="*/ 152805 w 152805"/>
                <a:gd name="connsiteY6" fmla="*/ 657822 h 658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805" h="658041">
                  <a:moveTo>
                    <a:pt x="152732" y="657895"/>
                  </a:moveTo>
                  <a:lnTo>
                    <a:pt x="139301" y="658042"/>
                  </a:lnTo>
                  <a:cubicBezTo>
                    <a:pt x="137906" y="545815"/>
                    <a:pt x="125577" y="434028"/>
                    <a:pt x="102163" y="324513"/>
                  </a:cubicBezTo>
                  <a:cubicBezTo>
                    <a:pt x="78825" y="215071"/>
                    <a:pt x="44550" y="107975"/>
                    <a:pt x="0" y="5351"/>
                  </a:cubicBezTo>
                  <a:lnTo>
                    <a:pt x="12330" y="0"/>
                  </a:lnTo>
                  <a:cubicBezTo>
                    <a:pt x="57247" y="103504"/>
                    <a:pt x="91816" y="211406"/>
                    <a:pt x="115375" y="321727"/>
                  </a:cubicBezTo>
                  <a:cubicBezTo>
                    <a:pt x="138934" y="432049"/>
                    <a:pt x="151338" y="544789"/>
                    <a:pt x="152805" y="657822"/>
                  </a:cubicBezTo>
                  <a:close/>
                </a:path>
              </a:pathLst>
            </a:custGeom>
            <a:solidFill>
              <a:srgbClr val="ACB3C7"/>
            </a:solidFill>
            <a:ln w="0" cap="flat">
              <a:noFill/>
              <a:prstDash val="solid"/>
              <a:miter/>
            </a:ln>
          </p:spPr>
          <p:txBody>
            <a:bodyPr rtlCol="0" anchor="ctr"/>
            <a:lstStyle/>
            <a:p>
              <a:endParaRPr lang="en-US"/>
            </a:p>
          </p:txBody>
        </p:sp>
        <p:sp>
          <p:nvSpPr>
            <p:cNvPr id="194" name="Freeform 193">
              <a:extLst>
                <a:ext uri="{FF2B5EF4-FFF2-40B4-BE49-F238E27FC236}">
                  <a16:creationId xmlns:a16="http://schemas.microsoft.com/office/drawing/2014/main" id="{F16CDA72-6860-53D6-4CD4-43AA10CD6A5B}"/>
                </a:ext>
              </a:extLst>
            </p:cNvPr>
            <p:cNvSpPr/>
            <p:nvPr/>
          </p:nvSpPr>
          <p:spPr>
            <a:xfrm>
              <a:off x="11518987" y="3639075"/>
              <a:ext cx="163987" cy="810219"/>
            </a:xfrm>
            <a:custGeom>
              <a:avLst/>
              <a:gdLst>
                <a:gd name="connsiteX0" fmla="*/ 12477 w 163987"/>
                <a:gd name="connsiteY0" fmla="*/ 810219 h 810219"/>
                <a:gd name="connsiteX1" fmla="*/ 0 w 163987"/>
                <a:gd name="connsiteY1" fmla="*/ 805161 h 810219"/>
                <a:gd name="connsiteX2" fmla="*/ 115375 w 163987"/>
                <a:gd name="connsiteY2" fmla="*/ 409911 h 810219"/>
                <a:gd name="connsiteX3" fmla="*/ 150384 w 163987"/>
                <a:gd name="connsiteY3" fmla="*/ 147 h 810219"/>
                <a:gd name="connsiteX4" fmla="*/ 163814 w 163987"/>
                <a:gd name="connsiteY4" fmla="*/ 0 h 810219"/>
                <a:gd name="connsiteX5" fmla="*/ 128512 w 163987"/>
                <a:gd name="connsiteY5" fmla="*/ 412330 h 810219"/>
                <a:gd name="connsiteX6" fmla="*/ 12403 w 163987"/>
                <a:gd name="connsiteY6" fmla="*/ 810146 h 81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987" h="810219">
                  <a:moveTo>
                    <a:pt x="12477" y="810219"/>
                  </a:moveTo>
                  <a:lnTo>
                    <a:pt x="0" y="805161"/>
                  </a:lnTo>
                  <a:cubicBezTo>
                    <a:pt x="51523" y="677687"/>
                    <a:pt x="90201" y="545009"/>
                    <a:pt x="115375" y="409911"/>
                  </a:cubicBezTo>
                  <a:cubicBezTo>
                    <a:pt x="140549" y="274813"/>
                    <a:pt x="152145" y="137297"/>
                    <a:pt x="150384" y="147"/>
                  </a:cubicBezTo>
                  <a:lnTo>
                    <a:pt x="163814" y="0"/>
                  </a:lnTo>
                  <a:cubicBezTo>
                    <a:pt x="165576" y="137957"/>
                    <a:pt x="153906" y="276353"/>
                    <a:pt x="128512" y="412330"/>
                  </a:cubicBezTo>
                  <a:cubicBezTo>
                    <a:pt x="103191" y="548307"/>
                    <a:pt x="64219" y="681865"/>
                    <a:pt x="12403" y="810146"/>
                  </a:cubicBezTo>
                  <a:close/>
                </a:path>
              </a:pathLst>
            </a:custGeom>
            <a:solidFill>
              <a:srgbClr val="ACB3C7"/>
            </a:solidFill>
            <a:ln w="0" cap="flat">
              <a:noFill/>
              <a:prstDash val="solid"/>
              <a:miter/>
            </a:ln>
          </p:spPr>
          <p:txBody>
            <a:bodyPr rtlCol="0" anchor="ctr"/>
            <a:lstStyle/>
            <a:p>
              <a:endParaRPr lang="en-US"/>
            </a:p>
          </p:txBody>
        </p:sp>
        <p:sp>
          <p:nvSpPr>
            <p:cNvPr id="195" name="Freeform 194">
              <a:extLst>
                <a:ext uri="{FF2B5EF4-FFF2-40B4-BE49-F238E27FC236}">
                  <a16:creationId xmlns:a16="http://schemas.microsoft.com/office/drawing/2014/main" id="{34714152-02B1-BB72-5A28-3A783BFC41BC}"/>
                </a:ext>
              </a:extLst>
            </p:cNvPr>
            <p:cNvSpPr/>
            <p:nvPr/>
          </p:nvSpPr>
          <p:spPr>
            <a:xfrm>
              <a:off x="11161559" y="3643913"/>
              <a:ext cx="135997" cy="661413"/>
            </a:xfrm>
            <a:custGeom>
              <a:avLst/>
              <a:gdLst>
                <a:gd name="connsiteX0" fmla="*/ 12477 w 135997"/>
                <a:gd name="connsiteY0" fmla="*/ 661414 h 661413"/>
                <a:gd name="connsiteX1" fmla="*/ 0 w 135997"/>
                <a:gd name="connsiteY1" fmla="*/ 656356 h 661413"/>
                <a:gd name="connsiteX2" fmla="*/ 93871 w 135997"/>
                <a:gd name="connsiteY2" fmla="*/ 334629 h 661413"/>
                <a:gd name="connsiteX3" fmla="*/ 122421 w 135997"/>
                <a:gd name="connsiteY3" fmla="*/ 147 h 661413"/>
                <a:gd name="connsiteX4" fmla="*/ 135852 w 135997"/>
                <a:gd name="connsiteY4" fmla="*/ 0 h 661413"/>
                <a:gd name="connsiteX5" fmla="*/ 107082 w 135997"/>
                <a:gd name="connsiteY5" fmla="*/ 337121 h 661413"/>
                <a:gd name="connsiteX6" fmla="*/ 12404 w 135997"/>
                <a:gd name="connsiteY6" fmla="*/ 661414 h 66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97" h="661413">
                  <a:moveTo>
                    <a:pt x="12477" y="661414"/>
                  </a:moveTo>
                  <a:lnTo>
                    <a:pt x="0" y="656356"/>
                  </a:lnTo>
                  <a:cubicBezTo>
                    <a:pt x="41908" y="552559"/>
                    <a:pt x="73394" y="444657"/>
                    <a:pt x="93871" y="334629"/>
                  </a:cubicBezTo>
                  <a:cubicBezTo>
                    <a:pt x="114348" y="224601"/>
                    <a:pt x="123889" y="112447"/>
                    <a:pt x="122421" y="147"/>
                  </a:cubicBezTo>
                  <a:lnTo>
                    <a:pt x="135852" y="0"/>
                  </a:lnTo>
                  <a:cubicBezTo>
                    <a:pt x="137320" y="113107"/>
                    <a:pt x="127705" y="226213"/>
                    <a:pt x="107082" y="337121"/>
                  </a:cubicBezTo>
                  <a:cubicBezTo>
                    <a:pt x="86458" y="448029"/>
                    <a:pt x="54679" y="556810"/>
                    <a:pt x="12404" y="661414"/>
                  </a:cubicBezTo>
                  <a:close/>
                </a:path>
              </a:pathLst>
            </a:custGeom>
            <a:solidFill>
              <a:srgbClr val="ACB3C7"/>
            </a:solidFill>
            <a:ln w="0" cap="flat">
              <a:noFill/>
              <a:prstDash val="solid"/>
              <a:miter/>
            </a:ln>
          </p:spPr>
          <p:txBody>
            <a:bodyPr rtlCol="0" anchor="ctr"/>
            <a:lstStyle/>
            <a:p>
              <a:endParaRPr lang="en-US"/>
            </a:p>
          </p:txBody>
        </p:sp>
        <p:sp>
          <p:nvSpPr>
            <p:cNvPr id="196" name="Freeform 195">
              <a:extLst>
                <a:ext uri="{FF2B5EF4-FFF2-40B4-BE49-F238E27FC236}">
                  <a16:creationId xmlns:a16="http://schemas.microsoft.com/office/drawing/2014/main" id="{60932B15-9425-35DA-B632-7D16D6C03717}"/>
                </a:ext>
              </a:extLst>
            </p:cNvPr>
            <p:cNvSpPr/>
            <p:nvPr/>
          </p:nvSpPr>
          <p:spPr>
            <a:xfrm>
              <a:off x="11068496" y="4444236"/>
              <a:ext cx="462893" cy="693667"/>
            </a:xfrm>
            <a:custGeom>
              <a:avLst/>
              <a:gdLst>
                <a:gd name="connsiteX0" fmla="*/ 9614 w 462893"/>
                <a:gd name="connsiteY0" fmla="*/ 693667 h 693667"/>
                <a:gd name="connsiteX1" fmla="*/ 0 w 462893"/>
                <a:gd name="connsiteY1" fmla="*/ 684211 h 693667"/>
                <a:gd name="connsiteX2" fmla="*/ 259080 w 462893"/>
                <a:gd name="connsiteY2" fmla="*/ 364536 h 693667"/>
                <a:gd name="connsiteX3" fmla="*/ 450417 w 462893"/>
                <a:gd name="connsiteY3" fmla="*/ 0 h 693667"/>
                <a:gd name="connsiteX4" fmla="*/ 462894 w 462893"/>
                <a:gd name="connsiteY4" fmla="*/ 5058 h 693667"/>
                <a:gd name="connsiteX5" fmla="*/ 270309 w 462893"/>
                <a:gd name="connsiteY5" fmla="*/ 371940 h 693667"/>
                <a:gd name="connsiteX6" fmla="*/ 9542 w 462893"/>
                <a:gd name="connsiteY6" fmla="*/ 693667 h 693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893" h="693667">
                  <a:moveTo>
                    <a:pt x="9614" y="693667"/>
                  </a:moveTo>
                  <a:lnTo>
                    <a:pt x="0" y="684211"/>
                  </a:lnTo>
                  <a:cubicBezTo>
                    <a:pt x="96586" y="586498"/>
                    <a:pt x="183484" y="479256"/>
                    <a:pt x="259080" y="364536"/>
                  </a:cubicBezTo>
                  <a:cubicBezTo>
                    <a:pt x="334675" y="249817"/>
                    <a:pt x="398895" y="127474"/>
                    <a:pt x="450417" y="0"/>
                  </a:cubicBezTo>
                  <a:lnTo>
                    <a:pt x="462894" y="5058"/>
                  </a:lnTo>
                  <a:cubicBezTo>
                    <a:pt x="411078" y="133338"/>
                    <a:pt x="346418" y="256414"/>
                    <a:pt x="270309" y="371940"/>
                  </a:cubicBezTo>
                  <a:cubicBezTo>
                    <a:pt x="194199" y="487466"/>
                    <a:pt x="106715" y="595368"/>
                    <a:pt x="9542" y="693667"/>
                  </a:cubicBezTo>
                  <a:close/>
                </a:path>
              </a:pathLst>
            </a:custGeom>
            <a:solidFill>
              <a:srgbClr val="ACB3C7"/>
            </a:solidFill>
            <a:ln w="0" cap="flat">
              <a:noFill/>
              <a:prstDash val="solid"/>
              <a:miter/>
            </a:ln>
          </p:spPr>
          <p:txBody>
            <a:bodyPr rtlCol="0" anchor="ctr"/>
            <a:lstStyle/>
            <a:p>
              <a:endParaRPr lang="en-US"/>
            </a:p>
          </p:txBody>
        </p:sp>
        <p:sp>
          <p:nvSpPr>
            <p:cNvPr id="197" name="Freeform 196">
              <a:extLst>
                <a:ext uri="{FF2B5EF4-FFF2-40B4-BE49-F238E27FC236}">
                  <a16:creationId xmlns:a16="http://schemas.microsoft.com/office/drawing/2014/main" id="{00E2AED1-9578-8245-3704-DF14AAD450C9}"/>
                </a:ext>
              </a:extLst>
            </p:cNvPr>
            <p:cNvSpPr/>
            <p:nvPr/>
          </p:nvSpPr>
          <p:spPr>
            <a:xfrm>
              <a:off x="10794298" y="4300269"/>
              <a:ext cx="379738" cy="567219"/>
            </a:xfrm>
            <a:custGeom>
              <a:avLst/>
              <a:gdLst>
                <a:gd name="connsiteX0" fmla="*/ 9614 w 379738"/>
                <a:gd name="connsiteY0" fmla="*/ 567219 h 567219"/>
                <a:gd name="connsiteX1" fmla="*/ 0 w 379738"/>
                <a:gd name="connsiteY1" fmla="*/ 557763 h 567219"/>
                <a:gd name="connsiteX2" fmla="*/ 367262 w 379738"/>
                <a:gd name="connsiteY2" fmla="*/ 0 h 567219"/>
                <a:gd name="connsiteX3" fmla="*/ 379739 w 379738"/>
                <a:gd name="connsiteY3" fmla="*/ 5058 h 567219"/>
                <a:gd name="connsiteX4" fmla="*/ 9541 w 379738"/>
                <a:gd name="connsiteY4" fmla="*/ 567219 h 567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738" h="567219">
                  <a:moveTo>
                    <a:pt x="9614" y="567219"/>
                  </a:moveTo>
                  <a:lnTo>
                    <a:pt x="0" y="557763"/>
                  </a:lnTo>
                  <a:cubicBezTo>
                    <a:pt x="157723" y="398329"/>
                    <a:pt x="283520" y="207594"/>
                    <a:pt x="367262" y="0"/>
                  </a:cubicBezTo>
                  <a:lnTo>
                    <a:pt x="379739" y="5058"/>
                  </a:lnTo>
                  <a:cubicBezTo>
                    <a:pt x="295336" y="214265"/>
                    <a:pt x="168512" y="406539"/>
                    <a:pt x="9541" y="567219"/>
                  </a:cubicBezTo>
                  <a:close/>
                </a:path>
              </a:pathLst>
            </a:custGeom>
            <a:solidFill>
              <a:srgbClr val="ACB3C7"/>
            </a:solidFill>
            <a:ln w="0" cap="flat">
              <a:noFill/>
              <a:prstDash val="solid"/>
              <a:miter/>
            </a:ln>
          </p:spPr>
          <p:txBody>
            <a:bodyPr rtlCol="0" anchor="ctr"/>
            <a:lstStyle/>
            <a:p>
              <a:endParaRPr lang="en-US"/>
            </a:p>
          </p:txBody>
        </p:sp>
        <p:sp>
          <p:nvSpPr>
            <p:cNvPr id="198" name="Freeform 197">
              <a:extLst>
                <a:ext uri="{FF2B5EF4-FFF2-40B4-BE49-F238E27FC236}">
                  <a16:creationId xmlns:a16="http://schemas.microsoft.com/office/drawing/2014/main" id="{69D40D3A-BCB1-86D6-136F-D0E5E1A94299}"/>
                </a:ext>
              </a:extLst>
            </p:cNvPr>
            <p:cNvSpPr/>
            <p:nvPr/>
          </p:nvSpPr>
          <p:spPr>
            <a:xfrm>
              <a:off x="10389384" y="5128447"/>
              <a:ext cx="688799" cy="471045"/>
            </a:xfrm>
            <a:custGeom>
              <a:avLst/>
              <a:gdLst>
                <a:gd name="connsiteX0" fmla="*/ 5211 w 688799"/>
                <a:gd name="connsiteY0" fmla="*/ 471046 h 471045"/>
                <a:gd name="connsiteX1" fmla="*/ 0 w 688799"/>
                <a:gd name="connsiteY1" fmla="*/ 458658 h 471045"/>
                <a:gd name="connsiteX2" fmla="*/ 362492 w 688799"/>
                <a:gd name="connsiteY2" fmla="*/ 262938 h 471045"/>
                <a:gd name="connsiteX3" fmla="*/ 679186 w 688799"/>
                <a:gd name="connsiteY3" fmla="*/ 0 h 471045"/>
                <a:gd name="connsiteX4" fmla="*/ 688800 w 688799"/>
                <a:gd name="connsiteY4" fmla="*/ 9456 h 471045"/>
                <a:gd name="connsiteX5" fmla="*/ 370051 w 688799"/>
                <a:gd name="connsiteY5" fmla="*/ 274080 h 471045"/>
                <a:gd name="connsiteX6" fmla="*/ 5211 w 688799"/>
                <a:gd name="connsiteY6" fmla="*/ 471046 h 471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8799" h="471045">
                  <a:moveTo>
                    <a:pt x="5211" y="471046"/>
                  </a:moveTo>
                  <a:lnTo>
                    <a:pt x="0" y="458658"/>
                  </a:lnTo>
                  <a:cubicBezTo>
                    <a:pt x="126971" y="405586"/>
                    <a:pt x="248584" y="339980"/>
                    <a:pt x="362492" y="262938"/>
                  </a:cubicBezTo>
                  <a:cubicBezTo>
                    <a:pt x="476399" y="185970"/>
                    <a:pt x="582599" y="97713"/>
                    <a:pt x="679186" y="0"/>
                  </a:cubicBezTo>
                  <a:lnTo>
                    <a:pt x="688800" y="9456"/>
                  </a:lnTo>
                  <a:cubicBezTo>
                    <a:pt x="591627" y="107829"/>
                    <a:pt x="484692" y="196599"/>
                    <a:pt x="370051" y="274080"/>
                  </a:cubicBezTo>
                  <a:cubicBezTo>
                    <a:pt x="255410" y="351562"/>
                    <a:pt x="132989" y="417608"/>
                    <a:pt x="5211" y="471046"/>
                  </a:cubicBezTo>
                  <a:close/>
                </a:path>
              </a:pathLst>
            </a:custGeom>
            <a:solidFill>
              <a:srgbClr val="ACB3C7"/>
            </a:solidFill>
            <a:ln w="0" cap="flat">
              <a:noFill/>
              <a:prstDash val="solid"/>
              <a:miter/>
            </a:ln>
          </p:spPr>
          <p:txBody>
            <a:bodyPr rtlCol="0" anchor="ctr"/>
            <a:lstStyle/>
            <a:p>
              <a:endParaRPr lang="en-US"/>
            </a:p>
          </p:txBody>
        </p:sp>
        <p:sp>
          <p:nvSpPr>
            <p:cNvPr id="199" name="Freeform 198">
              <a:extLst>
                <a:ext uri="{FF2B5EF4-FFF2-40B4-BE49-F238E27FC236}">
                  <a16:creationId xmlns:a16="http://schemas.microsoft.com/office/drawing/2014/main" id="{1BDABBF6-E606-64D4-58D9-01A36A9B3F68}"/>
                </a:ext>
              </a:extLst>
            </p:cNvPr>
            <p:cNvSpPr/>
            <p:nvPr/>
          </p:nvSpPr>
          <p:spPr>
            <a:xfrm>
              <a:off x="10240615" y="4858032"/>
              <a:ext cx="563296" cy="386380"/>
            </a:xfrm>
            <a:custGeom>
              <a:avLst/>
              <a:gdLst>
                <a:gd name="connsiteX0" fmla="*/ 5212 w 563296"/>
                <a:gd name="connsiteY0" fmla="*/ 386381 h 386380"/>
                <a:gd name="connsiteX1" fmla="*/ 0 w 563296"/>
                <a:gd name="connsiteY1" fmla="*/ 373992 h 386380"/>
                <a:gd name="connsiteX2" fmla="*/ 295336 w 563296"/>
                <a:gd name="connsiteY2" fmla="*/ 214558 h 386380"/>
                <a:gd name="connsiteX3" fmla="*/ 553683 w 563296"/>
                <a:gd name="connsiteY3" fmla="*/ 0 h 386380"/>
                <a:gd name="connsiteX4" fmla="*/ 563297 w 563296"/>
                <a:gd name="connsiteY4" fmla="*/ 9456 h 386380"/>
                <a:gd name="connsiteX5" fmla="*/ 302896 w 563296"/>
                <a:gd name="connsiteY5" fmla="*/ 225700 h 386380"/>
                <a:gd name="connsiteX6" fmla="*/ 5212 w 563296"/>
                <a:gd name="connsiteY6" fmla="*/ 386381 h 386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296" h="386380">
                  <a:moveTo>
                    <a:pt x="5212" y="386381"/>
                  </a:moveTo>
                  <a:lnTo>
                    <a:pt x="0" y="373992"/>
                  </a:lnTo>
                  <a:cubicBezTo>
                    <a:pt x="103339" y="330817"/>
                    <a:pt x="202494" y="277306"/>
                    <a:pt x="295336" y="214558"/>
                  </a:cubicBezTo>
                  <a:cubicBezTo>
                    <a:pt x="388179" y="151737"/>
                    <a:pt x="474931" y="79754"/>
                    <a:pt x="553683" y="0"/>
                  </a:cubicBezTo>
                  <a:lnTo>
                    <a:pt x="563297" y="9456"/>
                  </a:lnTo>
                  <a:cubicBezTo>
                    <a:pt x="483885" y="89869"/>
                    <a:pt x="396473" y="162440"/>
                    <a:pt x="302896" y="225700"/>
                  </a:cubicBezTo>
                  <a:cubicBezTo>
                    <a:pt x="209246" y="288961"/>
                    <a:pt x="109357" y="342839"/>
                    <a:pt x="5212" y="386381"/>
                  </a:cubicBezTo>
                  <a:close/>
                </a:path>
              </a:pathLst>
            </a:custGeom>
            <a:solidFill>
              <a:srgbClr val="ACB3C7"/>
            </a:solidFill>
            <a:ln w="0" cap="flat">
              <a:noFill/>
              <a:prstDash val="solid"/>
              <a:miter/>
            </a:ln>
          </p:spPr>
          <p:txBody>
            <a:bodyPr rtlCol="0" anchor="ctr"/>
            <a:lstStyle/>
            <a:p>
              <a:endParaRPr lang="en-US"/>
            </a:p>
          </p:txBody>
        </p:sp>
        <p:sp>
          <p:nvSpPr>
            <p:cNvPr id="200" name="Freeform 199">
              <a:extLst>
                <a:ext uri="{FF2B5EF4-FFF2-40B4-BE49-F238E27FC236}">
                  <a16:creationId xmlns:a16="http://schemas.microsoft.com/office/drawing/2014/main" id="{A096AEF8-E1B4-D74D-E32A-7F70DB7C351C}"/>
                </a:ext>
              </a:extLst>
            </p:cNvPr>
            <p:cNvSpPr/>
            <p:nvPr/>
          </p:nvSpPr>
          <p:spPr>
            <a:xfrm>
              <a:off x="9585283" y="5587105"/>
              <a:ext cx="809311" cy="174094"/>
            </a:xfrm>
            <a:custGeom>
              <a:avLst/>
              <a:gdLst>
                <a:gd name="connsiteX0" fmla="*/ 0 w 809311"/>
                <a:gd name="connsiteY0" fmla="*/ 174095 h 174094"/>
                <a:gd name="connsiteX1" fmla="*/ 0 w 809311"/>
                <a:gd name="connsiteY1" fmla="*/ 160680 h 174094"/>
                <a:gd name="connsiteX2" fmla="*/ 409830 w 809311"/>
                <a:gd name="connsiteY2" fmla="*/ 120290 h 174094"/>
                <a:gd name="connsiteX3" fmla="*/ 804101 w 809311"/>
                <a:gd name="connsiteY3" fmla="*/ 0 h 174094"/>
                <a:gd name="connsiteX4" fmla="*/ 809312 w 809311"/>
                <a:gd name="connsiteY4" fmla="*/ 12388 h 174094"/>
                <a:gd name="connsiteX5" fmla="*/ 412546 w 809311"/>
                <a:gd name="connsiteY5" fmla="*/ 133485 h 174094"/>
                <a:gd name="connsiteX6" fmla="*/ 73 w 809311"/>
                <a:gd name="connsiteY6" fmla="*/ 174095 h 17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9311" h="174094">
                  <a:moveTo>
                    <a:pt x="0" y="174095"/>
                  </a:moveTo>
                  <a:lnTo>
                    <a:pt x="0" y="160680"/>
                  </a:lnTo>
                  <a:cubicBezTo>
                    <a:pt x="137319" y="160680"/>
                    <a:pt x="274859" y="147266"/>
                    <a:pt x="409830" y="120290"/>
                  </a:cubicBezTo>
                  <a:cubicBezTo>
                    <a:pt x="544801" y="93388"/>
                    <a:pt x="677130" y="53071"/>
                    <a:pt x="804101" y="0"/>
                  </a:cubicBezTo>
                  <a:lnTo>
                    <a:pt x="809312" y="12388"/>
                  </a:lnTo>
                  <a:cubicBezTo>
                    <a:pt x="681534" y="65826"/>
                    <a:pt x="548324" y="106436"/>
                    <a:pt x="412546" y="133485"/>
                  </a:cubicBezTo>
                  <a:cubicBezTo>
                    <a:pt x="276694" y="160607"/>
                    <a:pt x="138274" y="174022"/>
                    <a:pt x="73" y="174095"/>
                  </a:cubicBezTo>
                  <a:close/>
                </a:path>
              </a:pathLst>
            </a:custGeom>
            <a:solidFill>
              <a:srgbClr val="ACB3C7"/>
            </a:solidFill>
            <a:ln w="0" cap="flat">
              <a:noFill/>
              <a:prstDash val="solid"/>
              <a:miter/>
            </a:ln>
          </p:spPr>
          <p:txBody>
            <a:bodyPr rtlCol="0" anchor="ctr"/>
            <a:lstStyle/>
            <a:p>
              <a:endParaRPr lang="en-US"/>
            </a:p>
          </p:txBody>
        </p:sp>
        <p:sp>
          <p:nvSpPr>
            <p:cNvPr id="201" name="Freeform 200">
              <a:extLst>
                <a:ext uri="{FF2B5EF4-FFF2-40B4-BE49-F238E27FC236}">
                  <a16:creationId xmlns:a16="http://schemas.microsoft.com/office/drawing/2014/main" id="{BB474B50-EB23-DDA3-2FB5-8135CA350A2D}"/>
                </a:ext>
              </a:extLst>
            </p:cNvPr>
            <p:cNvSpPr/>
            <p:nvPr/>
          </p:nvSpPr>
          <p:spPr>
            <a:xfrm>
              <a:off x="9585283" y="5232025"/>
              <a:ext cx="660543" cy="144260"/>
            </a:xfrm>
            <a:custGeom>
              <a:avLst/>
              <a:gdLst>
                <a:gd name="connsiteX0" fmla="*/ 0 w 660543"/>
                <a:gd name="connsiteY0" fmla="*/ 144260 h 144260"/>
                <a:gd name="connsiteX1" fmla="*/ 0 w 660543"/>
                <a:gd name="connsiteY1" fmla="*/ 130846 h 144260"/>
                <a:gd name="connsiteX2" fmla="*/ 334455 w 660543"/>
                <a:gd name="connsiteY2" fmla="*/ 97933 h 144260"/>
                <a:gd name="connsiteX3" fmla="*/ 655332 w 660543"/>
                <a:gd name="connsiteY3" fmla="*/ 0 h 144260"/>
                <a:gd name="connsiteX4" fmla="*/ 660543 w 660543"/>
                <a:gd name="connsiteY4" fmla="*/ 12388 h 144260"/>
                <a:gd name="connsiteX5" fmla="*/ 337097 w 660543"/>
                <a:gd name="connsiteY5" fmla="*/ 111054 h 144260"/>
                <a:gd name="connsiteX6" fmla="*/ 73 w 660543"/>
                <a:gd name="connsiteY6" fmla="*/ 144260 h 144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0543" h="144260">
                  <a:moveTo>
                    <a:pt x="0" y="144260"/>
                  </a:moveTo>
                  <a:lnTo>
                    <a:pt x="0" y="130846"/>
                  </a:lnTo>
                  <a:cubicBezTo>
                    <a:pt x="112439" y="130846"/>
                    <a:pt x="224511" y="119850"/>
                    <a:pt x="334455" y="97933"/>
                  </a:cubicBezTo>
                  <a:cubicBezTo>
                    <a:pt x="444325" y="76015"/>
                    <a:pt x="551994" y="43176"/>
                    <a:pt x="655332" y="0"/>
                  </a:cubicBezTo>
                  <a:lnTo>
                    <a:pt x="660543" y="12388"/>
                  </a:lnTo>
                  <a:cubicBezTo>
                    <a:pt x="556397" y="55930"/>
                    <a:pt x="447848" y="88990"/>
                    <a:pt x="337097" y="111054"/>
                  </a:cubicBezTo>
                  <a:cubicBezTo>
                    <a:pt x="226346" y="133118"/>
                    <a:pt x="113319" y="144187"/>
                    <a:pt x="73" y="144260"/>
                  </a:cubicBezTo>
                  <a:close/>
                </a:path>
              </a:pathLst>
            </a:custGeom>
            <a:solidFill>
              <a:srgbClr val="ACB3C7"/>
            </a:solidFill>
            <a:ln w="0" cap="flat">
              <a:noFill/>
              <a:prstDash val="solid"/>
              <a:miter/>
            </a:ln>
          </p:spPr>
          <p:txBody>
            <a:bodyPr rtlCol="0" anchor="ctr"/>
            <a:lstStyle/>
            <a:p>
              <a:endParaRPr lang="en-US"/>
            </a:p>
          </p:txBody>
        </p:sp>
      </p:grpSp>
      <p:grpSp>
        <p:nvGrpSpPr>
          <p:cNvPr id="202" name="Graphic 2">
            <a:extLst>
              <a:ext uri="{FF2B5EF4-FFF2-40B4-BE49-F238E27FC236}">
                <a16:creationId xmlns:a16="http://schemas.microsoft.com/office/drawing/2014/main" id="{17EF6CA7-30C2-3E82-D32D-B43A8158C6DC}"/>
              </a:ext>
            </a:extLst>
          </p:cNvPr>
          <p:cNvGrpSpPr/>
          <p:nvPr/>
        </p:nvGrpSpPr>
        <p:grpSpPr>
          <a:xfrm>
            <a:off x="5528234" y="2353124"/>
            <a:ext cx="3448897" cy="442297"/>
            <a:chOff x="3457128" y="1469743"/>
            <a:chExt cx="4590482" cy="588697"/>
          </a:xfrm>
        </p:grpSpPr>
        <p:sp>
          <p:nvSpPr>
            <p:cNvPr id="203" name="Freeform 202">
              <a:extLst>
                <a:ext uri="{FF2B5EF4-FFF2-40B4-BE49-F238E27FC236}">
                  <a16:creationId xmlns:a16="http://schemas.microsoft.com/office/drawing/2014/main" id="{73251A5A-B8F4-ECE9-1042-E3FC8E2F3C06}"/>
                </a:ext>
              </a:extLst>
            </p:cNvPr>
            <p:cNvSpPr/>
            <p:nvPr/>
          </p:nvSpPr>
          <p:spPr>
            <a:xfrm>
              <a:off x="3525238"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04" name="Freeform 203">
              <a:extLst>
                <a:ext uri="{FF2B5EF4-FFF2-40B4-BE49-F238E27FC236}">
                  <a16:creationId xmlns:a16="http://schemas.microsoft.com/office/drawing/2014/main" id="{0A450BD8-F244-22B7-2A55-53C82E6F8985}"/>
                </a:ext>
              </a:extLst>
            </p:cNvPr>
            <p:cNvSpPr/>
            <p:nvPr/>
          </p:nvSpPr>
          <p:spPr>
            <a:xfrm>
              <a:off x="3525238"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05" name="Freeform 204">
              <a:extLst>
                <a:ext uri="{FF2B5EF4-FFF2-40B4-BE49-F238E27FC236}">
                  <a16:creationId xmlns:a16="http://schemas.microsoft.com/office/drawing/2014/main" id="{34F7DBEA-4156-60E0-A263-3B9937D0E9B9}"/>
                </a:ext>
              </a:extLst>
            </p:cNvPr>
            <p:cNvSpPr/>
            <p:nvPr/>
          </p:nvSpPr>
          <p:spPr>
            <a:xfrm>
              <a:off x="3786959"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06" name="Freeform 205">
              <a:extLst>
                <a:ext uri="{FF2B5EF4-FFF2-40B4-BE49-F238E27FC236}">
                  <a16:creationId xmlns:a16="http://schemas.microsoft.com/office/drawing/2014/main" id="{3486488B-DC70-6C92-482A-9D39C0563E62}"/>
                </a:ext>
              </a:extLst>
            </p:cNvPr>
            <p:cNvSpPr/>
            <p:nvPr/>
          </p:nvSpPr>
          <p:spPr>
            <a:xfrm>
              <a:off x="3786960"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07" name="Freeform 206">
              <a:extLst>
                <a:ext uri="{FF2B5EF4-FFF2-40B4-BE49-F238E27FC236}">
                  <a16:creationId xmlns:a16="http://schemas.microsoft.com/office/drawing/2014/main" id="{67854EF1-C746-4208-9117-B7206A00E5E9}"/>
                </a:ext>
              </a:extLst>
            </p:cNvPr>
            <p:cNvSpPr/>
            <p:nvPr/>
          </p:nvSpPr>
          <p:spPr>
            <a:xfrm>
              <a:off x="4048681"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08" name="Freeform 207">
              <a:extLst>
                <a:ext uri="{FF2B5EF4-FFF2-40B4-BE49-F238E27FC236}">
                  <a16:creationId xmlns:a16="http://schemas.microsoft.com/office/drawing/2014/main" id="{546478E6-6939-E1DF-5827-34BCCB2B5564}"/>
                </a:ext>
              </a:extLst>
            </p:cNvPr>
            <p:cNvSpPr/>
            <p:nvPr/>
          </p:nvSpPr>
          <p:spPr>
            <a:xfrm>
              <a:off x="4048681"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09" name="Freeform 208">
              <a:extLst>
                <a:ext uri="{FF2B5EF4-FFF2-40B4-BE49-F238E27FC236}">
                  <a16:creationId xmlns:a16="http://schemas.microsoft.com/office/drawing/2014/main" id="{76AE3741-E749-D7A5-94D4-42B11D541F4D}"/>
                </a:ext>
              </a:extLst>
            </p:cNvPr>
            <p:cNvSpPr/>
            <p:nvPr/>
          </p:nvSpPr>
          <p:spPr>
            <a:xfrm>
              <a:off x="4290294"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10" name="Freeform 209">
              <a:extLst>
                <a:ext uri="{FF2B5EF4-FFF2-40B4-BE49-F238E27FC236}">
                  <a16:creationId xmlns:a16="http://schemas.microsoft.com/office/drawing/2014/main" id="{86B3988F-3694-8167-9016-35BF67D16743}"/>
                </a:ext>
              </a:extLst>
            </p:cNvPr>
            <p:cNvSpPr/>
            <p:nvPr/>
          </p:nvSpPr>
          <p:spPr>
            <a:xfrm>
              <a:off x="4290293"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211" name="Freeform 210">
              <a:extLst>
                <a:ext uri="{FF2B5EF4-FFF2-40B4-BE49-F238E27FC236}">
                  <a16:creationId xmlns:a16="http://schemas.microsoft.com/office/drawing/2014/main" id="{3284C184-4959-2239-ABC1-EAB2424A8281}"/>
                </a:ext>
              </a:extLst>
            </p:cNvPr>
            <p:cNvSpPr/>
            <p:nvPr/>
          </p:nvSpPr>
          <p:spPr>
            <a:xfrm>
              <a:off x="4552016"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12" name="Freeform 211">
              <a:extLst>
                <a:ext uri="{FF2B5EF4-FFF2-40B4-BE49-F238E27FC236}">
                  <a16:creationId xmlns:a16="http://schemas.microsoft.com/office/drawing/2014/main" id="{D5A5DF30-811F-0CA6-AEA8-7BEB3E5070A7}"/>
                </a:ext>
              </a:extLst>
            </p:cNvPr>
            <p:cNvSpPr/>
            <p:nvPr/>
          </p:nvSpPr>
          <p:spPr>
            <a:xfrm>
              <a:off x="4552016"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13" name="Freeform 212">
              <a:extLst>
                <a:ext uri="{FF2B5EF4-FFF2-40B4-BE49-F238E27FC236}">
                  <a16:creationId xmlns:a16="http://schemas.microsoft.com/office/drawing/2014/main" id="{218C1993-E09B-BCEB-4E5E-478BF28C1C9B}"/>
                </a:ext>
              </a:extLst>
            </p:cNvPr>
            <p:cNvSpPr/>
            <p:nvPr/>
          </p:nvSpPr>
          <p:spPr>
            <a:xfrm>
              <a:off x="481373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14" name="Freeform 213">
              <a:extLst>
                <a:ext uri="{FF2B5EF4-FFF2-40B4-BE49-F238E27FC236}">
                  <a16:creationId xmlns:a16="http://schemas.microsoft.com/office/drawing/2014/main" id="{D926708D-20B6-3977-3F73-749F3B8BAAC0}"/>
                </a:ext>
              </a:extLst>
            </p:cNvPr>
            <p:cNvSpPr/>
            <p:nvPr/>
          </p:nvSpPr>
          <p:spPr>
            <a:xfrm>
              <a:off x="4813737"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215" name="Freeform 214">
              <a:extLst>
                <a:ext uri="{FF2B5EF4-FFF2-40B4-BE49-F238E27FC236}">
                  <a16:creationId xmlns:a16="http://schemas.microsoft.com/office/drawing/2014/main" id="{49DBAE99-C593-2C16-5DE5-1B8251BAC62C}"/>
                </a:ext>
              </a:extLst>
            </p:cNvPr>
            <p:cNvSpPr/>
            <p:nvPr/>
          </p:nvSpPr>
          <p:spPr>
            <a:xfrm>
              <a:off x="5055350"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16" name="Freeform 215">
              <a:extLst>
                <a:ext uri="{FF2B5EF4-FFF2-40B4-BE49-F238E27FC236}">
                  <a16:creationId xmlns:a16="http://schemas.microsoft.com/office/drawing/2014/main" id="{38AA2DD3-035E-A514-A3F2-1A42CE0B597E}"/>
                </a:ext>
              </a:extLst>
            </p:cNvPr>
            <p:cNvSpPr/>
            <p:nvPr/>
          </p:nvSpPr>
          <p:spPr>
            <a:xfrm>
              <a:off x="5055350"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17" name="Freeform 216">
              <a:extLst>
                <a:ext uri="{FF2B5EF4-FFF2-40B4-BE49-F238E27FC236}">
                  <a16:creationId xmlns:a16="http://schemas.microsoft.com/office/drawing/2014/main" id="{14E846A4-07C2-F41D-33E4-85A2BF8F5097}"/>
                </a:ext>
              </a:extLst>
            </p:cNvPr>
            <p:cNvSpPr/>
            <p:nvPr/>
          </p:nvSpPr>
          <p:spPr>
            <a:xfrm>
              <a:off x="5317072"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18" name="Freeform 217">
              <a:extLst>
                <a:ext uri="{FF2B5EF4-FFF2-40B4-BE49-F238E27FC236}">
                  <a16:creationId xmlns:a16="http://schemas.microsoft.com/office/drawing/2014/main" id="{85F13062-6CB9-DCE0-2EDB-E3D81239B401}"/>
                </a:ext>
              </a:extLst>
            </p:cNvPr>
            <p:cNvSpPr/>
            <p:nvPr/>
          </p:nvSpPr>
          <p:spPr>
            <a:xfrm>
              <a:off x="5317072"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78 w 116622"/>
                <a:gd name="connsiteY4" fmla="*/ 571691 h 588697"/>
                <a:gd name="connsiteX5" fmla="*/ 102678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78" y="571691"/>
                  </a:lnTo>
                  <a:lnTo>
                    <a:pt x="102678" y="0"/>
                  </a:lnTo>
                  <a:lnTo>
                    <a:pt x="116623" y="0"/>
                  </a:lnTo>
                  <a:close/>
                </a:path>
              </a:pathLst>
            </a:custGeom>
            <a:solidFill>
              <a:srgbClr val="A3715E"/>
            </a:solidFill>
            <a:ln w="0" cap="flat">
              <a:noFill/>
              <a:prstDash val="solid"/>
              <a:miter/>
            </a:ln>
          </p:spPr>
          <p:txBody>
            <a:bodyPr rtlCol="0" anchor="ctr"/>
            <a:lstStyle/>
            <a:p>
              <a:endParaRPr lang="en-US"/>
            </a:p>
          </p:txBody>
        </p:sp>
        <p:sp>
          <p:nvSpPr>
            <p:cNvPr id="219" name="Freeform 218">
              <a:extLst>
                <a:ext uri="{FF2B5EF4-FFF2-40B4-BE49-F238E27FC236}">
                  <a16:creationId xmlns:a16="http://schemas.microsoft.com/office/drawing/2014/main" id="{C19192C1-B82A-6E02-28BA-BE470AE38B73}"/>
                </a:ext>
              </a:extLst>
            </p:cNvPr>
            <p:cNvSpPr/>
            <p:nvPr/>
          </p:nvSpPr>
          <p:spPr>
            <a:xfrm>
              <a:off x="557886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20" name="Freeform 219">
              <a:extLst>
                <a:ext uri="{FF2B5EF4-FFF2-40B4-BE49-F238E27FC236}">
                  <a16:creationId xmlns:a16="http://schemas.microsoft.com/office/drawing/2014/main" id="{905A9BEE-FF75-C899-7DC2-2B073D39B8CE}"/>
                </a:ext>
              </a:extLst>
            </p:cNvPr>
            <p:cNvSpPr/>
            <p:nvPr/>
          </p:nvSpPr>
          <p:spPr>
            <a:xfrm>
              <a:off x="5578867"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221" name="Freeform 220">
              <a:extLst>
                <a:ext uri="{FF2B5EF4-FFF2-40B4-BE49-F238E27FC236}">
                  <a16:creationId xmlns:a16="http://schemas.microsoft.com/office/drawing/2014/main" id="{1AD0A03B-463A-A999-F09C-C2D052931B79}"/>
                </a:ext>
              </a:extLst>
            </p:cNvPr>
            <p:cNvSpPr/>
            <p:nvPr/>
          </p:nvSpPr>
          <p:spPr>
            <a:xfrm>
              <a:off x="5820479"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22" name="Freeform 221">
              <a:extLst>
                <a:ext uri="{FF2B5EF4-FFF2-40B4-BE49-F238E27FC236}">
                  <a16:creationId xmlns:a16="http://schemas.microsoft.com/office/drawing/2014/main" id="{F3117712-2CA9-5F9A-BCC9-6D29B266A47E}"/>
                </a:ext>
              </a:extLst>
            </p:cNvPr>
            <p:cNvSpPr/>
            <p:nvPr/>
          </p:nvSpPr>
          <p:spPr>
            <a:xfrm>
              <a:off x="5820479"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23" name="Freeform 222">
              <a:extLst>
                <a:ext uri="{FF2B5EF4-FFF2-40B4-BE49-F238E27FC236}">
                  <a16:creationId xmlns:a16="http://schemas.microsoft.com/office/drawing/2014/main" id="{216AB66D-08D8-75E9-FB6F-92BD26C02A8D}"/>
                </a:ext>
              </a:extLst>
            </p:cNvPr>
            <p:cNvSpPr/>
            <p:nvPr/>
          </p:nvSpPr>
          <p:spPr>
            <a:xfrm>
              <a:off x="6082201"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24" name="Freeform 223">
              <a:extLst>
                <a:ext uri="{FF2B5EF4-FFF2-40B4-BE49-F238E27FC236}">
                  <a16:creationId xmlns:a16="http://schemas.microsoft.com/office/drawing/2014/main" id="{DC6C4A19-471D-AFCC-F853-58E5D7F4CB65}"/>
                </a:ext>
              </a:extLst>
            </p:cNvPr>
            <p:cNvSpPr/>
            <p:nvPr/>
          </p:nvSpPr>
          <p:spPr>
            <a:xfrm>
              <a:off x="6082201"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25" name="Freeform 224">
              <a:extLst>
                <a:ext uri="{FF2B5EF4-FFF2-40B4-BE49-F238E27FC236}">
                  <a16:creationId xmlns:a16="http://schemas.microsoft.com/office/drawing/2014/main" id="{05240504-A473-220E-0994-E3E0F04D98B4}"/>
                </a:ext>
              </a:extLst>
            </p:cNvPr>
            <p:cNvSpPr/>
            <p:nvPr/>
          </p:nvSpPr>
          <p:spPr>
            <a:xfrm>
              <a:off x="6343923"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26" name="Freeform 225">
              <a:extLst>
                <a:ext uri="{FF2B5EF4-FFF2-40B4-BE49-F238E27FC236}">
                  <a16:creationId xmlns:a16="http://schemas.microsoft.com/office/drawing/2014/main" id="{84DDB2DD-7A17-B81E-AAC8-F1E7B9BB922B}"/>
                </a:ext>
              </a:extLst>
            </p:cNvPr>
            <p:cNvSpPr/>
            <p:nvPr/>
          </p:nvSpPr>
          <p:spPr>
            <a:xfrm>
              <a:off x="6343923"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27" name="Freeform 226">
              <a:extLst>
                <a:ext uri="{FF2B5EF4-FFF2-40B4-BE49-F238E27FC236}">
                  <a16:creationId xmlns:a16="http://schemas.microsoft.com/office/drawing/2014/main" id="{6651AA5D-5096-AEC3-8AAD-990881B622D0}"/>
                </a:ext>
              </a:extLst>
            </p:cNvPr>
            <p:cNvSpPr/>
            <p:nvPr/>
          </p:nvSpPr>
          <p:spPr>
            <a:xfrm>
              <a:off x="6585535"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28" name="Freeform 227">
              <a:extLst>
                <a:ext uri="{FF2B5EF4-FFF2-40B4-BE49-F238E27FC236}">
                  <a16:creationId xmlns:a16="http://schemas.microsoft.com/office/drawing/2014/main" id="{BA00591C-A1BE-92E1-1B2E-5907D7E00EF6}"/>
                </a:ext>
              </a:extLst>
            </p:cNvPr>
            <p:cNvSpPr/>
            <p:nvPr/>
          </p:nvSpPr>
          <p:spPr>
            <a:xfrm>
              <a:off x="6585535"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29" name="Freeform 228">
              <a:extLst>
                <a:ext uri="{FF2B5EF4-FFF2-40B4-BE49-F238E27FC236}">
                  <a16:creationId xmlns:a16="http://schemas.microsoft.com/office/drawing/2014/main" id="{8C464001-A86E-8A97-BCAB-294691E183A4}"/>
                </a:ext>
              </a:extLst>
            </p:cNvPr>
            <p:cNvSpPr/>
            <p:nvPr/>
          </p:nvSpPr>
          <p:spPr>
            <a:xfrm>
              <a:off x="684725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30" name="Freeform 229">
              <a:extLst>
                <a:ext uri="{FF2B5EF4-FFF2-40B4-BE49-F238E27FC236}">
                  <a16:creationId xmlns:a16="http://schemas.microsoft.com/office/drawing/2014/main" id="{343C2696-1CE5-5D74-3AC4-39E15E604686}"/>
                </a:ext>
              </a:extLst>
            </p:cNvPr>
            <p:cNvSpPr/>
            <p:nvPr/>
          </p:nvSpPr>
          <p:spPr>
            <a:xfrm>
              <a:off x="6847257"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231" name="Freeform 230">
              <a:extLst>
                <a:ext uri="{FF2B5EF4-FFF2-40B4-BE49-F238E27FC236}">
                  <a16:creationId xmlns:a16="http://schemas.microsoft.com/office/drawing/2014/main" id="{A923DF42-C979-0109-B3D1-AF35EDBB8A64}"/>
                </a:ext>
              </a:extLst>
            </p:cNvPr>
            <p:cNvSpPr/>
            <p:nvPr/>
          </p:nvSpPr>
          <p:spPr>
            <a:xfrm>
              <a:off x="7108979"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32" name="Freeform 231">
              <a:extLst>
                <a:ext uri="{FF2B5EF4-FFF2-40B4-BE49-F238E27FC236}">
                  <a16:creationId xmlns:a16="http://schemas.microsoft.com/office/drawing/2014/main" id="{7ECAA936-B857-2626-5B78-FE65FB7352AA}"/>
                </a:ext>
              </a:extLst>
            </p:cNvPr>
            <p:cNvSpPr/>
            <p:nvPr/>
          </p:nvSpPr>
          <p:spPr>
            <a:xfrm>
              <a:off x="7108979"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33" name="Freeform 232">
              <a:extLst>
                <a:ext uri="{FF2B5EF4-FFF2-40B4-BE49-F238E27FC236}">
                  <a16:creationId xmlns:a16="http://schemas.microsoft.com/office/drawing/2014/main" id="{C0A26474-8986-F82B-C2BE-9848552DAB4D}"/>
                </a:ext>
              </a:extLst>
            </p:cNvPr>
            <p:cNvSpPr/>
            <p:nvPr/>
          </p:nvSpPr>
          <p:spPr>
            <a:xfrm>
              <a:off x="7350591"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34" name="Freeform 233">
              <a:extLst>
                <a:ext uri="{FF2B5EF4-FFF2-40B4-BE49-F238E27FC236}">
                  <a16:creationId xmlns:a16="http://schemas.microsoft.com/office/drawing/2014/main" id="{31BDCFC1-2AB9-0441-13F5-117A1AA0F02A}"/>
                </a:ext>
              </a:extLst>
            </p:cNvPr>
            <p:cNvSpPr/>
            <p:nvPr/>
          </p:nvSpPr>
          <p:spPr>
            <a:xfrm>
              <a:off x="7350591"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35" name="Freeform 234">
              <a:extLst>
                <a:ext uri="{FF2B5EF4-FFF2-40B4-BE49-F238E27FC236}">
                  <a16:creationId xmlns:a16="http://schemas.microsoft.com/office/drawing/2014/main" id="{FB87C88B-2E00-F395-907C-56815B6A0DC6}"/>
                </a:ext>
              </a:extLst>
            </p:cNvPr>
            <p:cNvSpPr/>
            <p:nvPr/>
          </p:nvSpPr>
          <p:spPr>
            <a:xfrm>
              <a:off x="7612313"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36" name="Freeform 235">
              <a:extLst>
                <a:ext uri="{FF2B5EF4-FFF2-40B4-BE49-F238E27FC236}">
                  <a16:creationId xmlns:a16="http://schemas.microsoft.com/office/drawing/2014/main" id="{B07B017B-969A-AC16-8103-F163F97317EF}"/>
                </a:ext>
              </a:extLst>
            </p:cNvPr>
            <p:cNvSpPr/>
            <p:nvPr/>
          </p:nvSpPr>
          <p:spPr>
            <a:xfrm>
              <a:off x="7612313"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78 w 116622"/>
                <a:gd name="connsiteY4" fmla="*/ 571691 h 588697"/>
                <a:gd name="connsiteX5" fmla="*/ 102678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78" y="571691"/>
                  </a:lnTo>
                  <a:lnTo>
                    <a:pt x="102678" y="0"/>
                  </a:lnTo>
                  <a:lnTo>
                    <a:pt x="116623" y="0"/>
                  </a:lnTo>
                  <a:close/>
                </a:path>
              </a:pathLst>
            </a:custGeom>
            <a:solidFill>
              <a:srgbClr val="A3715E"/>
            </a:solidFill>
            <a:ln w="0" cap="flat">
              <a:noFill/>
              <a:prstDash val="solid"/>
              <a:miter/>
            </a:ln>
          </p:spPr>
          <p:txBody>
            <a:bodyPr rtlCol="0" anchor="ctr"/>
            <a:lstStyle/>
            <a:p>
              <a:endParaRPr lang="en-US"/>
            </a:p>
          </p:txBody>
        </p:sp>
        <p:sp>
          <p:nvSpPr>
            <p:cNvPr id="237" name="Freeform 236">
              <a:extLst>
                <a:ext uri="{FF2B5EF4-FFF2-40B4-BE49-F238E27FC236}">
                  <a16:creationId xmlns:a16="http://schemas.microsoft.com/office/drawing/2014/main" id="{D2967707-D0EE-E305-D586-53BEF47AC7E7}"/>
                </a:ext>
              </a:extLst>
            </p:cNvPr>
            <p:cNvSpPr/>
            <p:nvPr/>
          </p:nvSpPr>
          <p:spPr>
            <a:xfrm>
              <a:off x="7874108"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38" name="Freeform 237">
              <a:extLst>
                <a:ext uri="{FF2B5EF4-FFF2-40B4-BE49-F238E27FC236}">
                  <a16:creationId xmlns:a16="http://schemas.microsoft.com/office/drawing/2014/main" id="{089C8B3F-3DD5-2F1A-5A10-0555A598E5A2}"/>
                </a:ext>
              </a:extLst>
            </p:cNvPr>
            <p:cNvSpPr/>
            <p:nvPr/>
          </p:nvSpPr>
          <p:spPr>
            <a:xfrm>
              <a:off x="7874109"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39" name="Freeform 238">
              <a:extLst>
                <a:ext uri="{FF2B5EF4-FFF2-40B4-BE49-F238E27FC236}">
                  <a16:creationId xmlns:a16="http://schemas.microsoft.com/office/drawing/2014/main" id="{E8E6A058-CF3B-E49C-F58D-6D7CEE6D60E1}"/>
                </a:ext>
              </a:extLst>
            </p:cNvPr>
            <p:cNvSpPr/>
            <p:nvPr/>
          </p:nvSpPr>
          <p:spPr>
            <a:xfrm>
              <a:off x="3457128"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0" name="Freeform 239">
              <a:extLst>
                <a:ext uri="{FF2B5EF4-FFF2-40B4-BE49-F238E27FC236}">
                  <a16:creationId xmlns:a16="http://schemas.microsoft.com/office/drawing/2014/main" id="{47CC6B0B-1D44-DBDF-B20D-660F330F845B}"/>
                </a:ext>
              </a:extLst>
            </p:cNvPr>
            <p:cNvSpPr/>
            <p:nvPr/>
          </p:nvSpPr>
          <p:spPr>
            <a:xfrm>
              <a:off x="3457128"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1" name="Freeform 240">
              <a:extLst>
                <a:ext uri="{FF2B5EF4-FFF2-40B4-BE49-F238E27FC236}">
                  <a16:creationId xmlns:a16="http://schemas.microsoft.com/office/drawing/2014/main" id="{6C9ECDBD-441A-2DB7-E5DF-53D75AB33C09}"/>
                </a:ext>
              </a:extLst>
            </p:cNvPr>
            <p:cNvSpPr/>
            <p:nvPr/>
          </p:nvSpPr>
          <p:spPr>
            <a:xfrm>
              <a:off x="4222184"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2" name="Freeform 241">
              <a:extLst>
                <a:ext uri="{FF2B5EF4-FFF2-40B4-BE49-F238E27FC236}">
                  <a16:creationId xmlns:a16="http://schemas.microsoft.com/office/drawing/2014/main" id="{39E6DD59-2958-8069-63F5-F580886AADD3}"/>
                </a:ext>
              </a:extLst>
            </p:cNvPr>
            <p:cNvSpPr/>
            <p:nvPr/>
          </p:nvSpPr>
          <p:spPr>
            <a:xfrm>
              <a:off x="4222184"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3" name="Freeform 242">
              <a:extLst>
                <a:ext uri="{FF2B5EF4-FFF2-40B4-BE49-F238E27FC236}">
                  <a16:creationId xmlns:a16="http://schemas.microsoft.com/office/drawing/2014/main" id="{A7AB487C-CBB0-648C-29C0-7D0CF72C082E}"/>
                </a:ext>
              </a:extLst>
            </p:cNvPr>
            <p:cNvSpPr/>
            <p:nvPr/>
          </p:nvSpPr>
          <p:spPr>
            <a:xfrm>
              <a:off x="4987314"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4" name="Freeform 243">
              <a:extLst>
                <a:ext uri="{FF2B5EF4-FFF2-40B4-BE49-F238E27FC236}">
                  <a16:creationId xmlns:a16="http://schemas.microsoft.com/office/drawing/2014/main" id="{E864EE81-F40C-D394-1109-74897F8306F3}"/>
                </a:ext>
              </a:extLst>
            </p:cNvPr>
            <p:cNvSpPr/>
            <p:nvPr/>
          </p:nvSpPr>
          <p:spPr>
            <a:xfrm>
              <a:off x="4987314"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5" name="Freeform 244">
              <a:extLst>
                <a:ext uri="{FF2B5EF4-FFF2-40B4-BE49-F238E27FC236}">
                  <a16:creationId xmlns:a16="http://schemas.microsoft.com/office/drawing/2014/main" id="{38B73DD7-5D1E-B9AE-5C78-B284F2C677C6}"/>
                </a:ext>
              </a:extLst>
            </p:cNvPr>
            <p:cNvSpPr/>
            <p:nvPr/>
          </p:nvSpPr>
          <p:spPr>
            <a:xfrm>
              <a:off x="5752370"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6" name="Freeform 245">
              <a:extLst>
                <a:ext uri="{FF2B5EF4-FFF2-40B4-BE49-F238E27FC236}">
                  <a16:creationId xmlns:a16="http://schemas.microsoft.com/office/drawing/2014/main" id="{BF80731E-CFD0-21B6-2688-74E075593F12}"/>
                </a:ext>
              </a:extLst>
            </p:cNvPr>
            <p:cNvSpPr/>
            <p:nvPr/>
          </p:nvSpPr>
          <p:spPr>
            <a:xfrm>
              <a:off x="5752370"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7" name="Freeform 246">
              <a:extLst>
                <a:ext uri="{FF2B5EF4-FFF2-40B4-BE49-F238E27FC236}">
                  <a16:creationId xmlns:a16="http://schemas.microsoft.com/office/drawing/2014/main" id="{7B42D6D5-412A-B581-887E-E809054B1E36}"/>
                </a:ext>
              </a:extLst>
            </p:cNvPr>
            <p:cNvSpPr/>
            <p:nvPr/>
          </p:nvSpPr>
          <p:spPr>
            <a:xfrm>
              <a:off x="6517426"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8" name="Freeform 247">
              <a:extLst>
                <a:ext uri="{FF2B5EF4-FFF2-40B4-BE49-F238E27FC236}">
                  <a16:creationId xmlns:a16="http://schemas.microsoft.com/office/drawing/2014/main" id="{D271D0C1-D346-5486-024A-7A09EDA6CBE1}"/>
                </a:ext>
              </a:extLst>
            </p:cNvPr>
            <p:cNvSpPr/>
            <p:nvPr/>
          </p:nvSpPr>
          <p:spPr>
            <a:xfrm>
              <a:off x="6517426"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49" name="Freeform 248">
              <a:extLst>
                <a:ext uri="{FF2B5EF4-FFF2-40B4-BE49-F238E27FC236}">
                  <a16:creationId xmlns:a16="http://schemas.microsoft.com/office/drawing/2014/main" id="{66666C4B-1A8B-C99C-FDC9-FAF80CFB1AB1}"/>
                </a:ext>
              </a:extLst>
            </p:cNvPr>
            <p:cNvSpPr/>
            <p:nvPr/>
          </p:nvSpPr>
          <p:spPr>
            <a:xfrm>
              <a:off x="7282555"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50" name="Freeform 249">
              <a:extLst>
                <a:ext uri="{FF2B5EF4-FFF2-40B4-BE49-F238E27FC236}">
                  <a16:creationId xmlns:a16="http://schemas.microsoft.com/office/drawing/2014/main" id="{D04467F6-B263-EED4-6158-B1090C095298}"/>
                </a:ext>
              </a:extLst>
            </p:cNvPr>
            <p:cNvSpPr/>
            <p:nvPr/>
          </p:nvSpPr>
          <p:spPr>
            <a:xfrm>
              <a:off x="7282555"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251" name="Freeform 250">
              <a:extLst>
                <a:ext uri="{FF2B5EF4-FFF2-40B4-BE49-F238E27FC236}">
                  <a16:creationId xmlns:a16="http://schemas.microsoft.com/office/drawing/2014/main" id="{7C469DDB-BCF1-2AA5-1F05-4866B18D31F7}"/>
                </a:ext>
              </a:extLst>
            </p:cNvPr>
            <p:cNvSpPr/>
            <p:nvPr/>
          </p:nvSpPr>
          <p:spPr>
            <a:xfrm>
              <a:off x="3457128"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2" name="Freeform 251">
              <a:extLst>
                <a:ext uri="{FF2B5EF4-FFF2-40B4-BE49-F238E27FC236}">
                  <a16:creationId xmlns:a16="http://schemas.microsoft.com/office/drawing/2014/main" id="{A28B0281-4B84-1D5E-08EE-D136E895C85B}"/>
                </a:ext>
              </a:extLst>
            </p:cNvPr>
            <p:cNvSpPr/>
            <p:nvPr/>
          </p:nvSpPr>
          <p:spPr>
            <a:xfrm>
              <a:off x="3457128"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3" name="Freeform 252">
              <a:extLst>
                <a:ext uri="{FF2B5EF4-FFF2-40B4-BE49-F238E27FC236}">
                  <a16:creationId xmlns:a16="http://schemas.microsoft.com/office/drawing/2014/main" id="{30DB3856-520B-F98B-3C1D-289B66E9B4F0}"/>
                </a:ext>
              </a:extLst>
            </p:cNvPr>
            <p:cNvSpPr/>
            <p:nvPr/>
          </p:nvSpPr>
          <p:spPr>
            <a:xfrm>
              <a:off x="4222184"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4" name="Freeform 253">
              <a:extLst>
                <a:ext uri="{FF2B5EF4-FFF2-40B4-BE49-F238E27FC236}">
                  <a16:creationId xmlns:a16="http://schemas.microsoft.com/office/drawing/2014/main" id="{009B8CF5-1688-F60D-D2CB-0137A2E17EE7}"/>
                </a:ext>
              </a:extLst>
            </p:cNvPr>
            <p:cNvSpPr/>
            <p:nvPr/>
          </p:nvSpPr>
          <p:spPr>
            <a:xfrm>
              <a:off x="4222184"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5" name="Freeform 254">
              <a:extLst>
                <a:ext uri="{FF2B5EF4-FFF2-40B4-BE49-F238E27FC236}">
                  <a16:creationId xmlns:a16="http://schemas.microsoft.com/office/drawing/2014/main" id="{EE6E3D37-89A5-D524-610B-54B1D49E54AD}"/>
                </a:ext>
              </a:extLst>
            </p:cNvPr>
            <p:cNvSpPr/>
            <p:nvPr/>
          </p:nvSpPr>
          <p:spPr>
            <a:xfrm>
              <a:off x="4987314"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6" name="Freeform 255">
              <a:extLst>
                <a:ext uri="{FF2B5EF4-FFF2-40B4-BE49-F238E27FC236}">
                  <a16:creationId xmlns:a16="http://schemas.microsoft.com/office/drawing/2014/main" id="{89034115-1AA9-AF5E-696D-6FD38080F7D0}"/>
                </a:ext>
              </a:extLst>
            </p:cNvPr>
            <p:cNvSpPr/>
            <p:nvPr/>
          </p:nvSpPr>
          <p:spPr>
            <a:xfrm>
              <a:off x="4987314"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7" name="Freeform 256">
              <a:extLst>
                <a:ext uri="{FF2B5EF4-FFF2-40B4-BE49-F238E27FC236}">
                  <a16:creationId xmlns:a16="http://schemas.microsoft.com/office/drawing/2014/main" id="{39C246E9-8E63-F09E-E601-D487EE20E65B}"/>
                </a:ext>
              </a:extLst>
            </p:cNvPr>
            <p:cNvSpPr/>
            <p:nvPr/>
          </p:nvSpPr>
          <p:spPr>
            <a:xfrm>
              <a:off x="5752370"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8" name="Freeform 257">
              <a:extLst>
                <a:ext uri="{FF2B5EF4-FFF2-40B4-BE49-F238E27FC236}">
                  <a16:creationId xmlns:a16="http://schemas.microsoft.com/office/drawing/2014/main" id="{08864AE8-4933-9E24-9D39-8C63E57DE154}"/>
                </a:ext>
              </a:extLst>
            </p:cNvPr>
            <p:cNvSpPr/>
            <p:nvPr/>
          </p:nvSpPr>
          <p:spPr>
            <a:xfrm>
              <a:off x="5752370"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59" name="Freeform 258">
              <a:extLst>
                <a:ext uri="{FF2B5EF4-FFF2-40B4-BE49-F238E27FC236}">
                  <a16:creationId xmlns:a16="http://schemas.microsoft.com/office/drawing/2014/main" id="{955FB8B1-F58D-BC41-D06A-A5D9E8D9EEF6}"/>
                </a:ext>
              </a:extLst>
            </p:cNvPr>
            <p:cNvSpPr/>
            <p:nvPr/>
          </p:nvSpPr>
          <p:spPr>
            <a:xfrm>
              <a:off x="6517426"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60" name="Freeform 259">
              <a:extLst>
                <a:ext uri="{FF2B5EF4-FFF2-40B4-BE49-F238E27FC236}">
                  <a16:creationId xmlns:a16="http://schemas.microsoft.com/office/drawing/2014/main" id="{EC94FA5A-895D-F49F-664E-8193426F94D3}"/>
                </a:ext>
              </a:extLst>
            </p:cNvPr>
            <p:cNvSpPr/>
            <p:nvPr/>
          </p:nvSpPr>
          <p:spPr>
            <a:xfrm>
              <a:off x="6517426"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61" name="Freeform 260">
              <a:extLst>
                <a:ext uri="{FF2B5EF4-FFF2-40B4-BE49-F238E27FC236}">
                  <a16:creationId xmlns:a16="http://schemas.microsoft.com/office/drawing/2014/main" id="{F678C39B-525D-E900-40AE-E1898EAB3353}"/>
                </a:ext>
              </a:extLst>
            </p:cNvPr>
            <p:cNvSpPr/>
            <p:nvPr/>
          </p:nvSpPr>
          <p:spPr>
            <a:xfrm>
              <a:off x="7282555"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262" name="Freeform 261">
              <a:extLst>
                <a:ext uri="{FF2B5EF4-FFF2-40B4-BE49-F238E27FC236}">
                  <a16:creationId xmlns:a16="http://schemas.microsoft.com/office/drawing/2014/main" id="{8DBD63CB-2BC5-2D4D-08E1-DCA9A1EFCBB3}"/>
                </a:ext>
              </a:extLst>
            </p:cNvPr>
            <p:cNvSpPr/>
            <p:nvPr/>
          </p:nvSpPr>
          <p:spPr>
            <a:xfrm>
              <a:off x="7282555"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grpSp>
      <p:grpSp>
        <p:nvGrpSpPr>
          <p:cNvPr id="263" name="Graphic 2">
            <a:extLst>
              <a:ext uri="{FF2B5EF4-FFF2-40B4-BE49-F238E27FC236}">
                <a16:creationId xmlns:a16="http://schemas.microsoft.com/office/drawing/2014/main" id="{1FF9E7BE-47B3-ECFE-57DD-2F62C60BB129}"/>
              </a:ext>
            </a:extLst>
          </p:cNvPr>
          <p:cNvGrpSpPr/>
          <p:nvPr/>
        </p:nvGrpSpPr>
        <p:grpSpPr>
          <a:xfrm>
            <a:off x="3237369" y="2353124"/>
            <a:ext cx="3448897" cy="442297"/>
            <a:chOff x="407987" y="1469743"/>
            <a:chExt cx="4590482" cy="588697"/>
          </a:xfrm>
        </p:grpSpPr>
        <p:sp>
          <p:nvSpPr>
            <p:cNvPr id="264" name="Freeform 263">
              <a:extLst>
                <a:ext uri="{FF2B5EF4-FFF2-40B4-BE49-F238E27FC236}">
                  <a16:creationId xmlns:a16="http://schemas.microsoft.com/office/drawing/2014/main" id="{0817FB73-9655-036E-BB20-F81D03001AFE}"/>
                </a:ext>
              </a:extLst>
            </p:cNvPr>
            <p:cNvSpPr/>
            <p:nvPr/>
          </p:nvSpPr>
          <p:spPr>
            <a:xfrm>
              <a:off x="476096"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65" name="Freeform 264">
              <a:extLst>
                <a:ext uri="{FF2B5EF4-FFF2-40B4-BE49-F238E27FC236}">
                  <a16:creationId xmlns:a16="http://schemas.microsoft.com/office/drawing/2014/main" id="{0C9D25C3-FF43-62AA-C4CB-DFA540B222BA}"/>
                </a:ext>
              </a:extLst>
            </p:cNvPr>
            <p:cNvSpPr/>
            <p:nvPr/>
          </p:nvSpPr>
          <p:spPr>
            <a:xfrm>
              <a:off x="476096"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66" name="Freeform 265">
              <a:extLst>
                <a:ext uri="{FF2B5EF4-FFF2-40B4-BE49-F238E27FC236}">
                  <a16:creationId xmlns:a16="http://schemas.microsoft.com/office/drawing/2014/main" id="{A109800A-FD2D-7237-4900-7D6F954F62B6}"/>
                </a:ext>
              </a:extLst>
            </p:cNvPr>
            <p:cNvSpPr/>
            <p:nvPr/>
          </p:nvSpPr>
          <p:spPr>
            <a:xfrm>
              <a:off x="737818"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67" name="Freeform 266">
              <a:extLst>
                <a:ext uri="{FF2B5EF4-FFF2-40B4-BE49-F238E27FC236}">
                  <a16:creationId xmlns:a16="http://schemas.microsoft.com/office/drawing/2014/main" id="{70F42596-DFC1-0701-08CA-CF73CD7421E1}"/>
                </a:ext>
              </a:extLst>
            </p:cNvPr>
            <p:cNvSpPr/>
            <p:nvPr/>
          </p:nvSpPr>
          <p:spPr>
            <a:xfrm>
              <a:off x="737818"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68" name="Freeform 267">
              <a:extLst>
                <a:ext uri="{FF2B5EF4-FFF2-40B4-BE49-F238E27FC236}">
                  <a16:creationId xmlns:a16="http://schemas.microsoft.com/office/drawing/2014/main" id="{882205DD-6D9D-FC95-64B3-902656B72374}"/>
                </a:ext>
              </a:extLst>
            </p:cNvPr>
            <p:cNvSpPr/>
            <p:nvPr/>
          </p:nvSpPr>
          <p:spPr>
            <a:xfrm>
              <a:off x="999540"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69" name="Freeform 268">
              <a:extLst>
                <a:ext uri="{FF2B5EF4-FFF2-40B4-BE49-F238E27FC236}">
                  <a16:creationId xmlns:a16="http://schemas.microsoft.com/office/drawing/2014/main" id="{0E509CC2-4496-B5F4-6F5A-75462E151ED6}"/>
                </a:ext>
              </a:extLst>
            </p:cNvPr>
            <p:cNvSpPr/>
            <p:nvPr/>
          </p:nvSpPr>
          <p:spPr>
            <a:xfrm>
              <a:off x="999540"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70" name="Freeform 269">
              <a:extLst>
                <a:ext uri="{FF2B5EF4-FFF2-40B4-BE49-F238E27FC236}">
                  <a16:creationId xmlns:a16="http://schemas.microsoft.com/office/drawing/2014/main" id="{43C1610A-832D-BCE2-F156-A33586AC0E47}"/>
                </a:ext>
              </a:extLst>
            </p:cNvPr>
            <p:cNvSpPr/>
            <p:nvPr/>
          </p:nvSpPr>
          <p:spPr>
            <a:xfrm>
              <a:off x="1241152"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71" name="Freeform 270">
              <a:extLst>
                <a:ext uri="{FF2B5EF4-FFF2-40B4-BE49-F238E27FC236}">
                  <a16:creationId xmlns:a16="http://schemas.microsoft.com/office/drawing/2014/main" id="{DCDC2AAB-7663-C1F9-937A-F1BF2CE73811}"/>
                </a:ext>
              </a:extLst>
            </p:cNvPr>
            <p:cNvSpPr/>
            <p:nvPr/>
          </p:nvSpPr>
          <p:spPr>
            <a:xfrm>
              <a:off x="1241152"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72" name="Freeform 271">
              <a:extLst>
                <a:ext uri="{FF2B5EF4-FFF2-40B4-BE49-F238E27FC236}">
                  <a16:creationId xmlns:a16="http://schemas.microsoft.com/office/drawing/2014/main" id="{8B5ED9E2-8BA9-9476-C332-5B8E553734B3}"/>
                </a:ext>
              </a:extLst>
            </p:cNvPr>
            <p:cNvSpPr/>
            <p:nvPr/>
          </p:nvSpPr>
          <p:spPr>
            <a:xfrm>
              <a:off x="1502874"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73" name="Freeform 272">
              <a:extLst>
                <a:ext uri="{FF2B5EF4-FFF2-40B4-BE49-F238E27FC236}">
                  <a16:creationId xmlns:a16="http://schemas.microsoft.com/office/drawing/2014/main" id="{AA1E7D26-CC77-FEE6-8FA9-581DFB894312}"/>
                </a:ext>
              </a:extLst>
            </p:cNvPr>
            <p:cNvSpPr/>
            <p:nvPr/>
          </p:nvSpPr>
          <p:spPr>
            <a:xfrm>
              <a:off x="1502874"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74" name="Freeform 273">
              <a:extLst>
                <a:ext uri="{FF2B5EF4-FFF2-40B4-BE49-F238E27FC236}">
                  <a16:creationId xmlns:a16="http://schemas.microsoft.com/office/drawing/2014/main" id="{4AC57A65-9FAB-571F-934F-682F0F8EAAA4}"/>
                </a:ext>
              </a:extLst>
            </p:cNvPr>
            <p:cNvSpPr/>
            <p:nvPr/>
          </p:nvSpPr>
          <p:spPr>
            <a:xfrm>
              <a:off x="1764596"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275" name="Freeform 274">
              <a:extLst>
                <a:ext uri="{FF2B5EF4-FFF2-40B4-BE49-F238E27FC236}">
                  <a16:creationId xmlns:a16="http://schemas.microsoft.com/office/drawing/2014/main" id="{5DA812B2-7A84-E2C9-941B-D880692007D2}"/>
                </a:ext>
              </a:extLst>
            </p:cNvPr>
            <p:cNvSpPr/>
            <p:nvPr/>
          </p:nvSpPr>
          <p:spPr>
            <a:xfrm>
              <a:off x="1764596"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76" name="Freeform 275">
              <a:extLst>
                <a:ext uri="{FF2B5EF4-FFF2-40B4-BE49-F238E27FC236}">
                  <a16:creationId xmlns:a16="http://schemas.microsoft.com/office/drawing/2014/main" id="{DA6FD077-E186-220F-468B-C113A657AB89}"/>
                </a:ext>
              </a:extLst>
            </p:cNvPr>
            <p:cNvSpPr/>
            <p:nvPr/>
          </p:nvSpPr>
          <p:spPr>
            <a:xfrm>
              <a:off x="2006208"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77" name="Freeform 276">
              <a:extLst>
                <a:ext uri="{FF2B5EF4-FFF2-40B4-BE49-F238E27FC236}">
                  <a16:creationId xmlns:a16="http://schemas.microsoft.com/office/drawing/2014/main" id="{C68EA23D-F646-9C51-E87A-CCB35A03E835}"/>
                </a:ext>
              </a:extLst>
            </p:cNvPr>
            <p:cNvSpPr/>
            <p:nvPr/>
          </p:nvSpPr>
          <p:spPr>
            <a:xfrm>
              <a:off x="2006208"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78" name="Freeform 277">
              <a:extLst>
                <a:ext uri="{FF2B5EF4-FFF2-40B4-BE49-F238E27FC236}">
                  <a16:creationId xmlns:a16="http://schemas.microsoft.com/office/drawing/2014/main" id="{AA41BD2B-47DD-51E2-A705-B9AF4BB39DBE}"/>
                </a:ext>
              </a:extLst>
            </p:cNvPr>
            <p:cNvSpPr/>
            <p:nvPr/>
          </p:nvSpPr>
          <p:spPr>
            <a:xfrm>
              <a:off x="2268003"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79" name="Freeform 278">
              <a:extLst>
                <a:ext uri="{FF2B5EF4-FFF2-40B4-BE49-F238E27FC236}">
                  <a16:creationId xmlns:a16="http://schemas.microsoft.com/office/drawing/2014/main" id="{76C33E34-3E90-6F7F-2B29-FDCDEC10CB24}"/>
                </a:ext>
              </a:extLst>
            </p:cNvPr>
            <p:cNvSpPr/>
            <p:nvPr/>
          </p:nvSpPr>
          <p:spPr>
            <a:xfrm>
              <a:off x="2268003" y="1469743"/>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4 w 116549"/>
                <a:gd name="connsiteY4" fmla="*/ 571691 h 588697"/>
                <a:gd name="connsiteX5" fmla="*/ 102604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4" y="571691"/>
                  </a:lnTo>
                  <a:lnTo>
                    <a:pt x="102604" y="0"/>
                  </a:lnTo>
                  <a:lnTo>
                    <a:pt x="116549" y="0"/>
                  </a:lnTo>
                  <a:close/>
                </a:path>
              </a:pathLst>
            </a:custGeom>
            <a:solidFill>
              <a:srgbClr val="A3715E"/>
            </a:solidFill>
            <a:ln w="0" cap="flat">
              <a:noFill/>
              <a:prstDash val="solid"/>
              <a:miter/>
            </a:ln>
          </p:spPr>
          <p:txBody>
            <a:bodyPr rtlCol="0" anchor="ctr"/>
            <a:lstStyle/>
            <a:p>
              <a:endParaRPr lang="en-US"/>
            </a:p>
          </p:txBody>
        </p:sp>
        <p:sp>
          <p:nvSpPr>
            <p:cNvPr id="280" name="Freeform 279">
              <a:extLst>
                <a:ext uri="{FF2B5EF4-FFF2-40B4-BE49-F238E27FC236}">
                  <a16:creationId xmlns:a16="http://schemas.microsoft.com/office/drawing/2014/main" id="{6E2601E7-636E-9E3E-C865-D54F60856A20}"/>
                </a:ext>
              </a:extLst>
            </p:cNvPr>
            <p:cNvSpPr/>
            <p:nvPr/>
          </p:nvSpPr>
          <p:spPr>
            <a:xfrm>
              <a:off x="2529725"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81" name="Freeform 280">
              <a:extLst>
                <a:ext uri="{FF2B5EF4-FFF2-40B4-BE49-F238E27FC236}">
                  <a16:creationId xmlns:a16="http://schemas.microsoft.com/office/drawing/2014/main" id="{617A3A10-35E6-941E-AAF8-E493EF001E0B}"/>
                </a:ext>
              </a:extLst>
            </p:cNvPr>
            <p:cNvSpPr/>
            <p:nvPr/>
          </p:nvSpPr>
          <p:spPr>
            <a:xfrm>
              <a:off x="2529725"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82" name="Freeform 281">
              <a:extLst>
                <a:ext uri="{FF2B5EF4-FFF2-40B4-BE49-F238E27FC236}">
                  <a16:creationId xmlns:a16="http://schemas.microsoft.com/office/drawing/2014/main" id="{68F4D5EA-58F9-58A3-2DE9-28B8C4EEE753}"/>
                </a:ext>
              </a:extLst>
            </p:cNvPr>
            <p:cNvSpPr/>
            <p:nvPr/>
          </p:nvSpPr>
          <p:spPr>
            <a:xfrm>
              <a:off x="277133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83" name="Freeform 282">
              <a:extLst>
                <a:ext uri="{FF2B5EF4-FFF2-40B4-BE49-F238E27FC236}">
                  <a16:creationId xmlns:a16="http://schemas.microsoft.com/office/drawing/2014/main" id="{685EC128-E6BD-C06A-9A2F-4CCA83E90865}"/>
                </a:ext>
              </a:extLst>
            </p:cNvPr>
            <p:cNvSpPr/>
            <p:nvPr/>
          </p:nvSpPr>
          <p:spPr>
            <a:xfrm>
              <a:off x="2771337"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84" name="Freeform 283">
              <a:extLst>
                <a:ext uri="{FF2B5EF4-FFF2-40B4-BE49-F238E27FC236}">
                  <a16:creationId xmlns:a16="http://schemas.microsoft.com/office/drawing/2014/main" id="{741CA2B1-F337-1451-9873-5FCEFF63A2F6}"/>
                </a:ext>
              </a:extLst>
            </p:cNvPr>
            <p:cNvSpPr/>
            <p:nvPr/>
          </p:nvSpPr>
          <p:spPr>
            <a:xfrm>
              <a:off x="3033059"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85" name="Freeform 284">
              <a:extLst>
                <a:ext uri="{FF2B5EF4-FFF2-40B4-BE49-F238E27FC236}">
                  <a16:creationId xmlns:a16="http://schemas.microsoft.com/office/drawing/2014/main" id="{E19C8CA8-7747-EE94-1830-912A05FF6E38}"/>
                </a:ext>
              </a:extLst>
            </p:cNvPr>
            <p:cNvSpPr/>
            <p:nvPr/>
          </p:nvSpPr>
          <p:spPr>
            <a:xfrm>
              <a:off x="3033059"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86" name="Freeform 285">
              <a:extLst>
                <a:ext uri="{FF2B5EF4-FFF2-40B4-BE49-F238E27FC236}">
                  <a16:creationId xmlns:a16="http://schemas.microsoft.com/office/drawing/2014/main" id="{4DF80819-CC75-9EAF-DDA4-344E34B869DF}"/>
                </a:ext>
              </a:extLst>
            </p:cNvPr>
            <p:cNvSpPr/>
            <p:nvPr/>
          </p:nvSpPr>
          <p:spPr>
            <a:xfrm>
              <a:off x="3294781"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87" name="Freeform 286">
              <a:extLst>
                <a:ext uri="{FF2B5EF4-FFF2-40B4-BE49-F238E27FC236}">
                  <a16:creationId xmlns:a16="http://schemas.microsoft.com/office/drawing/2014/main" id="{CC30E54A-5972-B946-40BF-5D4BD2872835}"/>
                </a:ext>
              </a:extLst>
            </p:cNvPr>
            <p:cNvSpPr/>
            <p:nvPr/>
          </p:nvSpPr>
          <p:spPr>
            <a:xfrm>
              <a:off x="3294781"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88" name="Freeform 287">
              <a:extLst>
                <a:ext uri="{FF2B5EF4-FFF2-40B4-BE49-F238E27FC236}">
                  <a16:creationId xmlns:a16="http://schemas.microsoft.com/office/drawing/2014/main" id="{C2C1990F-1A55-2087-CA7B-943DA1D0B9CE}"/>
                </a:ext>
              </a:extLst>
            </p:cNvPr>
            <p:cNvSpPr/>
            <p:nvPr/>
          </p:nvSpPr>
          <p:spPr>
            <a:xfrm>
              <a:off x="3536393"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89" name="Freeform 288">
              <a:extLst>
                <a:ext uri="{FF2B5EF4-FFF2-40B4-BE49-F238E27FC236}">
                  <a16:creationId xmlns:a16="http://schemas.microsoft.com/office/drawing/2014/main" id="{0040A75E-4680-1CC9-9C35-1AAF85ABF803}"/>
                </a:ext>
              </a:extLst>
            </p:cNvPr>
            <p:cNvSpPr/>
            <p:nvPr/>
          </p:nvSpPr>
          <p:spPr>
            <a:xfrm>
              <a:off x="3536393"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90" name="Freeform 289">
              <a:extLst>
                <a:ext uri="{FF2B5EF4-FFF2-40B4-BE49-F238E27FC236}">
                  <a16:creationId xmlns:a16="http://schemas.microsoft.com/office/drawing/2014/main" id="{D0579EBF-CF98-3162-E572-F69D8D1B43B9}"/>
                </a:ext>
              </a:extLst>
            </p:cNvPr>
            <p:cNvSpPr/>
            <p:nvPr/>
          </p:nvSpPr>
          <p:spPr>
            <a:xfrm>
              <a:off x="3798115"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91" name="Freeform 290">
              <a:extLst>
                <a:ext uri="{FF2B5EF4-FFF2-40B4-BE49-F238E27FC236}">
                  <a16:creationId xmlns:a16="http://schemas.microsoft.com/office/drawing/2014/main" id="{7242AA7C-E16A-B14C-4508-4C65B1E35F89}"/>
                </a:ext>
              </a:extLst>
            </p:cNvPr>
            <p:cNvSpPr/>
            <p:nvPr/>
          </p:nvSpPr>
          <p:spPr>
            <a:xfrm>
              <a:off x="3798115"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292" name="Freeform 291">
              <a:extLst>
                <a:ext uri="{FF2B5EF4-FFF2-40B4-BE49-F238E27FC236}">
                  <a16:creationId xmlns:a16="http://schemas.microsoft.com/office/drawing/2014/main" id="{65832C25-1B9B-A28A-16E6-DF0C13DE50D0}"/>
                </a:ext>
              </a:extLst>
            </p:cNvPr>
            <p:cNvSpPr/>
            <p:nvPr/>
          </p:nvSpPr>
          <p:spPr>
            <a:xfrm>
              <a:off x="405983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593A94AB-71A3-7B8E-C20F-007BFBB7BCDF}"/>
                </a:ext>
              </a:extLst>
            </p:cNvPr>
            <p:cNvSpPr/>
            <p:nvPr/>
          </p:nvSpPr>
          <p:spPr>
            <a:xfrm>
              <a:off x="4059837"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94" name="Freeform 293">
              <a:extLst>
                <a:ext uri="{FF2B5EF4-FFF2-40B4-BE49-F238E27FC236}">
                  <a16:creationId xmlns:a16="http://schemas.microsoft.com/office/drawing/2014/main" id="{63B9CD27-B344-FF29-FE5C-F9ACE692408F}"/>
                </a:ext>
              </a:extLst>
            </p:cNvPr>
            <p:cNvSpPr/>
            <p:nvPr/>
          </p:nvSpPr>
          <p:spPr>
            <a:xfrm>
              <a:off x="4301449"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95" name="Freeform 294">
              <a:extLst>
                <a:ext uri="{FF2B5EF4-FFF2-40B4-BE49-F238E27FC236}">
                  <a16:creationId xmlns:a16="http://schemas.microsoft.com/office/drawing/2014/main" id="{C5AC72D7-E998-88C2-0C56-B89E6F8092B5}"/>
                </a:ext>
              </a:extLst>
            </p:cNvPr>
            <p:cNvSpPr/>
            <p:nvPr/>
          </p:nvSpPr>
          <p:spPr>
            <a:xfrm>
              <a:off x="4301449"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296" name="Freeform 295">
              <a:extLst>
                <a:ext uri="{FF2B5EF4-FFF2-40B4-BE49-F238E27FC236}">
                  <a16:creationId xmlns:a16="http://schemas.microsoft.com/office/drawing/2014/main" id="{FA93F001-EDF4-0A9B-6811-35A0638E1C5C}"/>
                </a:ext>
              </a:extLst>
            </p:cNvPr>
            <p:cNvSpPr/>
            <p:nvPr/>
          </p:nvSpPr>
          <p:spPr>
            <a:xfrm>
              <a:off x="4563245"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97" name="Freeform 296">
              <a:extLst>
                <a:ext uri="{FF2B5EF4-FFF2-40B4-BE49-F238E27FC236}">
                  <a16:creationId xmlns:a16="http://schemas.microsoft.com/office/drawing/2014/main" id="{FBAC2087-4225-21B7-240E-AA0451A6D6A1}"/>
                </a:ext>
              </a:extLst>
            </p:cNvPr>
            <p:cNvSpPr/>
            <p:nvPr/>
          </p:nvSpPr>
          <p:spPr>
            <a:xfrm>
              <a:off x="4563245" y="1469743"/>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5 w 116549"/>
                <a:gd name="connsiteY4" fmla="*/ 571691 h 588697"/>
                <a:gd name="connsiteX5" fmla="*/ 102605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5" y="571691"/>
                  </a:lnTo>
                  <a:lnTo>
                    <a:pt x="102605" y="0"/>
                  </a:lnTo>
                  <a:lnTo>
                    <a:pt x="116549" y="0"/>
                  </a:lnTo>
                  <a:close/>
                </a:path>
              </a:pathLst>
            </a:custGeom>
            <a:solidFill>
              <a:srgbClr val="A3715E"/>
            </a:solidFill>
            <a:ln w="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446DA27B-8A4A-7960-E014-7B4CB7323823}"/>
                </a:ext>
              </a:extLst>
            </p:cNvPr>
            <p:cNvSpPr/>
            <p:nvPr/>
          </p:nvSpPr>
          <p:spPr>
            <a:xfrm>
              <a:off x="482496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299" name="Freeform 298">
              <a:extLst>
                <a:ext uri="{FF2B5EF4-FFF2-40B4-BE49-F238E27FC236}">
                  <a16:creationId xmlns:a16="http://schemas.microsoft.com/office/drawing/2014/main" id="{3BAB7090-C568-EE68-8FAE-91A6D1A1FB45}"/>
                </a:ext>
              </a:extLst>
            </p:cNvPr>
            <p:cNvSpPr/>
            <p:nvPr/>
          </p:nvSpPr>
          <p:spPr>
            <a:xfrm>
              <a:off x="4824967"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00" name="Freeform 299">
              <a:extLst>
                <a:ext uri="{FF2B5EF4-FFF2-40B4-BE49-F238E27FC236}">
                  <a16:creationId xmlns:a16="http://schemas.microsoft.com/office/drawing/2014/main" id="{BD4D1240-01C6-0362-0E9F-61AA75AF776F}"/>
                </a:ext>
              </a:extLst>
            </p:cNvPr>
            <p:cNvSpPr/>
            <p:nvPr/>
          </p:nvSpPr>
          <p:spPr>
            <a:xfrm>
              <a:off x="407987"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1" name="Freeform 300">
              <a:extLst>
                <a:ext uri="{FF2B5EF4-FFF2-40B4-BE49-F238E27FC236}">
                  <a16:creationId xmlns:a16="http://schemas.microsoft.com/office/drawing/2014/main" id="{9F56FA0D-4D7A-1C34-55EE-E5CD904D3F14}"/>
                </a:ext>
              </a:extLst>
            </p:cNvPr>
            <p:cNvSpPr/>
            <p:nvPr/>
          </p:nvSpPr>
          <p:spPr>
            <a:xfrm>
              <a:off x="407987"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2" name="Freeform 301">
              <a:extLst>
                <a:ext uri="{FF2B5EF4-FFF2-40B4-BE49-F238E27FC236}">
                  <a16:creationId xmlns:a16="http://schemas.microsoft.com/office/drawing/2014/main" id="{C85194EF-4534-B5DE-CE4E-FAA0E1D86BCC}"/>
                </a:ext>
              </a:extLst>
            </p:cNvPr>
            <p:cNvSpPr/>
            <p:nvPr/>
          </p:nvSpPr>
          <p:spPr>
            <a:xfrm>
              <a:off x="1173043"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3" name="Freeform 302">
              <a:extLst>
                <a:ext uri="{FF2B5EF4-FFF2-40B4-BE49-F238E27FC236}">
                  <a16:creationId xmlns:a16="http://schemas.microsoft.com/office/drawing/2014/main" id="{CCF545D1-2C79-8F3E-2221-3E3E8AED38C1}"/>
                </a:ext>
              </a:extLst>
            </p:cNvPr>
            <p:cNvSpPr/>
            <p:nvPr/>
          </p:nvSpPr>
          <p:spPr>
            <a:xfrm>
              <a:off x="1173043"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4" name="Freeform 303">
              <a:extLst>
                <a:ext uri="{FF2B5EF4-FFF2-40B4-BE49-F238E27FC236}">
                  <a16:creationId xmlns:a16="http://schemas.microsoft.com/office/drawing/2014/main" id="{5D4638A2-09F0-804B-DF50-5674CCBAB4DD}"/>
                </a:ext>
              </a:extLst>
            </p:cNvPr>
            <p:cNvSpPr/>
            <p:nvPr/>
          </p:nvSpPr>
          <p:spPr>
            <a:xfrm>
              <a:off x="1938172"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5" name="Freeform 304">
              <a:extLst>
                <a:ext uri="{FF2B5EF4-FFF2-40B4-BE49-F238E27FC236}">
                  <a16:creationId xmlns:a16="http://schemas.microsoft.com/office/drawing/2014/main" id="{082D06E4-0B47-4012-07B9-86E349C81A24}"/>
                </a:ext>
              </a:extLst>
            </p:cNvPr>
            <p:cNvSpPr/>
            <p:nvPr/>
          </p:nvSpPr>
          <p:spPr>
            <a:xfrm>
              <a:off x="1938172"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6" name="Freeform 305">
              <a:extLst>
                <a:ext uri="{FF2B5EF4-FFF2-40B4-BE49-F238E27FC236}">
                  <a16:creationId xmlns:a16="http://schemas.microsoft.com/office/drawing/2014/main" id="{5F8131C6-AAD7-047E-0C4C-066399905033}"/>
                </a:ext>
              </a:extLst>
            </p:cNvPr>
            <p:cNvSpPr/>
            <p:nvPr/>
          </p:nvSpPr>
          <p:spPr>
            <a:xfrm>
              <a:off x="2703228"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7" name="Freeform 306">
              <a:extLst>
                <a:ext uri="{FF2B5EF4-FFF2-40B4-BE49-F238E27FC236}">
                  <a16:creationId xmlns:a16="http://schemas.microsoft.com/office/drawing/2014/main" id="{8DB41A32-C2F6-C4EA-D841-E26AFA34B448}"/>
                </a:ext>
              </a:extLst>
            </p:cNvPr>
            <p:cNvSpPr/>
            <p:nvPr/>
          </p:nvSpPr>
          <p:spPr>
            <a:xfrm>
              <a:off x="2703228"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8" name="Freeform 307">
              <a:extLst>
                <a:ext uri="{FF2B5EF4-FFF2-40B4-BE49-F238E27FC236}">
                  <a16:creationId xmlns:a16="http://schemas.microsoft.com/office/drawing/2014/main" id="{97991DBA-C5CF-AB67-9C59-5DC04D95C8D5}"/>
                </a:ext>
              </a:extLst>
            </p:cNvPr>
            <p:cNvSpPr/>
            <p:nvPr/>
          </p:nvSpPr>
          <p:spPr>
            <a:xfrm>
              <a:off x="3468284"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09" name="Freeform 308">
              <a:extLst>
                <a:ext uri="{FF2B5EF4-FFF2-40B4-BE49-F238E27FC236}">
                  <a16:creationId xmlns:a16="http://schemas.microsoft.com/office/drawing/2014/main" id="{B79A9A3A-AA91-9F41-C4D2-826D4F960411}"/>
                </a:ext>
              </a:extLst>
            </p:cNvPr>
            <p:cNvSpPr/>
            <p:nvPr/>
          </p:nvSpPr>
          <p:spPr>
            <a:xfrm>
              <a:off x="3468284"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10" name="Freeform 309">
              <a:extLst>
                <a:ext uri="{FF2B5EF4-FFF2-40B4-BE49-F238E27FC236}">
                  <a16:creationId xmlns:a16="http://schemas.microsoft.com/office/drawing/2014/main" id="{6F0DD75A-6F38-8449-C3A2-E06E9DF06AB2}"/>
                </a:ext>
              </a:extLst>
            </p:cNvPr>
            <p:cNvSpPr/>
            <p:nvPr/>
          </p:nvSpPr>
          <p:spPr>
            <a:xfrm>
              <a:off x="4233413"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11" name="Freeform 310">
              <a:extLst>
                <a:ext uri="{FF2B5EF4-FFF2-40B4-BE49-F238E27FC236}">
                  <a16:creationId xmlns:a16="http://schemas.microsoft.com/office/drawing/2014/main" id="{1F531767-FA30-4B04-5AB7-7B5C871AE83C}"/>
                </a:ext>
              </a:extLst>
            </p:cNvPr>
            <p:cNvSpPr/>
            <p:nvPr/>
          </p:nvSpPr>
          <p:spPr>
            <a:xfrm>
              <a:off x="4233413"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12" name="Freeform 311">
              <a:extLst>
                <a:ext uri="{FF2B5EF4-FFF2-40B4-BE49-F238E27FC236}">
                  <a16:creationId xmlns:a16="http://schemas.microsoft.com/office/drawing/2014/main" id="{128B24FE-1A8F-D0F2-4470-6F449D4FA355}"/>
                </a:ext>
              </a:extLst>
            </p:cNvPr>
            <p:cNvSpPr/>
            <p:nvPr/>
          </p:nvSpPr>
          <p:spPr>
            <a:xfrm>
              <a:off x="407987"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13" name="Freeform 312">
              <a:extLst>
                <a:ext uri="{FF2B5EF4-FFF2-40B4-BE49-F238E27FC236}">
                  <a16:creationId xmlns:a16="http://schemas.microsoft.com/office/drawing/2014/main" id="{CA55556B-D9A3-0CB7-D94C-4A7D658955DA}"/>
                </a:ext>
              </a:extLst>
            </p:cNvPr>
            <p:cNvSpPr/>
            <p:nvPr/>
          </p:nvSpPr>
          <p:spPr>
            <a:xfrm>
              <a:off x="407987"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14" name="Freeform 313">
              <a:extLst>
                <a:ext uri="{FF2B5EF4-FFF2-40B4-BE49-F238E27FC236}">
                  <a16:creationId xmlns:a16="http://schemas.microsoft.com/office/drawing/2014/main" id="{6FC31F7E-E048-B1E7-44D0-9E92514627B4}"/>
                </a:ext>
              </a:extLst>
            </p:cNvPr>
            <p:cNvSpPr/>
            <p:nvPr/>
          </p:nvSpPr>
          <p:spPr>
            <a:xfrm>
              <a:off x="1173043"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15" name="Freeform 314">
              <a:extLst>
                <a:ext uri="{FF2B5EF4-FFF2-40B4-BE49-F238E27FC236}">
                  <a16:creationId xmlns:a16="http://schemas.microsoft.com/office/drawing/2014/main" id="{C039CA0D-21FD-9979-0CEC-FBDBB597A038}"/>
                </a:ext>
              </a:extLst>
            </p:cNvPr>
            <p:cNvSpPr/>
            <p:nvPr/>
          </p:nvSpPr>
          <p:spPr>
            <a:xfrm>
              <a:off x="1173043"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16" name="Freeform 315">
              <a:extLst>
                <a:ext uri="{FF2B5EF4-FFF2-40B4-BE49-F238E27FC236}">
                  <a16:creationId xmlns:a16="http://schemas.microsoft.com/office/drawing/2014/main" id="{0011375A-E37F-1C50-E866-79308C998287}"/>
                </a:ext>
              </a:extLst>
            </p:cNvPr>
            <p:cNvSpPr/>
            <p:nvPr/>
          </p:nvSpPr>
          <p:spPr>
            <a:xfrm>
              <a:off x="1938172"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17" name="Freeform 316">
              <a:extLst>
                <a:ext uri="{FF2B5EF4-FFF2-40B4-BE49-F238E27FC236}">
                  <a16:creationId xmlns:a16="http://schemas.microsoft.com/office/drawing/2014/main" id="{E5F10122-85A6-A275-1922-70A6D2C6F557}"/>
                </a:ext>
              </a:extLst>
            </p:cNvPr>
            <p:cNvSpPr/>
            <p:nvPr/>
          </p:nvSpPr>
          <p:spPr>
            <a:xfrm>
              <a:off x="1938172"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18" name="Freeform 317">
              <a:extLst>
                <a:ext uri="{FF2B5EF4-FFF2-40B4-BE49-F238E27FC236}">
                  <a16:creationId xmlns:a16="http://schemas.microsoft.com/office/drawing/2014/main" id="{303ADF1C-6778-4FB7-7635-88BB6B0EDE9C}"/>
                </a:ext>
              </a:extLst>
            </p:cNvPr>
            <p:cNvSpPr/>
            <p:nvPr/>
          </p:nvSpPr>
          <p:spPr>
            <a:xfrm>
              <a:off x="2703228"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19" name="Freeform 318">
              <a:extLst>
                <a:ext uri="{FF2B5EF4-FFF2-40B4-BE49-F238E27FC236}">
                  <a16:creationId xmlns:a16="http://schemas.microsoft.com/office/drawing/2014/main" id="{133225B3-266C-A9B7-CD6A-F6A74CA9F3F9}"/>
                </a:ext>
              </a:extLst>
            </p:cNvPr>
            <p:cNvSpPr/>
            <p:nvPr/>
          </p:nvSpPr>
          <p:spPr>
            <a:xfrm>
              <a:off x="2703228"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20" name="Freeform 319">
              <a:extLst>
                <a:ext uri="{FF2B5EF4-FFF2-40B4-BE49-F238E27FC236}">
                  <a16:creationId xmlns:a16="http://schemas.microsoft.com/office/drawing/2014/main" id="{67E51A2B-BF24-C213-8ABE-CD69BC9AFD7B}"/>
                </a:ext>
              </a:extLst>
            </p:cNvPr>
            <p:cNvSpPr/>
            <p:nvPr/>
          </p:nvSpPr>
          <p:spPr>
            <a:xfrm>
              <a:off x="3468284"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21" name="Freeform 320">
              <a:extLst>
                <a:ext uri="{FF2B5EF4-FFF2-40B4-BE49-F238E27FC236}">
                  <a16:creationId xmlns:a16="http://schemas.microsoft.com/office/drawing/2014/main" id="{7D6B42CA-747C-1323-CEEB-7235ED0B858F}"/>
                </a:ext>
              </a:extLst>
            </p:cNvPr>
            <p:cNvSpPr/>
            <p:nvPr/>
          </p:nvSpPr>
          <p:spPr>
            <a:xfrm>
              <a:off x="3468284"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22" name="Freeform 321">
              <a:extLst>
                <a:ext uri="{FF2B5EF4-FFF2-40B4-BE49-F238E27FC236}">
                  <a16:creationId xmlns:a16="http://schemas.microsoft.com/office/drawing/2014/main" id="{ABD0BCBE-1AB2-633F-0452-19ECB8A119D0}"/>
                </a:ext>
              </a:extLst>
            </p:cNvPr>
            <p:cNvSpPr/>
            <p:nvPr/>
          </p:nvSpPr>
          <p:spPr>
            <a:xfrm>
              <a:off x="4233413"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323" name="Freeform 322">
              <a:extLst>
                <a:ext uri="{FF2B5EF4-FFF2-40B4-BE49-F238E27FC236}">
                  <a16:creationId xmlns:a16="http://schemas.microsoft.com/office/drawing/2014/main" id="{29BF4E3A-5CE2-9BE4-9CB9-2919385BE9D9}"/>
                </a:ext>
              </a:extLst>
            </p:cNvPr>
            <p:cNvSpPr/>
            <p:nvPr/>
          </p:nvSpPr>
          <p:spPr>
            <a:xfrm>
              <a:off x="4233413"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grpSp>
      <p:grpSp>
        <p:nvGrpSpPr>
          <p:cNvPr id="324" name="Graphic 2">
            <a:extLst>
              <a:ext uri="{FF2B5EF4-FFF2-40B4-BE49-F238E27FC236}">
                <a16:creationId xmlns:a16="http://schemas.microsoft.com/office/drawing/2014/main" id="{EC84F2F4-6C07-56B8-82D5-8B18E47E50C3}"/>
              </a:ext>
            </a:extLst>
          </p:cNvPr>
          <p:cNvGrpSpPr/>
          <p:nvPr/>
        </p:nvGrpSpPr>
        <p:grpSpPr>
          <a:xfrm>
            <a:off x="3280104" y="5219655"/>
            <a:ext cx="3448897" cy="442297"/>
            <a:chOff x="464867" y="5285096"/>
            <a:chExt cx="4590482" cy="588697"/>
          </a:xfrm>
        </p:grpSpPr>
        <p:sp>
          <p:nvSpPr>
            <p:cNvPr id="325" name="Freeform 324">
              <a:extLst>
                <a:ext uri="{FF2B5EF4-FFF2-40B4-BE49-F238E27FC236}">
                  <a16:creationId xmlns:a16="http://schemas.microsoft.com/office/drawing/2014/main" id="{4E09C6BA-9A91-029A-8369-B3B3E3559290}"/>
                </a:ext>
              </a:extLst>
            </p:cNvPr>
            <p:cNvSpPr/>
            <p:nvPr/>
          </p:nvSpPr>
          <p:spPr>
            <a:xfrm>
              <a:off x="532976"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26" name="Freeform 325">
              <a:extLst>
                <a:ext uri="{FF2B5EF4-FFF2-40B4-BE49-F238E27FC236}">
                  <a16:creationId xmlns:a16="http://schemas.microsoft.com/office/drawing/2014/main" id="{49300676-3E41-8EE8-2190-9DA641C85538}"/>
                </a:ext>
              </a:extLst>
            </p:cNvPr>
            <p:cNvSpPr/>
            <p:nvPr/>
          </p:nvSpPr>
          <p:spPr>
            <a:xfrm>
              <a:off x="532976"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27" name="Freeform 326">
              <a:extLst>
                <a:ext uri="{FF2B5EF4-FFF2-40B4-BE49-F238E27FC236}">
                  <a16:creationId xmlns:a16="http://schemas.microsoft.com/office/drawing/2014/main" id="{64296F88-5005-8328-DE61-4FE3028A6488}"/>
                </a:ext>
              </a:extLst>
            </p:cNvPr>
            <p:cNvSpPr/>
            <p:nvPr/>
          </p:nvSpPr>
          <p:spPr>
            <a:xfrm>
              <a:off x="794698"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28" name="Freeform 327">
              <a:extLst>
                <a:ext uri="{FF2B5EF4-FFF2-40B4-BE49-F238E27FC236}">
                  <a16:creationId xmlns:a16="http://schemas.microsoft.com/office/drawing/2014/main" id="{F6037AA2-0531-4082-CB9F-8646EA37688F}"/>
                </a:ext>
              </a:extLst>
            </p:cNvPr>
            <p:cNvSpPr/>
            <p:nvPr/>
          </p:nvSpPr>
          <p:spPr>
            <a:xfrm>
              <a:off x="794698"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29" name="Freeform 328">
              <a:extLst>
                <a:ext uri="{FF2B5EF4-FFF2-40B4-BE49-F238E27FC236}">
                  <a16:creationId xmlns:a16="http://schemas.microsoft.com/office/drawing/2014/main" id="{CCDE0F6D-BF01-6B48-FEA0-6F3F10E89A5C}"/>
                </a:ext>
              </a:extLst>
            </p:cNvPr>
            <p:cNvSpPr/>
            <p:nvPr/>
          </p:nvSpPr>
          <p:spPr>
            <a:xfrm>
              <a:off x="1056420"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30" name="Freeform 329">
              <a:extLst>
                <a:ext uri="{FF2B5EF4-FFF2-40B4-BE49-F238E27FC236}">
                  <a16:creationId xmlns:a16="http://schemas.microsoft.com/office/drawing/2014/main" id="{80CFBAE8-F621-7457-DB2A-4AD352ADEECA}"/>
                </a:ext>
              </a:extLst>
            </p:cNvPr>
            <p:cNvSpPr/>
            <p:nvPr/>
          </p:nvSpPr>
          <p:spPr>
            <a:xfrm>
              <a:off x="1056420"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31" name="Freeform 330">
              <a:extLst>
                <a:ext uri="{FF2B5EF4-FFF2-40B4-BE49-F238E27FC236}">
                  <a16:creationId xmlns:a16="http://schemas.microsoft.com/office/drawing/2014/main" id="{6DFB9DE2-5654-5339-6085-1A888039A591}"/>
                </a:ext>
              </a:extLst>
            </p:cNvPr>
            <p:cNvSpPr/>
            <p:nvPr/>
          </p:nvSpPr>
          <p:spPr>
            <a:xfrm>
              <a:off x="1298032"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32" name="Freeform 331">
              <a:extLst>
                <a:ext uri="{FF2B5EF4-FFF2-40B4-BE49-F238E27FC236}">
                  <a16:creationId xmlns:a16="http://schemas.microsoft.com/office/drawing/2014/main" id="{B56C3A3B-4AE2-4A05-35F9-A5AAFB620003}"/>
                </a:ext>
              </a:extLst>
            </p:cNvPr>
            <p:cNvSpPr/>
            <p:nvPr/>
          </p:nvSpPr>
          <p:spPr>
            <a:xfrm>
              <a:off x="1298032"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33" name="Freeform 332">
              <a:extLst>
                <a:ext uri="{FF2B5EF4-FFF2-40B4-BE49-F238E27FC236}">
                  <a16:creationId xmlns:a16="http://schemas.microsoft.com/office/drawing/2014/main" id="{D499D50D-8B51-53A0-81AD-39D839004AC2}"/>
                </a:ext>
              </a:extLst>
            </p:cNvPr>
            <p:cNvSpPr/>
            <p:nvPr/>
          </p:nvSpPr>
          <p:spPr>
            <a:xfrm>
              <a:off x="1559827"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34" name="Freeform 333">
              <a:extLst>
                <a:ext uri="{FF2B5EF4-FFF2-40B4-BE49-F238E27FC236}">
                  <a16:creationId xmlns:a16="http://schemas.microsoft.com/office/drawing/2014/main" id="{1D7AEF1B-45A0-4093-5DE9-412B338DC2A5}"/>
                </a:ext>
              </a:extLst>
            </p:cNvPr>
            <p:cNvSpPr/>
            <p:nvPr/>
          </p:nvSpPr>
          <p:spPr>
            <a:xfrm>
              <a:off x="1559827" y="5285096"/>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4 w 116549"/>
                <a:gd name="connsiteY4" fmla="*/ 571691 h 588697"/>
                <a:gd name="connsiteX5" fmla="*/ 102604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4" y="571691"/>
                  </a:lnTo>
                  <a:lnTo>
                    <a:pt x="102604" y="0"/>
                  </a:lnTo>
                  <a:lnTo>
                    <a:pt x="116549" y="0"/>
                  </a:lnTo>
                  <a:close/>
                </a:path>
              </a:pathLst>
            </a:custGeom>
            <a:solidFill>
              <a:srgbClr val="A3715E"/>
            </a:solidFill>
            <a:ln w="0" cap="flat">
              <a:noFill/>
              <a:prstDash val="solid"/>
              <a:miter/>
            </a:ln>
          </p:spPr>
          <p:txBody>
            <a:bodyPr rtlCol="0" anchor="ctr"/>
            <a:lstStyle/>
            <a:p>
              <a:endParaRPr lang="en-US"/>
            </a:p>
          </p:txBody>
        </p:sp>
        <p:sp>
          <p:nvSpPr>
            <p:cNvPr id="335" name="Freeform 334">
              <a:extLst>
                <a:ext uri="{FF2B5EF4-FFF2-40B4-BE49-F238E27FC236}">
                  <a16:creationId xmlns:a16="http://schemas.microsoft.com/office/drawing/2014/main" id="{3A7AB691-0412-D86C-47DF-EF3AD389BF2A}"/>
                </a:ext>
              </a:extLst>
            </p:cNvPr>
            <p:cNvSpPr/>
            <p:nvPr/>
          </p:nvSpPr>
          <p:spPr>
            <a:xfrm>
              <a:off x="1821549"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36" name="Freeform 335">
              <a:extLst>
                <a:ext uri="{FF2B5EF4-FFF2-40B4-BE49-F238E27FC236}">
                  <a16:creationId xmlns:a16="http://schemas.microsoft.com/office/drawing/2014/main" id="{3C521D30-EFAE-849F-7BCA-3F3D2CAB1488}"/>
                </a:ext>
              </a:extLst>
            </p:cNvPr>
            <p:cNvSpPr/>
            <p:nvPr/>
          </p:nvSpPr>
          <p:spPr>
            <a:xfrm>
              <a:off x="1821549"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37" name="Freeform 336">
              <a:extLst>
                <a:ext uri="{FF2B5EF4-FFF2-40B4-BE49-F238E27FC236}">
                  <a16:creationId xmlns:a16="http://schemas.microsoft.com/office/drawing/2014/main" id="{AD967C92-AFC2-ACD1-6011-0BAED8AD1E00}"/>
                </a:ext>
              </a:extLst>
            </p:cNvPr>
            <p:cNvSpPr/>
            <p:nvPr/>
          </p:nvSpPr>
          <p:spPr>
            <a:xfrm>
              <a:off x="2063161"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38" name="Freeform 337">
              <a:extLst>
                <a:ext uri="{FF2B5EF4-FFF2-40B4-BE49-F238E27FC236}">
                  <a16:creationId xmlns:a16="http://schemas.microsoft.com/office/drawing/2014/main" id="{D0FA70D8-9746-7AB5-CCB2-C042AB1AC68B}"/>
                </a:ext>
              </a:extLst>
            </p:cNvPr>
            <p:cNvSpPr/>
            <p:nvPr/>
          </p:nvSpPr>
          <p:spPr>
            <a:xfrm>
              <a:off x="2063161"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39" name="Freeform 338">
              <a:extLst>
                <a:ext uri="{FF2B5EF4-FFF2-40B4-BE49-F238E27FC236}">
                  <a16:creationId xmlns:a16="http://schemas.microsoft.com/office/drawing/2014/main" id="{00A7120B-DF5D-2E06-0E8E-D471BB16F0C9}"/>
                </a:ext>
              </a:extLst>
            </p:cNvPr>
            <p:cNvSpPr/>
            <p:nvPr/>
          </p:nvSpPr>
          <p:spPr>
            <a:xfrm>
              <a:off x="2324883"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40" name="Freeform 339">
              <a:extLst>
                <a:ext uri="{FF2B5EF4-FFF2-40B4-BE49-F238E27FC236}">
                  <a16:creationId xmlns:a16="http://schemas.microsoft.com/office/drawing/2014/main" id="{EAD3C7B7-EBE1-710C-98AC-CECADAA27A49}"/>
                </a:ext>
              </a:extLst>
            </p:cNvPr>
            <p:cNvSpPr/>
            <p:nvPr/>
          </p:nvSpPr>
          <p:spPr>
            <a:xfrm>
              <a:off x="2324883"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41" name="Freeform 340">
              <a:extLst>
                <a:ext uri="{FF2B5EF4-FFF2-40B4-BE49-F238E27FC236}">
                  <a16:creationId xmlns:a16="http://schemas.microsoft.com/office/drawing/2014/main" id="{947CBE82-D03C-465D-AAE4-4C9209462760}"/>
                </a:ext>
              </a:extLst>
            </p:cNvPr>
            <p:cNvSpPr/>
            <p:nvPr/>
          </p:nvSpPr>
          <p:spPr>
            <a:xfrm>
              <a:off x="2586605"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42" name="Freeform 341">
              <a:extLst>
                <a:ext uri="{FF2B5EF4-FFF2-40B4-BE49-F238E27FC236}">
                  <a16:creationId xmlns:a16="http://schemas.microsoft.com/office/drawing/2014/main" id="{186C5694-E270-302C-2ABA-FC45B8B59FEA}"/>
                </a:ext>
              </a:extLst>
            </p:cNvPr>
            <p:cNvSpPr/>
            <p:nvPr/>
          </p:nvSpPr>
          <p:spPr>
            <a:xfrm>
              <a:off x="2586605"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43" name="Freeform 342">
              <a:extLst>
                <a:ext uri="{FF2B5EF4-FFF2-40B4-BE49-F238E27FC236}">
                  <a16:creationId xmlns:a16="http://schemas.microsoft.com/office/drawing/2014/main" id="{A34AF1BE-2032-5E26-0434-00656C206ABD}"/>
                </a:ext>
              </a:extLst>
            </p:cNvPr>
            <p:cNvSpPr/>
            <p:nvPr/>
          </p:nvSpPr>
          <p:spPr>
            <a:xfrm>
              <a:off x="2828217"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44" name="Freeform 343">
              <a:extLst>
                <a:ext uri="{FF2B5EF4-FFF2-40B4-BE49-F238E27FC236}">
                  <a16:creationId xmlns:a16="http://schemas.microsoft.com/office/drawing/2014/main" id="{11EDAB28-0BB9-031C-A681-226ED506208B}"/>
                </a:ext>
              </a:extLst>
            </p:cNvPr>
            <p:cNvSpPr/>
            <p:nvPr/>
          </p:nvSpPr>
          <p:spPr>
            <a:xfrm>
              <a:off x="2828218" y="5285096"/>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345" name="Freeform 344">
              <a:extLst>
                <a:ext uri="{FF2B5EF4-FFF2-40B4-BE49-F238E27FC236}">
                  <a16:creationId xmlns:a16="http://schemas.microsoft.com/office/drawing/2014/main" id="{8A0897FC-D99A-523D-5C87-E637956A9160}"/>
                </a:ext>
              </a:extLst>
            </p:cNvPr>
            <p:cNvSpPr/>
            <p:nvPr/>
          </p:nvSpPr>
          <p:spPr>
            <a:xfrm>
              <a:off x="3089939"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46" name="Freeform 345">
              <a:extLst>
                <a:ext uri="{FF2B5EF4-FFF2-40B4-BE49-F238E27FC236}">
                  <a16:creationId xmlns:a16="http://schemas.microsoft.com/office/drawing/2014/main" id="{F29EB75E-D1E7-87B7-2A74-910E00B09B32}"/>
                </a:ext>
              </a:extLst>
            </p:cNvPr>
            <p:cNvSpPr/>
            <p:nvPr/>
          </p:nvSpPr>
          <p:spPr>
            <a:xfrm>
              <a:off x="3089940" y="5285096"/>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347" name="Freeform 346">
              <a:extLst>
                <a:ext uri="{FF2B5EF4-FFF2-40B4-BE49-F238E27FC236}">
                  <a16:creationId xmlns:a16="http://schemas.microsoft.com/office/drawing/2014/main" id="{A1B17988-A35C-4350-BE48-F721F0BE3716}"/>
                </a:ext>
              </a:extLst>
            </p:cNvPr>
            <p:cNvSpPr/>
            <p:nvPr/>
          </p:nvSpPr>
          <p:spPr>
            <a:xfrm>
              <a:off x="3351661"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48" name="Freeform 347">
              <a:extLst>
                <a:ext uri="{FF2B5EF4-FFF2-40B4-BE49-F238E27FC236}">
                  <a16:creationId xmlns:a16="http://schemas.microsoft.com/office/drawing/2014/main" id="{BBDB3412-CDB0-329A-F3A8-C371A580EF59}"/>
                </a:ext>
              </a:extLst>
            </p:cNvPr>
            <p:cNvSpPr/>
            <p:nvPr/>
          </p:nvSpPr>
          <p:spPr>
            <a:xfrm>
              <a:off x="3351661"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49" name="Freeform 348">
              <a:extLst>
                <a:ext uri="{FF2B5EF4-FFF2-40B4-BE49-F238E27FC236}">
                  <a16:creationId xmlns:a16="http://schemas.microsoft.com/office/drawing/2014/main" id="{0BC0AB68-DDBF-1C7B-3552-D8569854EA0D}"/>
                </a:ext>
              </a:extLst>
            </p:cNvPr>
            <p:cNvSpPr/>
            <p:nvPr/>
          </p:nvSpPr>
          <p:spPr>
            <a:xfrm>
              <a:off x="3593274"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50" name="Freeform 349">
              <a:extLst>
                <a:ext uri="{FF2B5EF4-FFF2-40B4-BE49-F238E27FC236}">
                  <a16:creationId xmlns:a16="http://schemas.microsoft.com/office/drawing/2014/main" id="{24F9B76C-C06F-AC26-D60B-BFE06D731C4C}"/>
                </a:ext>
              </a:extLst>
            </p:cNvPr>
            <p:cNvSpPr/>
            <p:nvPr/>
          </p:nvSpPr>
          <p:spPr>
            <a:xfrm>
              <a:off x="3593274"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51" name="Freeform 350">
              <a:extLst>
                <a:ext uri="{FF2B5EF4-FFF2-40B4-BE49-F238E27FC236}">
                  <a16:creationId xmlns:a16="http://schemas.microsoft.com/office/drawing/2014/main" id="{832DED36-534B-7AB1-3D5D-BDDCE5222E45}"/>
                </a:ext>
              </a:extLst>
            </p:cNvPr>
            <p:cNvSpPr/>
            <p:nvPr/>
          </p:nvSpPr>
          <p:spPr>
            <a:xfrm>
              <a:off x="3855069"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52" name="Freeform 351">
              <a:extLst>
                <a:ext uri="{FF2B5EF4-FFF2-40B4-BE49-F238E27FC236}">
                  <a16:creationId xmlns:a16="http://schemas.microsoft.com/office/drawing/2014/main" id="{B47EA103-FCDC-B47B-DCF0-D4D8EEF74017}"/>
                </a:ext>
              </a:extLst>
            </p:cNvPr>
            <p:cNvSpPr/>
            <p:nvPr/>
          </p:nvSpPr>
          <p:spPr>
            <a:xfrm>
              <a:off x="3855069" y="5285096"/>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4 w 116549"/>
                <a:gd name="connsiteY4" fmla="*/ 571691 h 588697"/>
                <a:gd name="connsiteX5" fmla="*/ 102604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4" y="571691"/>
                  </a:lnTo>
                  <a:lnTo>
                    <a:pt x="102604" y="0"/>
                  </a:lnTo>
                  <a:lnTo>
                    <a:pt x="116549" y="0"/>
                  </a:lnTo>
                  <a:close/>
                </a:path>
              </a:pathLst>
            </a:custGeom>
            <a:solidFill>
              <a:srgbClr val="A3715E"/>
            </a:solidFill>
            <a:ln w="0" cap="flat">
              <a:noFill/>
              <a:prstDash val="solid"/>
              <a:miter/>
            </a:ln>
          </p:spPr>
          <p:txBody>
            <a:bodyPr rtlCol="0" anchor="ctr"/>
            <a:lstStyle/>
            <a:p>
              <a:endParaRPr lang="en-US"/>
            </a:p>
          </p:txBody>
        </p:sp>
        <p:sp>
          <p:nvSpPr>
            <p:cNvPr id="353" name="Freeform 352">
              <a:extLst>
                <a:ext uri="{FF2B5EF4-FFF2-40B4-BE49-F238E27FC236}">
                  <a16:creationId xmlns:a16="http://schemas.microsoft.com/office/drawing/2014/main" id="{5E8236D0-8738-E1D6-9EDC-B5FA6DDF4D02}"/>
                </a:ext>
              </a:extLst>
            </p:cNvPr>
            <p:cNvSpPr/>
            <p:nvPr/>
          </p:nvSpPr>
          <p:spPr>
            <a:xfrm>
              <a:off x="4116791" y="5285096"/>
              <a:ext cx="116622" cy="588697"/>
            </a:xfrm>
            <a:custGeom>
              <a:avLst/>
              <a:gdLst>
                <a:gd name="connsiteX0" fmla="*/ 0 w 116622"/>
                <a:gd name="connsiteY0" fmla="*/ 0 h 588697"/>
                <a:gd name="connsiteX1" fmla="*/ 116622 w 116622"/>
                <a:gd name="connsiteY1" fmla="*/ 0 h 588697"/>
                <a:gd name="connsiteX2" fmla="*/ 116622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2" y="0"/>
                  </a:lnTo>
                  <a:lnTo>
                    <a:pt x="116622" y="588697"/>
                  </a:lnTo>
                  <a:lnTo>
                    <a:pt x="0" y="588697"/>
                  </a:lnTo>
                  <a:close/>
                </a:path>
              </a:pathLst>
            </a:custGeom>
            <a:solidFill>
              <a:srgbClr val="B68A74"/>
            </a:solidFill>
            <a:ln w="0" cap="flat">
              <a:noFill/>
              <a:prstDash val="solid"/>
              <a:miter/>
            </a:ln>
          </p:spPr>
          <p:txBody>
            <a:bodyPr rtlCol="0" anchor="ctr"/>
            <a:lstStyle/>
            <a:p>
              <a:endParaRPr lang="en-US"/>
            </a:p>
          </p:txBody>
        </p:sp>
        <p:sp>
          <p:nvSpPr>
            <p:cNvPr id="354" name="Freeform 353">
              <a:extLst>
                <a:ext uri="{FF2B5EF4-FFF2-40B4-BE49-F238E27FC236}">
                  <a16:creationId xmlns:a16="http://schemas.microsoft.com/office/drawing/2014/main" id="{6164520A-2D9B-C38C-13A7-468AE0240340}"/>
                </a:ext>
              </a:extLst>
            </p:cNvPr>
            <p:cNvSpPr/>
            <p:nvPr/>
          </p:nvSpPr>
          <p:spPr>
            <a:xfrm>
              <a:off x="4116791" y="5285096"/>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355" name="Freeform 354">
              <a:extLst>
                <a:ext uri="{FF2B5EF4-FFF2-40B4-BE49-F238E27FC236}">
                  <a16:creationId xmlns:a16="http://schemas.microsoft.com/office/drawing/2014/main" id="{ED711C62-C591-6462-3268-A5712B46BD61}"/>
                </a:ext>
              </a:extLst>
            </p:cNvPr>
            <p:cNvSpPr/>
            <p:nvPr/>
          </p:nvSpPr>
          <p:spPr>
            <a:xfrm>
              <a:off x="4358403"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56" name="Freeform 355">
              <a:extLst>
                <a:ext uri="{FF2B5EF4-FFF2-40B4-BE49-F238E27FC236}">
                  <a16:creationId xmlns:a16="http://schemas.microsoft.com/office/drawing/2014/main" id="{D33A8497-1E7E-1001-335B-9CB792E16C31}"/>
                </a:ext>
              </a:extLst>
            </p:cNvPr>
            <p:cNvSpPr/>
            <p:nvPr/>
          </p:nvSpPr>
          <p:spPr>
            <a:xfrm>
              <a:off x="4358403"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57" name="Freeform 356">
              <a:extLst>
                <a:ext uri="{FF2B5EF4-FFF2-40B4-BE49-F238E27FC236}">
                  <a16:creationId xmlns:a16="http://schemas.microsoft.com/office/drawing/2014/main" id="{83B65BDE-5678-0F2E-ECB1-306122BFFD0D}"/>
                </a:ext>
              </a:extLst>
            </p:cNvPr>
            <p:cNvSpPr/>
            <p:nvPr/>
          </p:nvSpPr>
          <p:spPr>
            <a:xfrm>
              <a:off x="4620125"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58" name="Freeform 357">
              <a:extLst>
                <a:ext uri="{FF2B5EF4-FFF2-40B4-BE49-F238E27FC236}">
                  <a16:creationId xmlns:a16="http://schemas.microsoft.com/office/drawing/2014/main" id="{0245B4BE-C714-BC17-E7DB-D1F920373FB2}"/>
                </a:ext>
              </a:extLst>
            </p:cNvPr>
            <p:cNvSpPr/>
            <p:nvPr/>
          </p:nvSpPr>
          <p:spPr>
            <a:xfrm>
              <a:off x="4620125"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359" name="Freeform 358">
              <a:extLst>
                <a:ext uri="{FF2B5EF4-FFF2-40B4-BE49-F238E27FC236}">
                  <a16:creationId xmlns:a16="http://schemas.microsoft.com/office/drawing/2014/main" id="{608074A0-B859-1CA9-3970-B6C840D2127B}"/>
                </a:ext>
              </a:extLst>
            </p:cNvPr>
            <p:cNvSpPr/>
            <p:nvPr/>
          </p:nvSpPr>
          <p:spPr>
            <a:xfrm>
              <a:off x="4881847"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60" name="Freeform 359">
              <a:extLst>
                <a:ext uri="{FF2B5EF4-FFF2-40B4-BE49-F238E27FC236}">
                  <a16:creationId xmlns:a16="http://schemas.microsoft.com/office/drawing/2014/main" id="{8C17061C-7334-FD12-42EE-0C0670739B88}"/>
                </a:ext>
              </a:extLst>
            </p:cNvPr>
            <p:cNvSpPr/>
            <p:nvPr/>
          </p:nvSpPr>
          <p:spPr>
            <a:xfrm>
              <a:off x="4881847"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61" name="Freeform 360">
              <a:extLst>
                <a:ext uri="{FF2B5EF4-FFF2-40B4-BE49-F238E27FC236}">
                  <a16:creationId xmlns:a16="http://schemas.microsoft.com/office/drawing/2014/main" id="{561F2EF6-7342-9EF4-03A9-84FB14E704FF}"/>
                </a:ext>
              </a:extLst>
            </p:cNvPr>
            <p:cNvSpPr/>
            <p:nvPr/>
          </p:nvSpPr>
          <p:spPr>
            <a:xfrm>
              <a:off x="464867"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2" name="Freeform 361">
              <a:extLst>
                <a:ext uri="{FF2B5EF4-FFF2-40B4-BE49-F238E27FC236}">
                  <a16:creationId xmlns:a16="http://schemas.microsoft.com/office/drawing/2014/main" id="{DBD82606-41CA-484D-68A6-C5ADC5639512}"/>
                </a:ext>
              </a:extLst>
            </p:cNvPr>
            <p:cNvSpPr/>
            <p:nvPr/>
          </p:nvSpPr>
          <p:spPr>
            <a:xfrm>
              <a:off x="464867"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3" name="Freeform 362">
              <a:extLst>
                <a:ext uri="{FF2B5EF4-FFF2-40B4-BE49-F238E27FC236}">
                  <a16:creationId xmlns:a16="http://schemas.microsoft.com/office/drawing/2014/main" id="{0BB7A2ED-CCE9-EB94-5C54-5349A54597C4}"/>
                </a:ext>
              </a:extLst>
            </p:cNvPr>
            <p:cNvSpPr/>
            <p:nvPr/>
          </p:nvSpPr>
          <p:spPr>
            <a:xfrm>
              <a:off x="1229996"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4" name="Freeform 363">
              <a:extLst>
                <a:ext uri="{FF2B5EF4-FFF2-40B4-BE49-F238E27FC236}">
                  <a16:creationId xmlns:a16="http://schemas.microsoft.com/office/drawing/2014/main" id="{012E8846-77C2-A904-F169-86B9B54F414F}"/>
                </a:ext>
              </a:extLst>
            </p:cNvPr>
            <p:cNvSpPr/>
            <p:nvPr/>
          </p:nvSpPr>
          <p:spPr>
            <a:xfrm>
              <a:off x="1229996"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5" name="Freeform 364">
              <a:extLst>
                <a:ext uri="{FF2B5EF4-FFF2-40B4-BE49-F238E27FC236}">
                  <a16:creationId xmlns:a16="http://schemas.microsoft.com/office/drawing/2014/main" id="{9C576AF8-E6E3-B147-DCB1-818D7771861B}"/>
                </a:ext>
              </a:extLst>
            </p:cNvPr>
            <p:cNvSpPr/>
            <p:nvPr/>
          </p:nvSpPr>
          <p:spPr>
            <a:xfrm>
              <a:off x="1995052"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6" name="Freeform 365">
              <a:extLst>
                <a:ext uri="{FF2B5EF4-FFF2-40B4-BE49-F238E27FC236}">
                  <a16:creationId xmlns:a16="http://schemas.microsoft.com/office/drawing/2014/main" id="{9A1F6395-B889-02A5-388E-855CDCA1458B}"/>
                </a:ext>
              </a:extLst>
            </p:cNvPr>
            <p:cNvSpPr/>
            <p:nvPr/>
          </p:nvSpPr>
          <p:spPr>
            <a:xfrm>
              <a:off x="1995052"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7" name="Freeform 366">
              <a:extLst>
                <a:ext uri="{FF2B5EF4-FFF2-40B4-BE49-F238E27FC236}">
                  <a16:creationId xmlns:a16="http://schemas.microsoft.com/office/drawing/2014/main" id="{13EB543B-955B-0562-95FB-E615FE4E706D}"/>
                </a:ext>
              </a:extLst>
            </p:cNvPr>
            <p:cNvSpPr/>
            <p:nvPr/>
          </p:nvSpPr>
          <p:spPr>
            <a:xfrm>
              <a:off x="2760108"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8" name="Freeform 367">
              <a:extLst>
                <a:ext uri="{FF2B5EF4-FFF2-40B4-BE49-F238E27FC236}">
                  <a16:creationId xmlns:a16="http://schemas.microsoft.com/office/drawing/2014/main" id="{E75ED75B-BDD2-1A68-5905-A21B1308064A}"/>
                </a:ext>
              </a:extLst>
            </p:cNvPr>
            <p:cNvSpPr/>
            <p:nvPr/>
          </p:nvSpPr>
          <p:spPr>
            <a:xfrm>
              <a:off x="2760108"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69" name="Freeform 368">
              <a:extLst>
                <a:ext uri="{FF2B5EF4-FFF2-40B4-BE49-F238E27FC236}">
                  <a16:creationId xmlns:a16="http://schemas.microsoft.com/office/drawing/2014/main" id="{18447EC9-149F-9E79-F7E7-7BD3E511BCEF}"/>
                </a:ext>
              </a:extLst>
            </p:cNvPr>
            <p:cNvSpPr/>
            <p:nvPr/>
          </p:nvSpPr>
          <p:spPr>
            <a:xfrm>
              <a:off x="3525238"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70" name="Freeform 369">
              <a:extLst>
                <a:ext uri="{FF2B5EF4-FFF2-40B4-BE49-F238E27FC236}">
                  <a16:creationId xmlns:a16="http://schemas.microsoft.com/office/drawing/2014/main" id="{B8DA9459-F7F7-523A-F8B5-EE526F73756F}"/>
                </a:ext>
              </a:extLst>
            </p:cNvPr>
            <p:cNvSpPr/>
            <p:nvPr/>
          </p:nvSpPr>
          <p:spPr>
            <a:xfrm>
              <a:off x="3525238"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71" name="Freeform 370">
              <a:extLst>
                <a:ext uri="{FF2B5EF4-FFF2-40B4-BE49-F238E27FC236}">
                  <a16:creationId xmlns:a16="http://schemas.microsoft.com/office/drawing/2014/main" id="{E62624DC-6E1F-635A-932A-E1831729CD4C}"/>
                </a:ext>
              </a:extLst>
            </p:cNvPr>
            <p:cNvSpPr/>
            <p:nvPr/>
          </p:nvSpPr>
          <p:spPr>
            <a:xfrm>
              <a:off x="4290294"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72" name="Freeform 371">
              <a:extLst>
                <a:ext uri="{FF2B5EF4-FFF2-40B4-BE49-F238E27FC236}">
                  <a16:creationId xmlns:a16="http://schemas.microsoft.com/office/drawing/2014/main" id="{D6AB6521-CE30-2CB2-016E-79E2BB2D97DE}"/>
                </a:ext>
              </a:extLst>
            </p:cNvPr>
            <p:cNvSpPr/>
            <p:nvPr/>
          </p:nvSpPr>
          <p:spPr>
            <a:xfrm>
              <a:off x="4290294"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373" name="Freeform 372">
              <a:extLst>
                <a:ext uri="{FF2B5EF4-FFF2-40B4-BE49-F238E27FC236}">
                  <a16:creationId xmlns:a16="http://schemas.microsoft.com/office/drawing/2014/main" id="{207B3235-9C03-AB73-1A6D-F7E875A3E1B8}"/>
                </a:ext>
              </a:extLst>
            </p:cNvPr>
            <p:cNvSpPr/>
            <p:nvPr/>
          </p:nvSpPr>
          <p:spPr>
            <a:xfrm>
              <a:off x="464867"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74" name="Freeform 373">
              <a:extLst>
                <a:ext uri="{FF2B5EF4-FFF2-40B4-BE49-F238E27FC236}">
                  <a16:creationId xmlns:a16="http://schemas.microsoft.com/office/drawing/2014/main" id="{901FAD5C-9DA1-43C5-8609-1CA14244AE9A}"/>
                </a:ext>
              </a:extLst>
            </p:cNvPr>
            <p:cNvSpPr/>
            <p:nvPr/>
          </p:nvSpPr>
          <p:spPr>
            <a:xfrm>
              <a:off x="464867"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75" name="Freeform 374">
              <a:extLst>
                <a:ext uri="{FF2B5EF4-FFF2-40B4-BE49-F238E27FC236}">
                  <a16:creationId xmlns:a16="http://schemas.microsoft.com/office/drawing/2014/main" id="{F2B1C343-8D59-C7ED-B8CD-A7914623B6FA}"/>
                </a:ext>
              </a:extLst>
            </p:cNvPr>
            <p:cNvSpPr/>
            <p:nvPr/>
          </p:nvSpPr>
          <p:spPr>
            <a:xfrm>
              <a:off x="1229996"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76" name="Freeform 375">
              <a:extLst>
                <a:ext uri="{FF2B5EF4-FFF2-40B4-BE49-F238E27FC236}">
                  <a16:creationId xmlns:a16="http://schemas.microsoft.com/office/drawing/2014/main" id="{06CDEDDC-5F0E-788A-0A21-FF14EAE35516}"/>
                </a:ext>
              </a:extLst>
            </p:cNvPr>
            <p:cNvSpPr/>
            <p:nvPr/>
          </p:nvSpPr>
          <p:spPr>
            <a:xfrm>
              <a:off x="1229996"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77" name="Freeform 376">
              <a:extLst>
                <a:ext uri="{FF2B5EF4-FFF2-40B4-BE49-F238E27FC236}">
                  <a16:creationId xmlns:a16="http://schemas.microsoft.com/office/drawing/2014/main" id="{6AB52927-CD11-6397-F09B-91C91688E6F0}"/>
                </a:ext>
              </a:extLst>
            </p:cNvPr>
            <p:cNvSpPr/>
            <p:nvPr/>
          </p:nvSpPr>
          <p:spPr>
            <a:xfrm>
              <a:off x="1995052"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78" name="Freeform 377">
              <a:extLst>
                <a:ext uri="{FF2B5EF4-FFF2-40B4-BE49-F238E27FC236}">
                  <a16:creationId xmlns:a16="http://schemas.microsoft.com/office/drawing/2014/main" id="{FD00918F-7B37-8D9F-A19A-7A94ADAEDEFA}"/>
                </a:ext>
              </a:extLst>
            </p:cNvPr>
            <p:cNvSpPr/>
            <p:nvPr/>
          </p:nvSpPr>
          <p:spPr>
            <a:xfrm>
              <a:off x="1995052"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79" name="Freeform 378">
              <a:extLst>
                <a:ext uri="{FF2B5EF4-FFF2-40B4-BE49-F238E27FC236}">
                  <a16:creationId xmlns:a16="http://schemas.microsoft.com/office/drawing/2014/main" id="{0DF73A92-B4C5-5209-7665-C3069E77A882}"/>
                </a:ext>
              </a:extLst>
            </p:cNvPr>
            <p:cNvSpPr/>
            <p:nvPr/>
          </p:nvSpPr>
          <p:spPr>
            <a:xfrm>
              <a:off x="2760108"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80" name="Freeform 379">
              <a:extLst>
                <a:ext uri="{FF2B5EF4-FFF2-40B4-BE49-F238E27FC236}">
                  <a16:creationId xmlns:a16="http://schemas.microsoft.com/office/drawing/2014/main" id="{3A732EE1-BE7B-7DC3-7996-D841DFAF880A}"/>
                </a:ext>
              </a:extLst>
            </p:cNvPr>
            <p:cNvSpPr/>
            <p:nvPr/>
          </p:nvSpPr>
          <p:spPr>
            <a:xfrm>
              <a:off x="2760108"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81" name="Freeform 380">
              <a:extLst>
                <a:ext uri="{FF2B5EF4-FFF2-40B4-BE49-F238E27FC236}">
                  <a16:creationId xmlns:a16="http://schemas.microsoft.com/office/drawing/2014/main" id="{E2096755-74B9-1846-F4F8-9ED7A8C611AA}"/>
                </a:ext>
              </a:extLst>
            </p:cNvPr>
            <p:cNvSpPr/>
            <p:nvPr/>
          </p:nvSpPr>
          <p:spPr>
            <a:xfrm>
              <a:off x="3525238"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82" name="Freeform 381">
              <a:extLst>
                <a:ext uri="{FF2B5EF4-FFF2-40B4-BE49-F238E27FC236}">
                  <a16:creationId xmlns:a16="http://schemas.microsoft.com/office/drawing/2014/main" id="{B12AAFA3-1C5E-B2F5-3EA5-E2BC7ACAD730}"/>
                </a:ext>
              </a:extLst>
            </p:cNvPr>
            <p:cNvSpPr/>
            <p:nvPr/>
          </p:nvSpPr>
          <p:spPr>
            <a:xfrm>
              <a:off x="3525238"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83" name="Freeform 382">
              <a:extLst>
                <a:ext uri="{FF2B5EF4-FFF2-40B4-BE49-F238E27FC236}">
                  <a16:creationId xmlns:a16="http://schemas.microsoft.com/office/drawing/2014/main" id="{B712773A-B7E8-7392-60AF-3AC122B5AC89}"/>
                </a:ext>
              </a:extLst>
            </p:cNvPr>
            <p:cNvSpPr/>
            <p:nvPr/>
          </p:nvSpPr>
          <p:spPr>
            <a:xfrm>
              <a:off x="4290294"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384" name="Freeform 383">
              <a:extLst>
                <a:ext uri="{FF2B5EF4-FFF2-40B4-BE49-F238E27FC236}">
                  <a16:creationId xmlns:a16="http://schemas.microsoft.com/office/drawing/2014/main" id="{6F586463-1134-44E6-36D7-9ED866B3420A}"/>
                </a:ext>
              </a:extLst>
            </p:cNvPr>
            <p:cNvSpPr/>
            <p:nvPr/>
          </p:nvSpPr>
          <p:spPr>
            <a:xfrm>
              <a:off x="4290294"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grpSp>
      <p:grpSp>
        <p:nvGrpSpPr>
          <p:cNvPr id="385" name="Graphic 2">
            <a:extLst>
              <a:ext uri="{FF2B5EF4-FFF2-40B4-BE49-F238E27FC236}">
                <a16:creationId xmlns:a16="http://schemas.microsoft.com/office/drawing/2014/main" id="{140DA5F6-9A36-EDED-433A-5AF7F0C51CF6}"/>
              </a:ext>
            </a:extLst>
          </p:cNvPr>
          <p:cNvGrpSpPr/>
          <p:nvPr/>
        </p:nvGrpSpPr>
        <p:grpSpPr>
          <a:xfrm>
            <a:off x="6729002" y="5219655"/>
            <a:ext cx="3448897" cy="442297"/>
            <a:chOff x="5055350" y="5285096"/>
            <a:chExt cx="4590482" cy="588697"/>
          </a:xfrm>
        </p:grpSpPr>
        <p:sp>
          <p:nvSpPr>
            <p:cNvPr id="386" name="Freeform 385">
              <a:extLst>
                <a:ext uri="{FF2B5EF4-FFF2-40B4-BE49-F238E27FC236}">
                  <a16:creationId xmlns:a16="http://schemas.microsoft.com/office/drawing/2014/main" id="{412D1B06-D7D0-75C1-E302-2406E63E63B1}"/>
                </a:ext>
              </a:extLst>
            </p:cNvPr>
            <p:cNvSpPr/>
            <p:nvPr/>
          </p:nvSpPr>
          <p:spPr>
            <a:xfrm>
              <a:off x="5123459"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87" name="Freeform 386">
              <a:extLst>
                <a:ext uri="{FF2B5EF4-FFF2-40B4-BE49-F238E27FC236}">
                  <a16:creationId xmlns:a16="http://schemas.microsoft.com/office/drawing/2014/main" id="{594745C2-B1FC-9D72-6A21-3CFF520743B1}"/>
                </a:ext>
              </a:extLst>
            </p:cNvPr>
            <p:cNvSpPr/>
            <p:nvPr/>
          </p:nvSpPr>
          <p:spPr>
            <a:xfrm>
              <a:off x="5123459"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88" name="Freeform 387">
              <a:extLst>
                <a:ext uri="{FF2B5EF4-FFF2-40B4-BE49-F238E27FC236}">
                  <a16:creationId xmlns:a16="http://schemas.microsoft.com/office/drawing/2014/main" id="{A5DF8FE1-60BF-4E30-FEEF-D9714152D6EE}"/>
                </a:ext>
              </a:extLst>
            </p:cNvPr>
            <p:cNvSpPr/>
            <p:nvPr/>
          </p:nvSpPr>
          <p:spPr>
            <a:xfrm>
              <a:off x="5385181"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89" name="Freeform 388">
              <a:extLst>
                <a:ext uri="{FF2B5EF4-FFF2-40B4-BE49-F238E27FC236}">
                  <a16:creationId xmlns:a16="http://schemas.microsoft.com/office/drawing/2014/main" id="{03099664-0464-0EAB-45FF-9E4B48EA081C}"/>
                </a:ext>
              </a:extLst>
            </p:cNvPr>
            <p:cNvSpPr/>
            <p:nvPr/>
          </p:nvSpPr>
          <p:spPr>
            <a:xfrm>
              <a:off x="5385181" y="5285096"/>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390" name="Freeform 389">
              <a:extLst>
                <a:ext uri="{FF2B5EF4-FFF2-40B4-BE49-F238E27FC236}">
                  <a16:creationId xmlns:a16="http://schemas.microsoft.com/office/drawing/2014/main" id="{A7678007-2038-2374-31B3-428F72684999}"/>
                </a:ext>
              </a:extLst>
            </p:cNvPr>
            <p:cNvSpPr/>
            <p:nvPr/>
          </p:nvSpPr>
          <p:spPr>
            <a:xfrm>
              <a:off x="5646903"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91" name="Freeform 390">
              <a:extLst>
                <a:ext uri="{FF2B5EF4-FFF2-40B4-BE49-F238E27FC236}">
                  <a16:creationId xmlns:a16="http://schemas.microsoft.com/office/drawing/2014/main" id="{B20C70E9-69B7-2678-C8ED-D7F87986520C}"/>
                </a:ext>
              </a:extLst>
            </p:cNvPr>
            <p:cNvSpPr/>
            <p:nvPr/>
          </p:nvSpPr>
          <p:spPr>
            <a:xfrm>
              <a:off x="5646903"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92" name="Freeform 391">
              <a:extLst>
                <a:ext uri="{FF2B5EF4-FFF2-40B4-BE49-F238E27FC236}">
                  <a16:creationId xmlns:a16="http://schemas.microsoft.com/office/drawing/2014/main" id="{B277465B-4EF3-9841-80ED-F4D296006E35}"/>
                </a:ext>
              </a:extLst>
            </p:cNvPr>
            <p:cNvSpPr/>
            <p:nvPr/>
          </p:nvSpPr>
          <p:spPr>
            <a:xfrm>
              <a:off x="5888515"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93" name="Freeform 392">
              <a:extLst>
                <a:ext uri="{FF2B5EF4-FFF2-40B4-BE49-F238E27FC236}">
                  <a16:creationId xmlns:a16="http://schemas.microsoft.com/office/drawing/2014/main" id="{2B31289E-DC96-196E-4BDB-44E8305F5739}"/>
                </a:ext>
              </a:extLst>
            </p:cNvPr>
            <p:cNvSpPr/>
            <p:nvPr/>
          </p:nvSpPr>
          <p:spPr>
            <a:xfrm>
              <a:off x="5888515"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394" name="Freeform 393">
              <a:extLst>
                <a:ext uri="{FF2B5EF4-FFF2-40B4-BE49-F238E27FC236}">
                  <a16:creationId xmlns:a16="http://schemas.microsoft.com/office/drawing/2014/main" id="{D1020FFB-7CB5-621D-3A51-81943E2F1F8D}"/>
                </a:ext>
              </a:extLst>
            </p:cNvPr>
            <p:cNvSpPr/>
            <p:nvPr/>
          </p:nvSpPr>
          <p:spPr>
            <a:xfrm>
              <a:off x="6150237"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95" name="Freeform 394">
              <a:extLst>
                <a:ext uri="{FF2B5EF4-FFF2-40B4-BE49-F238E27FC236}">
                  <a16:creationId xmlns:a16="http://schemas.microsoft.com/office/drawing/2014/main" id="{03F039D1-7568-2A71-6197-45B8113BB342}"/>
                </a:ext>
              </a:extLst>
            </p:cNvPr>
            <p:cNvSpPr/>
            <p:nvPr/>
          </p:nvSpPr>
          <p:spPr>
            <a:xfrm>
              <a:off x="6150237"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78 w 116622"/>
                <a:gd name="connsiteY4" fmla="*/ 571691 h 588697"/>
                <a:gd name="connsiteX5" fmla="*/ 102678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78" y="571691"/>
                  </a:lnTo>
                  <a:lnTo>
                    <a:pt x="102678" y="0"/>
                  </a:lnTo>
                  <a:lnTo>
                    <a:pt x="116623" y="0"/>
                  </a:lnTo>
                  <a:close/>
                </a:path>
              </a:pathLst>
            </a:custGeom>
            <a:solidFill>
              <a:srgbClr val="A3715E"/>
            </a:solidFill>
            <a:ln w="0" cap="flat">
              <a:noFill/>
              <a:prstDash val="solid"/>
              <a:miter/>
            </a:ln>
          </p:spPr>
          <p:txBody>
            <a:bodyPr rtlCol="0" anchor="ctr"/>
            <a:lstStyle/>
            <a:p>
              <a:endParaRPr lang="en-US"/>
            </a:p>
          </p:txBody>
        </p:sp>
        <p:sp>
          <p:nvSpPr>
            <p:cNvPr id="396" name="Freeform 395">
              <a:extLst>
                <a:ext uri="{FF2B5EF4-FFF2-40B4-BE49-F238E27FC236}">
                  <a16:creationId xmlns:a16="http://schemas.microsoft.com/office/drawing/2014/main" id="{5D030CD6-9551-00AE-C46C-E34ED9295792}"/>
                </a:ext>
              </a:extLst>
            </p:cNvPr>
            <p:cNvSpPr/>
            <p:nvPr/>
          </p:nvSpPr>
          <p:spPr>
            <a:xfrm>
              <a:off x="6412032"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97" name="Freeform 396">
              <a:extLst>
                <a:ext uri="{FF2B5EF4-FFF2-40B4-BE49-F238E27FC236}">
                  <a16:creationId xmlns:a16="http://schemas.microsoft.com/office/drawing/2014/main" id="{F76A6FD7-D051-A018-1EFA-2CC598968C4B}"/>
                </a:ext>
              </a:extLst>
            </p:cNvPr>
            <p:cNvSpPr/>
            <p:nvPr/>
          </p:nvSpPr>
          <p:spPr>
            <a:xfrm>
              <a:off x="6412032"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398" name="Freeform 397">
              <a:extLst>
                <a:ext uri="{FF2B5EF4-FFF2-40B4-BE49-F238E27FC236}">
                  <a16:creationId xmlns:a16="http://schemas.microsoft.com/office/drawing/2014/main" id="{F055E269-0EED-B264-A9E5-924402E528CA}"/>
                </a:ext>
              </a:extLst>
            </p:cNvPr>
            <p:cNvSpPr/>
            <p:nvPr/>
          </p:nvSpPr>
          <p:spPr>
            <a:xfrm>
              <a:off x="6653644"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399" name="Freeform 398">
              <a:extLst>
                <a:ext uri="{FF2B5EF4-FFF2-40B4-BE49-F238E27FC236}">
                  <a16:creationId xmlns:a16="http://schemas.microsoft.com/office/drawing/2014/main" id="{7401D6BB-D334-FC4E-8EAE-EB00BD023E4A}"/>
                </a:ext>
              </a:extLst>
            </p:cNvPr>
            <p:cNvSpPr/>
            <p:nvPr/>
          </p:nvSpPr>
          <p:spPr>
            <a:xfrm>
              <a:off x="6653644"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400" name="Freeform 399">
              <a:extLst>
                <a:ext uri="{FF2B5EF4-FFF2-40B4-BE49-F238E27FC236}">
                  <a16:creationId xmlns:a16="http://schemas.microsoft.com/office/drawing/2014/main" id="{F24DAB30-4C3F-AE0F-2CC3-CCEC78464BF1}"/>
                </a:ext>
              </a:extLst>
            </p:cNvPr>
            <p:cNvSpPr/>
            <p:nvPr/>
          </p:nvSpPr>
          <p:spPr>
            <a:xfrm>
              <a:off x="6915366"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01" name="Freeform 400">
              <a:extLst>
                <a:ext uri="{FF2B5EF4-FFF2-40B4-BE49-F238E27FC236}">
                  <a16:creationId xmlns:a16="http://schemas.microsoft.com/office/drawing/2014/main" id="{B4DAFEA2-C792-A025-217B-4F93C0DAEC02}"/>
                </a:ext>
              </a:extLst>
            </p:cNvPr>
            <p:cNvSpPr/>
            <p:nvPr/>
          </p:nvSpPr>
          <p:spPr>
            <a:xfrm>
              <a:off x="6915366"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02" name="Freeform 401">
              <a:extLst>
                <a:ext uri="{FF2B5EF4-FFF2-40B4-BE49-F238E27FC236}">
                  <a16:creationId xmlns:a16="http://schemas.microsoft.com/office/drawing/2014/main" id="{74D49EC0-665A-BDF7-1D87-6EAD79231144}"/>
                </a:ext>
              </a:extLst>
            </p:cNvPr>
            <p:cNvSpPr/>
            <p:nvPr/>
          </p:nvSpPr>
          <p:spPr>
            <a:xfrm>
              <a:off x="7177088"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03" name="Freeform 402">
              <a:extLst>
                <a:ext uri="{FF2B5EF4-FFF2-40B4-BE49-F238E27FC236}">
                  <a16:creationId xmlns:a16="http://schemas.microsoft.com/office/drawing/2014/main" id="{CD20E702-58FF-C1CA-80CB-0ABEE3083248}"/>
                </a:ext>
              </a:extLst>
            </p:cNvPr>
            <p:cNvSpPr/>
            <p:nvPr/>
          </p:nvSpPr>
          <p:spPr>
            <a:xfrm>
              <a:off x="7177088"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404" name="Freeform 403">
              <a:extLst>
                <a:ext uri="{FF2B5EF4-FFF2-40B4-BE49-F238E27FC236}">
                  <a16:creationId xmlns:a16="http://schemas.microsoft.com/office/drawing/2014/main" id="{FD23DF66-6530-1920-3423-8A827F7EB8A1}"/>
                </a:ext>
              </a:extLst>
            </p:cNvPr>
            <p:cNvSpPr/>
            <p:nvPr/>
          </p:nvSpPr>
          <p:spPr>
            <a:xfrm>
              <a:off x="7418700"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05" name="Freeform 404">
              <a:extLst>
                <a:ext uri="{FF2B5EF4-FFF2-40B4-BE49-F238E27FC236}">
                  <a16:creationId xmlns:a16="http://schemas.microsoft.com/office/drawing/2014/main" id="{0976A714-7C0A-0F24-3064-4269B03B04DE}"/>
                </a:ext>
              </a:extLst>
            </p:cNvPr>
            <p:cNvSpPr/>
            <p:nvPr/>
          </p:nvSpPr>
          <p:spPr>
            <a:xfrm>
              <a:off x="7418700"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406" name="Freeform 405">
              <a:extLst>
                <a:ext uri="{FF2B5EF4-FFF2-40B4-BE49-F238E27FC236}">
                  <a16:creationId xmlns:a16="http://schemas.microsoft.com/office/drawing/2014/main" id="{1641B2EC-9A7A-06E4-2363-879D1C6FD4AB}"/>
                </a:ext>
              </a:extLst>
            </p:cNvPr>
            <p:cNvSpPr/>
            <p:nvPr/>
          </p:nvSpPr>
          <p:spPr>
            <a:xfrm>
              <a:off x="7680422"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07" name="Freeform 406">
              <a:extLst>
                <a:ext uri="{FF2B5EF4-FFF2-40B4-BE49-F238E27FC236}">
                  <a16:creationId xmlns:a16="http://schemas.microsoft.com/office/drawing/2014/main" id="{83D16FBE-8FC8-78CB-B37A-F60C10B70C63}"/>
                </a:ext>
              </a:extLst>
            </p:cNvPr>
            <p:cNvSpPr/>
            <p:nvPr/>
          </p:nvSpPr>
          <p:spPr>
            <a:xfrm>
              <a:off x="7680422"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08" name="Freeform 407">
              <a:extLst>
                <a:ext uri="{FF2B5EF4-FFF2-40B4-BE49-F238E27FC236}">
                  <a16:creationId xmlns:a16="http://schemas.microsoft.com/office/drawing/2014/main" id="{FE79ECCE-3E76-8628-96F4-A04EBE91A0CD}"/>
                </a:ext>
              </a:extLst>
            </p:cNvPr>
            <p:cNvSpPr/>
            <p:nvPr/>
          </p:nvSpPr>
          <p:spPr>
            <a:xfrm>
              <a:off x="7942144"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09" name="Freeform 408">
              <a:extLst>
                <a:ext uri="{FF2B5EF4-FFF2-40B4-BE49-F238E27FC236}">
                  <a16:creationId xmlns:a16="http://schemas.microsoft.com/office/drawing/2014/main" id="{2AAC0DE5-DC63-CBC7-EF98-1AA173A1D6AB}"/>
                </a:ext>
              </a:extLst>
            </p:cNvPr>
            <p:cNvSpPr/>
            <p:nvPr/>
          </p:nvSpPr>
          <p:spPr>
            <a:xfrm>
              <a:off x="7942145"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10" name="Freeform 409">
              <a:extLst>
                <a:ext uri="{FF2B5EF4-FFF2-40B4-BE49-F238E27FC236}">
                  <a16:creationId xmlns:a16="http://schemas.microsoft.com/office/drawing/2014/main" id="{A795DCE0-0D6B-A803-761D-DF179461476E}"/>
                </a:ext>
              </a:extLst>
            </p:cNvPr>
            <p:cNvSpPr/>
            <p:nvPr/>
          </p:nvSpPr>
          <p:spPr>
            <a:xfrm>
              <a:off x="8183756" y="5285096"/>
              <a:ext cx="116622" cy="588697"/>
            </a:xfrm>
            <a:custGeom>
              <a:avLst/>
              <a:gdLst>
                <a:gd name="connsiteX0" fmla="*/ 0 w 116622"/>
                <a:gd name="connsiteY0" fmla="*/ 0 h 588697"/>
                <a:gd name="connsiteX1" fmla="*/ 116622 w 116622"/>
                <a:gd name="connsiteY1" fmla="*/ 0 h 588697"/>
                <a:gd name="connsiteX2" fmla="*/ 116622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2" y="0"/>
                  </a:lnTo>
                  <a:lnTo>
                    <a:pt x="116622" y="588697"/>
                  </a:lnTo>
                  <a:lnTo>
                    <a:pt x="0" y="588697"/>
                  </a:lnTo>
                  <a:close/>
                </a:path>
              </a:pathLst>
            </a:custGeom>
            <a:solidFill>
              <a:srgbClr val="B68A74"/>
            </a:solidFill>
            <a:ln w="0" cap="flat">
              <a:noFill/>
              <a:prstDash val="solid"/>
              <a:miter/>
            </a:ln>
          </p:spPr>
          <p:txBody>
            <a:bodyPr rtlCol="0" anchor="ctr"/>
            <a:lstStyle/>
            <a:p>
              <a:endParaRPr lang="en-US"/>
            </a:p>
          </p:txBody>
        </p:sp>
        <p:sp>
          <p:nvSpPr>
            <p:cNvPr id="411" name="Freeform 410">
              <a:extLst>
                <a:ext uri="{FF2B5EF4-FFF2-40B4-BE49-F238E27FC236}">
                  <a16:creationId xmlns:a16="http://schemas.microsoft.com/office/drawing/2014/main" id="{4BA84144-4ACE-F02A-ED1A-200316037C32}"/>
                </a:ext>
              </a:extLst>
            </p:cNvPr>
            <p:cNvSpPr/>
            <p:nvPr/>
          </p:nvSpPr>
          <p:spPr>
            <a:xfrm>
              <a:off x="8183756"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12" name="Freeform 411">
              <a:extLst>
                <a:ext uri="{FF2B5EF4-FFF2-40B4-BE49-F238E27FC236}">
                  <a16:creationId xmlns:a16="http://schemas.microsoft.com/office/drawing/2014/main" id="{FE990D8E-76F2-88FA-E333-1DDD5578D539}"/>
                </a:ext>
              </a:extLst>
            </p:cNvPr>
            <p:cNvSpPr/>
            <p:nvPr/>
          </p:nvSpPr>
          <p:spPr>
            <a:xfrm>
              <a:off x="8445478"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13" name="Freeform 412">
              <a:extLst>
                <a:ext uri="{FF2B5EF4-FFF2-40B4-BE49-F238E27FC236}">
                  <a16:creationId xmlns:a16="http://schemas.microsoft.com/office/drawing/2014/main" id="{D330F5B8-4DC6-E94C-F300-69E49D1FDB39}"/>
                </a:ext>
              </a:extLst>
            </p:cNvPr>
            <p:cNvSpPr/>
            <p:nvPr/>
          </p:nvSpPr>
          <p:spPr>
            <a:xfrm>
              <a:off x="8445478"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78 w 116622"/>
                <a:gd name="connsiteY4" fmla="*/ 571691 h 588697"/>
                <a:gd name="connsiteX5" fmla="*/ 102678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78" y="571691"/>
                  </a:lnTo>
                  <a:lnTo>
                    <a:pt x="102678" y="0"/>
                  </a:lnTo>
                  <a:lnTo>
                    <a:pt x="116623" y="0"/>
                  </a:lnTo>
                  <a:close/>
                </a:path>
              </a:pathLst>
            </a:custGeom>
            <a:solidFill>
              <a:srgbClr val="A3715E"/>
            </a:solidFill>
            <a:ln w="0" cap="flat">
              <a:noFill/>
              <a:prstDash val="solid"/>
              <a:miter/>
            </a:ln>
          </p:spPr>
          <p:txBody>
            <a:bodyPr rtlCol="0" anchor="ctr"/>
            <a:lstStyle/>
            <a:p>
              <a:endParaRPr lang="en-US"/>
            </a:p>
          </p:txBody>
        </p:sp>
        <p:sp>
          <p:nvSpPr>
            <p:cNvPr id="414" name="Freeform 413">
              <a:extLst>
                <a:ext uri="{FF2B5EF4-FFF2-40B4-BE49-F238E27FC236}">
                  <a16:creationId xmlns:a16="http://schemas.microsoft.com/office/drawing/2014/main" id="{9552F4EA-5CA6-9E72-48E9-94EF22A0FE07}"/>
                </a:ext>
              </a:extLst>
            </p:cNvPr>
            <p:cNvSpPr/>
            <p:nvPr/>
          </p:nvSpPr>
          <p:spPr>
            <a:xfrm>
              <a:off x="8707274"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15" name="Freeform 414">
              <a:extLst>
                <a:ext uri="{FF2B5EF4-FFF2-40B4-BE49-F238E27FC236}">
                  <a16:creationId xmlns:a16="http://schemas.microsoft.com/office/drawing/2014/main" id="{316A1479-5BF0-D92F-0E05-05ADF4333061}"/>
                </a:ext>
              </a:extLst>
            </p:cNvPr>
            <p:cNvSpPr/>
            <p:nvPr/>
          </p:nvSpPr>
          <p:spPr>
            <a:xfrm>
              <a:off x="8707274"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16" name="Freeform 415">
              <a:extLst>
                <a:ext uri="{FF2B5EF4-FFF2-40B4-BE49-F238E27FC236}">
                  <a16:creationId xmlns:a16="http://schemas.microsoft.com/office/drawing/2014/main" id="{5D74F160-020F-417F-ADB2-FD3A21D75FFA}"/>
                </a:ext>
              </a:extLst>
            </p:cNvPr>
            <p:cNvSpPr/>
            <p:nvPr/>
          </p:nvSpPr>
          <p:spPr>
            <a:xfrm>
              <a:off x="8948886" y="5285096"/>
              <a:ext cx="116622" cy="588697"/>
            </a:xfrm>
            <a:custGeom>
              <a:avLst/>
              <a:gdLst>
                <a:gd name="connsiteX0" fmla="*/ 0 w 116622"/>
                <a:gd name="connsiteY0" fmla="*/ 0 h 588697"/>
                <a:gd name="connsiteX1" fmla="*/ 116622 w 116622"/>
                <a:gd name="connsiteY1" fmla="*/ 0 h 588697"/>
                <a:gd name="connsiteX2" fmla="*/ 116622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2" y="0"/>
                  </a:lnTo>
                  <a:lnTo>
                    <a:pt x="116622" y="588697"/>
                  </a:lnTo>
                  <a:lnTo>
                    <a:pt x="0" y="588697"/>
                  </a:lnTo>
                  <a:close/>
                </a:path>
              </a:pathLst>
            </a:custGeom>
            <a:solidFill>
              <a:srgbClr val="B68A74"/>
            </a:solidFill>
            <a:ln w="0" cap="flat">
              <a:noFill/>
              <a:prstDash val="solid"/>
              <a:miter/>
            </a:ln>
          </p:spPr>
          <p:txBody>
            <a:bodyPr rtlCol="0" anchor="ctr"/>
            <a:lstStyle/>
            <a:p>
              <a:endParaRPr lang="en-US"/>
            </a:p>
          </p:txBody>
        </p:sp>
        <p:sp>
          <p:nvSpPr>
            <p:cNvPr id="417" name="Freeform 416">
              <a:extLst>
                <a:ext uri="{FF2B5EF4-FFF2-40B4-BE49-F238E27FC236}">
                  <a16:creationId xmlns:a16="http://schemas.microsoft.com/office/drawing/2014/main" id="{7E7036A3-556B-5A8F-AB86-576A269968DA}"/>
                </a:ext>
              </a:extLst>
            </p:cNvPr>
            <p:cNvSpPr/>
            <p:nvPr/>
          </p:nvSpPr>
          <p:spPr>
            <a:xfrm>
              <a:off x="8948886"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18" name="Freeform 417">
              <a:extLst>
                <a:ext uri="{FF2B5EF4-FFF2-40B4-BE49-F238E27FC236}">
                  <a16:creationId xmlns:a16="http://schemas.microsoft.com/office/drawing/2014/main" id="{C66A0B3F-852B-7B30-07B9-17ED89FBED95}"/>
                </a:ext>
              </a:extLst>
            </p:cNvPr>
            <p:cNvSpPr/>
            <p:nvPr/>
          </p:nvSpPr>
          <p:spPr>
            <a:xfrm>
              <a:off x="9210608"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19" name="Freeform 418">
              <a:extLst>
                <a:ext uri="{FF2B5EF4-FFF2-40B4-BE49-F238E27FC236}">
                  <a16:creationId xmlns:a16="http://schemas.microsoft.com/office/drawing/2014/main" id="{6109739A-8323-B469-7D61-18E6D4B2203F}"/>
                </a:ext>
              </a:extLst>
            </p:cNvPr>
            <p:cNvSpPr/>
            <p:nvPr/>
          </p:nvSpPr>
          <p:spPr>
            <a:xfrm>
              <a:off x="9210608"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20" name="Freeform 419">
              <a:extLst>
                <a:ext uri="{FF2B5EF4-FFF2-40B4-BE49-F238E27FC236}">
                  <a16:creationId xmlns:a16="http://schemas.microsoft.com/office/drawing/2014/main" id="{04EA5396-EAD2-78DA-27CD-ED9F137F99CB}"/>
                </a:ext>
              </a:extLst>
            </p:cNvPr>
            <p:cNvSpPr/>
            <p:nvPr/>
          </p:nvSpPr>
          <p:spPr>
            <a:xfrm>
              <a:off x="9472330"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21" name="Freeform 420">
              <a:extLst>
                <a:ext uri="{FF2B5EF4-FFF2-40B4-BE49-F238E27FC236}">
                  <a16:creationId xmlns:a16="http://schemas.microsoft.com/office/drawing/2014/main" id="{366A8F0D-6AA5-24B6-8778-5E643D01488F}"/>
                </a:ext>
              </a:extLst>
            </p:cNvPr>
            <p:cNvSpPr/>
            <p:nvPr/>
          </p:nvSpPr>
          <p:spPr>
            <a:xfrm>
              <a:off x="9472330"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22" name="Freeform 421">
              <a:extLst>
                <a:ext uri="{FF2B5EF4-FFF2-40B4-BE49-F238E27FC236}">
                  <a16:creationId xmlns:a16="http://schemas.microsoft.com/office/drawing/2014/main" id="{90757B44-E3FA-C8DA-5B5D-DE1DEADD79B8}"/>
                </a:ext>
              </a:extLst>
            </p:cNvPr>
            <p:cNvSpPr/>
            <p:nvPr/>
          </p:nvSpPr>
          <p:spPr>
            <a:xfrm>
              <a:off x="5055350"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23" name="Freeform 422">
              <a:extLst>
                <a:ext uri="{FF2B5EF4-FFF2-40B4-BE49-F238E27FC236}">
                  <a16:creationId xmlns:a16="http://schemas.microsoft.com/office/drawing/2014/main" id="{F1D28A07-C430-53AC-4433-2DBDCCC5058A}"/>
                </a:ext>
              </a:extLst>
            </p:cNvPr>
            <p:cNvSpPr/>
            <p:nvPr/>
          </p:nvSpPr>
          <p:spPr>
            <a:xfrm>
              <a:off x="5055350"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24" name="Freeform 423">
              <a:extLst>
                <a:ext uri="{FF2B5EF4-FFF2-40B4-BE49-F238E27FC236}">
                  <a16:creationId xmlns:a16="http://schemas.microsoft.com/office/drawing/2014/main" id="{9701DB56-143A-8729-9907-FE4019D6726D}"/>
                </a:ext>
              </a:extLst>
            </p:cNvPr>
            <p:cNvSpPr/>
            <p:nvPr/>
          </p:nvSpPr>
          <p:spPr>
            <a:xfrm>
              <a:off x="5820479"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25" name="Freeform 424">
              <a:extLst>
                <a:ext uri="{FF2B5EF4-FFF2-40B4-BE49-F238E27FC236}">
                  <a16:creationId xmlns:a16="http://schemas.microsoft.com/office/drawing/2014/main" id="{434AA0DA-C36F-89E1-5084-9462C6D493EB}"/>
                </a:ext>
              </a:extLst>
            </p:cNvPr>
            <p:cNvSpPr/>
            <p:nvPr/>
          </p:nvSpPr>
          <p:spPr>
            <a:xfrm>
              <a:off x="5820479"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26" name="Freeform 425">
              <a:extLst>
                <a:ext uri="{FF2B5EF4-FFF2-40B4-BE49-F238E27FC236}">
                  <a16:creationId xmlns:a16="http://schemas.microsoft.com/office/drawing/2014/main" id="{45DF294B-73E5-CA4C-2839-9AAD81F9B811}"/>
                </a:ext>
              </a:extLst>
            </p:cNvPr>
            <p:cNvSpPr/>
            <p:nvPr/>
          </p:nvSpPr>
          <p:spPr>
            <a:xfrm>
              <a:off x="6585535"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27" name="Freeform 426">
              <a:extLst>
                <a:ext uri="{FF2B5EF4-FFF2-40B4-BE49-F238E27FC236}">
                  <a16:creationId xmlns:a16="http://schemas.microsoft.com/office/drawing/2014/main" id="{40108ABC-E9C6-5793-0063-0110005237A0}"/>
                </a:ext>
              </a:extLst>
            </p:cNvPr>
            <p:cNvSpPr/>
            <p:nvPr/>
          </p:nvSpPr>
          <p:spPr>
            <a:xfrm>
              <a:off x="6585535"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28" name="Freeform 427">
              <a:extLst>
                <a:ext uri="{FF2B5EF4-FFF2-40B4-BE49-F238E27FC236}">
                  <a16:creationId xmlns:a16="http://schemas.microsoft.com/office/drawing/2014/main" id="{5611DE71-3F96-1B63-80E8-0570EF1A476E}"/>
                </a:ext>
              </a:extLst>
            </p:cNvPr>
            <p:cNvSpPr/>
            <p:nvPr/>
          </p:nvSpPr>
          <p:spPr>
            <a:xfrm>
              <a:off x="7350591"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29" name="Freeform 428">
              <a:extLst>
                <a:ext uri="{FF2B5EF4-FFF2-40B4-BE49-F238E27FC236}">
                  <a16:creationId xmlns:a16="http://schemas.microsoft.com/office/drawing/2014/main" id="{7F1A6A09-E01E-466D-4318-DE8B738491E8}"/>
                </a:ext>
              </a:extLst>
            </p:cNvPr>
            <p:cNvSpPr/>
            <p:nvPr/>
          </p:nvSpPr>
          <p:spPr>
            <a:xfrm>
              <a:off x="7350591"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30" name="Freeform 429">
              <a:extLst>
                <a:ext uri="{FF2B5EF4-FFF2-40B4-BE49-F238E27FC236}">
                  <a16:creationId xmlns:a16="http://schemas.microsoft.com/office/drawing/2014/main" id="{6B888A22-05BE-AD1B-1F5A-5F6D40DFDEE5}"/>
                </a:ext>
              </a:extLst>
            </p:cNvPr>
            <p:cNvSpPr/>
            <p:nvPr/>
          </p:nvSpPr>
          <p:spPr>
            <a:xfrm>
              <a:off x="8115720"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31" name="Freeform 430">
              <a:extLst>
                <a:ext uri="{FF2B5EF4-FFF2-40B4-BE49-F238E27FC236}">
                  <a16:creationId xmlns:a16="http://schemas.microsoft.com/office/drawing/2014/main" id="{8D9CAE69-9E8F-1C25-4C14-DA3B25FC630F}"/>
                </a:ext>
              </a:extLst>
            </p:cNvPr>
            <p:cNvSpPr/>
            <p:nvPr/>
          </p:nvSpPr>
          <p:spPr>
            <a:xfrm>
              <a:off x="8115720"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32" name="Freeform 431">
              <a:extLst>
                <a:ext uri="{FF2B5EF4-FFF2-40B4-BE49-F238E27FC236}">
                  <a16:creationId xmlns:a16="http://schemas.microsoft.com/office/drawing/2014/main" id="{D0F1D851-07DC-44D6-E153-F92229BE5F85}"/>
                </a:ext>
              </a:extLst>
            </p:cNvPr>
            <p:cNvSpPr/>
            <p:nvPr/>
          </p:nvSpPr>
          <p:spPr>
            <a:xfrm>
              <a:off x="8880777"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33" name="Freeform 432">
              <a:extLst>
                <a:ext uri="{FF2B5EF4-FFF2-40B4-BE49-F238E27FC236}">
                  <a16:creationId xmlns:a16="http://schemas.microsoft.com/office/drawing/2014/main" id="{C9E97816-FD5B-1990-7682-DE34751B407F}"/>
                </a:ext>
              </a:extLst>
            </p:cNvPr>
            <p:cNvSpPr/>
            <p:nvPr/>
          </p:nvSpPr>
          <p:spPr>
            <a:xfrm>
              <a:off x="8880777"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34" name="Freeform 433">
              <a:extLst>
                <a:ext uri="{FF2B5EF4-FFF2-40B4-BE49-F238E27FC236}">
                  <a16:creationId xmlns:a16="http://schemas.microsoft.com/office/drawing/2014/main" id="{500B5560-E482-DC92-5AA7-2BDA837B865B}"/>
                </a:ext>
              </a:extLst>
            </p:cNvPr>
            <p:cNvSpPr/>
            <p:nvPr/>
          </p:nvSpPr>
          <p:spPr>
            <a:xfrm>
              <a:off x="5055350"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35" name="Freeform 434">
              <a:extLst>
                <a:ext uri="{FF2B5EF4-FFF2-40B4-BE49-F238E27FC236}">
                  <a16:creationId xmlns:a16="http://schemas.microsoft.com/office/drawing/2014/main" id="{82FAD26A-A347-3134-8F02-6C22AD272FE2}"/>
                </a:ext>
              </a:extLst>
            </p:cNvPr>
            <p:cNvSpPr/>
            <p:nvPr/>
          </p:nvSpPr>
          <p:spPr>
            <a:xfrm>
              <a:off x="5055350"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36" name="Freeform 435">
              <a:extLst>
                <a:ext uri="{FF2B5EF4-FFF2-40B4-BE49-F238E27FC236}">
                  <a16:creationId xmlns:a16="http://schemas.microsoft.com/office/drawing/2014/main" id="{040475FF-CBC8-7290-ADE5-8D02BCEA8B32}"/>
                </a:ext>
              </a:extLst>
            </p:cNvPr>
            <p:cNvSpPr/>
            <p:nvPr/>
          </p:nvSpPr>
          <p:spPr>
            <a:xfrm>
              <a:off x="5820479"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37" name="Freeform 436">
              <a:extLst>
                <a:ext uri="{FF2B5EF4-FFF2-40B4-BE49-F238E27FC236}">
                  <a16:creationId xmlns:a16="http://schemas.microsoft.com/office/drawing/2014/main" id="{80F6B57D-F9E2-18A8-5045-ECC0E8176F8F}"/>
                </a:ext>
              </a:extLst>
            </p:cNvPr>
            <p:cNvSpPr/>
            <p:nvPr/>
          </p:nvSpPr>
          <p:spPr>
            <a:xfrm>
              <a:off x="5820479"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38" name="Freeform 437">
              <a:extLst>
                <a:ext uri="{FF2B5EF4-FFF2-40B4-BE49-F238E27FC236}">
                  <a16:creationId xmlns:a16="http://schemas.microsoft.com/office/drawing/2014/main" id="{BE6AF815-FF96-474A-E88F-91CAFACAE60D}"/>
                </a:ext>
              </a:extLst>
            </p:cNvPr>
            <p:cNvSpPr/>
            <p:nvPr/>
          </p:nvSpPr>
          <p:spPr>
            <a:xfrm>
              <a:off x="6585535"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39" name="Freeform 438">
              <a:extLst>
                <a:ext uri="{FF2B5EF4-FFF2-40B4-BE49-F238E27FC236}">
                  <a16:creationId xmlns:a16="http://schemas.microsoft.com/office/drawing/2014/main" id="{637E2FAE-F806-20D0-8B6E-9C0B8F8DF9FF}"/>
                </a:ext>
              </a:extLst>
            </p:cNvPr>
            <p:cNvSpPr/>
            <p:nvPr/>
          </p:nvSpPr>
          <p:spPr>
            <a:xfrm>
              <a:off x="6585535"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40" name="Freeform 439">
              <a:extLst>
                <a:ext uri="{FF2B5EF4-FFF2-40B4-BE49-F238E27FC236}">
                  <a16:creationId xmlns:a16="http://schemas.microsoft.com/office/drawing/2014/main" id="{D49C147E-AF1A-84D1-AF5D-285DE7487C42}"/>
                </a:ext>
              </a:extLst>
            </p:cNvPr>
            <p:cNvSpPr/>
            <p:nvPr/>
          </p:nvSpPr>
          <p:spPr>
            <a:xfrm>
              <a:off x="7350591"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41" name="Freeform 440">
              <a:extLst>
                <a:ext uri="{FF2B5EF4-FFF2-40B4-BE49-F238E27FC236}">
                  <a16:creationId xmlns:a16="http://schemas.microsoft.com/office/drawing/2014/main" id="{175B5EFF-7764-CABE-6F8D-53D1D70093C7}"/>
                </a:ext>
              </a:extLst>
            </p:cNvPr>
            <p:cNvSpPr/>
            <p:nvPr/>
          </p:nvSpPr>
          <p:spPr>
            <a:xfrm>
              <a:off x="7350591"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42" name="Freeform 441">
              <a:extLst>
                <a:ext uri="{FF2B5EF4-FFF2-40B4-BE49-F238E27FC236}">
                  <a16:creationId xmlns:a16="http://schemas.microsoft.com/office/drawing/2014/main" id="{42841B5C-D9B8-D025-6732-ECDC65382148}"/>
                </a:ext>
              </a:extLst>
            </p:cNvPr>
            <p:cNvSpPr/>
            <p:nvPr/>
          </p:nvSpPr>
          <p:spPr>
            <a:xfrm>
              <a:off x="8115720"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43" name="Freeform 442">
              <a:extLst>
                <a:ext uri="{FF2B5EF4-FFF2-40B4-BE49-F238E27FC236}">
                  <a16:creationId xmlns:a16="http://schemas.microsoft.com/office/drawing/2014/main" id="{DF5DBE8D-ABE5-254F-2BF3-FD5F7DC4B4A1}"/>
                </a:ext>
              </a:extLst>
            </p:cNvPr>
            <p:cNvSpPr/>
            <p:nvPr/>
          </p:nvSpPr>
          <p:spPr>
            <a:xfrm>
              <a:off x="8115720"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44" name="Freeform 443">
              <a:extLst>
                <a:ext uri="{FF2B5EF4-FFF2-40B4-BE49-F238E27FC236}">
                  <a16:creationId xmlns:a16="http://schemas.microsoft.com/office/drawing/2014/main" id="{29A398C4-0723-B115-3F77-1D2FB864CB5E}"/>
                </a:ext>
              </a:extLst>
            </p:cNvPr>
            <p:cNvSpPr/>
            <p:nvPr/>
          </p:nvSpPr>
          <p:spPr>
            <a:xfrm>
              <a:off x="8880777"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445" name="Freeform 444">
              <a:extLst>
                <a:ext uri="{FF2B5EF4-FFF2-40B4-BE49-F238E27FC236}">
                  <a16:creationId xmlns:a16="http://schemas.microsoft.com/office/drawing/2014/main" id="{67CA3917-9647-24E4-5184-69EA9C4E44F5}"/>
                </a:ext>
              </a:extLst>
            </p:cNvPr>
            <p:cNvSpPr/>
            <p:nvPr/>
          </p:nvSpPr>
          <p:spPr>
            <a:xfrm>
              <a:off x="8880777"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grpSp>
      <p:grpSp>
        <p:nvGrpSpPr>
          <p:cNvPr id="447" name="Graphic 2">
            <a:extLst>
              <a:ext uri="{FF2B5EF4-FFF2-40B4-BE49-F238E27FC236}">
                <a16:creationId xmlns:a16="http://schemas.microsoft.com/office/drawing/2014/main" id="{568A85DC-03B0-4387-A6DC-F30288E57CCE}"/>
              </a:ext>
            </a:extLst>
          </p:cNvPr>
          <p:cNvGrpSpPr/>
          <p:nvPr/>
        </p:nvGrpSpPr>
        <p:grpSpPr>
          <a:xfrm>
            <a:off x="372312" y="2354109"/>
            <a:ext cx="3448897" cy="442297"/>
            <a:chOff x="407987" y="1469743"/>
            <a:chExt cx="4590482" cy="588697"/>
          </a:xfrm>
        </p:grpSpPr>
        <p:sp>
          <p:nvSpPr>
            <p:cNvPr id="448" name="Freeform 447">
              <a:extLst>
                <a:ext uri="{FF2B5EF4-FFF2-40B4-BE49-F238E27FC236}">
                  <a16:creationId xmlns:a16="http://schemas.microsoft.com/office/drawing/2014/main" id="{216BDE88-BAFC-E6A5-5199-E60DCDED619F}"/>
                </a:ext>
              </a:extLst>
            </p:cNvPr>
            <p:cNvSpPr/>
            <p:nvPr/>
          </p:nvSpPr>
          <p:spPr>
            <a:xfrm>
              <a:off x="476096"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49" name="Freeform 448">
              <a:extLst>
                <a:ext uri="{FF2B5EF4-FFF2-40B4-BE49-F238E27FC236}">
                  <a16:creationId xmlns:a16="http://schemas.microsoft.com/office/drawing/2014/main" id="{3AF4DFE7-02EB-931C-C9E2-FC2EE781614D}"/>
                </a:ext>
              </a:extLst>
            </p:cNvPr>
            <p:cNvSpPr/>
            <p:nvPr/>
          </p:nvSpPr>
          <p:spPr>
            <a:xfrm>
              <a:off x="476096"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50" name="Freeform 449">
              <a:extLst>
                <a:ext uri="{FF2B5EF4-FFF2-40B4-BE49-F238E27FC236}">
                  <a16:creationId xmlns:a16="http://schemas.microsoft.com/office/drawing/2014/main" id="{695078AB-26D2-00B5-B043-AD1FF09EE8F3}"/>
                </a:ext>
              </a:extLst>
            </p:cNvPr>
            <p:cNvSpPr/>
            <p:nvPr/>
          </p:nvSpPr>
          <p:spPr>
            <a:xfrm>
              <a:off x="737818"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51" name="Freeform 450">
              <a:extLst>
                <a:ext uri="{FF2B5EF4-FFF2-40B4-BE49-F238E27FC236}">
                  <a16:creationId xmlns:a16="http://schemas.microsoft.com/office/drawing/2014/main" id="{FE4ADE5D-AA52-564E-ED07-6011B59EBACC}"/>
                </a:ext>
              </a:extLst>
            </p:cNvPr>
            <p:cNvSpPr/>
            <p:nvPr/>
          </p:nvSpPr>
          <p:spPr>
            <a:xfrm>
              <a:off x="737818"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52" name="Freeform 451">
              <a:extLst>
                <a:ext uri="{FF2B5EF4-FFF2-40B4-BE49-F238E27FC236}">
                  <a16:creationId xmlns:a16="http://schemas.microsoft.com/office/drawing/2014/main" id="{0D692538-FCEE-452B-BE6C-CD3E8D57B423}"/>
                </a:ext>
              </a:extLst>
            </p:cNvPr>
            <p:cNvSpPr/>
            <p:nvPr/>
          </p:nvSpPr>
          <p:spPr>
            <a:xfrm>
              <a:off x="999540"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53" name="Freeform 452">
              <a:extLst>
                <a:ext uri="{FF2B5EF4-FFF2-40B4-BE49-F238E27FC236}">
                  <a16:creationId xmlns:a16="http://schemas.microsoft.com/office/drawing/2014/main" id="{52BA8311-AC86-F7BB-B657-8B4F83451F2D}"/>
                </a:ext>
              </a:extLst>
            </p:cNvPr>
            <p:cNvSpPr/>
            <p:nvPr/>
          </p:nvSpPr>
          <p:spPr>
            <a:xfrm>
              <a:off x="999540"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54" name="Freeform 453">
              <a:extLst>
                <a:ext uri="{FF2B5EF4-FFF2-40B4-BE49-F238E27FC236}">
                  <a16:creationId xmlns:a16="http://schemas.microsoft.com/office/drawing/2014/main" id="{14C29812-BDF6-4CB5-8F16-C25B5CA3F632}"/>
                </a:ext>
              </a:extLst>
            </p:cNvPr>
            <p:cNvSpPr/>
            <p:nvPr/>
          </p:nvSpPr>
          <p:spPr>
            <a:xfrm>
              <a:off x="1241152"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55" name="Freeform 454">
              <a:extLst>
                <a:ext uri="{FF2B5EF4-FFF2-40B4-BE49-F238E27FC236}">
                  <a16:creationId xmlns:a16="http://schemas.microsoft.com/office/drawing/2014/main" id="{EE38EEBA-1FAC-8749-A484-A5F24790E8A3}"/>
                </a:ext>
              </a:extLst>
            </p:cNvPr>
            <p:cNvSpPr/>
            <p:nvPr/>
          </p:nvSpPr>
          <p:spPr>
            <a:xfrm>
              <a:off x="1241152"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56" name="Freeform 455">
              <a:extLst>
                <a:ext uri="{FF2B5EF4-FFF2-40B4-BE49-F238E27FC236}">
                  <a16:creationId xmlns:a16="http://schemas.microsoft.com/office/drawing/2014/main" id="{2888BF48-87BF-39B7-6C92-FC1255E907D2}"/>
                </a:ext>
              </a:extLst>
            </p:cNvPr>
            <p:cNvSpPr/>
            <p:nvPr/>
          </p:nvSpPr>
          <p:spPr>
            <a:xfrm>
              <a:off x="1502874"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57" name="Freeform 456">
              <a:extLst>
                <a:ext uri="{FF2B5EF4-FFF2-40B4-BE49-F238E27FC236}">
                  <a16:creationId xmlns:a16="http://schemas.microsoft.com/office/drawing/2014/main" id="{46C208ED-E6DD-A97F-48AD-34299557C2A9}"/>
                </a:ext>
              </a:extLst>
            </p:cNvPr>
            <p:cNvSpPr/>
            <p:nvPr/>
          </p:nvSpPr>
          <p:spPr>
            <a:xfrm>
              <a:off x="1502874"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58" name="Freeform 457">
              <a:extLst>
                <a:ext uri="{FF2B5EF4-FFF2-40B4-BE49-F238E27FC236}">
                  <a16:creationId xmlns:a16="http://schemas.microsoft.com/office/drawing/2014/main" id="{674A9729-A8E7-BD1E-6B7A-71A000ABE829}"/>
                </a:ext>
              </a:extLst>
            </p:cNvPr>
            <p:cNvSpPr/>
            <p:nvPr/>
          </p:nvSpPr>
          <p:spPr>
            <a:xfrm>
              <a:off x="1764596"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59" name="Freeform 458">
              <a:extLst>
                <a:ext uri="{FF2B5EF4-FFF2-40B4-BE49-F238E27FC236}">
                  <a16:creationId xmlns:a16="http://schemas.microsoft.com/office/drawing/2014/main" id="{5C752445-9137-EA5C-EB65-DC4D72304C8F}"/>
                </a:ext>
              </a:extLst>
            </p:cNvPr>
            <p:cNvSpPr/>
            <p:nvPr/>
          </p:nvSpPr>
          <p:spPr>
            <a:xfrm>
              <a:off x="1764596"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60" name="Freeform 459">
              <a:extLst>
                <a:ext uri="{FF2B5EF4-FFF2-40B4-BE49-F238E27FC236}">
                  <a16:creationId xmlns:a16="http://schemas.microsoft.com/office/drawing/2014/main" id="{E2388A56-7F36-EB96-0C26-205566D4118C}"/>
                </a:ext>
              </a:extLst>
            </p:cNvPr>
            <p:cNvSpPr/>
            <p:nvPr/>
          </p:nvSpPr>
          <p:spPr>
            <a:xfrm>
              <a:off x="2006208"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61" name="Freeform 460">
              <a:extLst>
                <a:ext uri="{FF2B5EF4-FFF2-40B4-BE49-F238E27FC236}">
                  <a16:creationId xmlns:a16="http://schemas.microsoft.com/office/drawing/2014/main" id="{BC50F802-008A-8CF2-22EA-26A15151007D}"/>
                </a:ext>
              </a:extLst>
            </p:cNvPr>
            <p:cNvSpPr/>
            <p:nvPr/>
          </p:nvSpPr>
          <p:spPr>
            <a:xfrm>
              <a:off x="2006208"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62" name="Freeform 461">
              <a:extLst>
                <a:ext uri="{FF2B5EF4-FFF2-40B4-BE49-F238E27FC236}">
                  <a16:creationId xmlns:a16="http://schemas.microsoft.com/office/drawing/2014/main" id="{2A9AEEC7-8261-1822-541D-CB54AAAAC401}"/>
                </a:ext>
              </a:extLst>
            </p:cNvPr>
            <p:cNvSpPr/>
            <p:nvPr/>
          </p:nvSpPr>
          <p:spPr>
            <a:xfrm>
              <a:off x="2268003"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63" name="Freeform 462">
              <a:extLst>
                <a:ext uri="{FF2B5EF4-FFF2-40B4-BE49-F238E27FC236}">
                  <a16:creationId xmlns:a16="http://schemas.microsoft.com/office/drawing/2014/main" id="{62449AAC-8C85-A5AC-5B5A-68F3ABD1C4A6}"/>
                </a:ext>
              </a:extLst>
            </p:cNvPr>
            <p:cNvSpPr/>
            <p:nvPr/>
          </p:nvSpPr>
          <p:spPr>
            <a:xfrm>
              <a:off x="2268003" y="1469743"/>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4 w 116549"/>
                <a:gd name="connsiteY4" fmla="*/ 571691 h 588697"/>
                <a:gd name="connsiteX5" fmla="*/ 102604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4" y="571691"/>
                  </a:lnTo>
                  <a:lnTo>
                    <a:pt x="102604" y="0"/>
                  </a:lnTo>
                  <a:lnTo>
                    <a:pt x="116549" y="0"/>
                  </a:lnTo>
                  <a:close/>
                </a:path>
              </a:pathLst>
            </a:custGeom>
            <a:solidFill>
              <a:srgbClr val="A3715E"/>
            </a:solidFill>
            <a:ln w="0" cap="flat">
              <a:noFill/>
              <a:prstDash val="solid"/>
              <a:miter/>
            </a:ln>
          </p:spPr>
          <p:txBody>
            <a:bodyPr rtlCol="0" anchor="ctr"/>
            <a:lstStyle/>
            <a:p>
              <a:endParaRPr lang="en-US"/>
            </a:p>
          </p:txBody>
        </p:sp>
        <p:sp>
          <p:nvSpPr>
            <p:cNvPr id="464" name="Freeform 463">
              <a:extLst>
                <a:ext uri="{FF2B5EF4-FFF2-40B4-BE49-F238E27FC236}">
                  <a16:creationId xmlns:a16="http://schemas.microsoft.com/office/drawing/2014/main" id="{EC704961-122B-6713-DD5B-01A8AE2BD1AE}"/>
                </a:ext>
              </a:extLst>
            </p:cNvPr>
            <p:cNvSpPr/>
            <p:nvPr/>
          </p:nvSpPr>
          <p:spPr>
            <a:xfrm>
              <a:off x="2529725"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65" name="Freeform 464">
              <a:extLst>
                <a:ext uri="{FF2B5EF4-FFF2-40B4-BE49-F238E27FC236}">
                  <a16:creationId xmlns:a16="http://schemas.microsoft.com/office/drawing/2014/main" id="{353B4281-2BDF-E470-8556-C776495C1815}"/>
                </a:ext>
              </a:extLst>
            </p:cNvPr>
            <p:cNvSpPr/>
            <p:nvPr/>
          </p:nvSpPr>
          <p:spPr>
            <a:xfrm>
              <a:off x="2529725"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66" name="Freeform 465">
              <a:extLst>
                <a:ext uri="{FF2B5EF4-FFF2-40B4-BE49-F238E27FC236}">
                  <a16:creationId xmlns:a16="http://schemas.microsoft.com/office/drawing/2014/main" id="{CB998673-F5D9-B35B-D046-738DFDE818EA}"/>
                </a:ext>
              </a:extLst>
            </p:cNvPr>
            <p:cNvSpPr/>
            <p:nvPr/>
          </p:nvSpPr>
          <p:spPr>
            <a:xfrm>
              <a:off x="277133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67" name="Freeform 466">
              <a:extLst>
                <a:ext uri="{FF2B5EF4-FFF2-40B4-BE49-F238E27FC236}">
                  <a16:creationId xmlns:a16="http://schemas.microsoft.com/office/drawing/2014/main" id="{03A3D6F6-D81A-F6F3-066F-FAA05C7DA126}"/>
                </a:ext>
              </a:extLst>
            </p:cNvPr>
            <p:cNvSpPr/>
            <p:nvPr/>
          </p:nvSpPr>
          <p:spPr>
            <a:xfrm>
              <a:off x="2771337"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468" name="Freeform 467">
              <a:extLst>
                <a:ext uri="{FF2B5EF4-FFF2-40B4-BE49-F238E27FC236}">
                  <a16:creationId xmlns:a16="http://schemas.microsoft.com/office/drawing/2014/main" id="{C57F8034-E6D3-71FC-0806-84114FE9E4EA}"/>
                </a:ext>
              </a:extLst>
            </p:cNvPr>
            <p:cNvSpPr/>
            <p:nvPr/>
          </p:nvSpPr>
          <p:spPr>
            <a:xfrm>
              <a:off x="3033059"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69" name="Freeform 468">
              <a:extLst>
                <a:ext uri="{FF2B5EF4-FFF2-40B4-BE49-F238E27FC236}">
                  <a16:creationId xmlns:a16="http://schemas.microsoft.com/office/drawing/2014/main" id="{C13B7181-81EC-C4A8-3D8A-D412FE959E71}"/>
                </a:ext>
              </a:extLst>
            </p:cNvPr>
            <p:cNvSpPr/>
            <p:nvPr/>
          </p:nvSpPr>
          <p:spPr>
            <a:xfrm>
              <a:off x="3033059"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470" name="Freeform 469">
              <a:extLst>
                <a:ext uri="{FF2B5EF4-FFF2-40B4-BE49-F238E27FC236}">
                  <a16:creationId xmlns:a16="http://schemas.microsoft.com/office/drawing/2014/main" id="{DD296634-4163-5D48-8BAC-674A2FD18BF9}"/>
                </a:ext>
              </a:extLst>
            </p:cNvPr>
            <p:cNvSpPr/>
            <p:nvPr/>
          </p:nvSpPr>
          <p:spPr>
            <a:xfrm>
              <a:off x="3294781"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71" name="Freeform 470">
              <a:extLst>
                <a:ext uri="{FF2B5EF4-FFF2-40B4-BE49-F238E27FC236}">
                  <a16:creationId xmlns:a16="http://schemas.microsoft.com/office/drawing/2014/main" id="{6299AA50-9AE7-4640-CF4C-AF856F614FBD}"/>
                </a:ext>
              </a:extLst>
            </p:cNvPr>
            <p:cNvSpPr/>
            <p:nvPr/>
          </p:nvSpPr>
          <p:spPr>
            <a:xfrm>
              <a:off x="3294781"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72" name="Freeform 471">
              <a:extLst>
                <a:ext uri="{FF2B5EF4-FFF2-40B4-BE49-F238E27FC236}">
                  <a16:creationId xmlns:a16="http://schemas.microsoft.com/office/drawing/2014/main" id="{D53BA777-C53B-3180-C03F-C7282E6B9EB0}"/>
                </a:ext>
              </a:extLst>
            </p:cNvPr>
            <p:cNvSpPr/>
            <p:nvPr/>
          </p:nvSpPr>
          <p:spPr>
            <a:xfrm>
              <a:off x="3536393"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73" name="Freeform 472">
              <a:extLst>
                <a:ext uri="{FF2B5EF4-FFF2-40B4-BE49-F238E27FC236}">
                  <a16:creationId xmlns:a16="http://schemas.microsoft.com/office/drawing/2014/main" id="{E3B9A7B0-1CDE-B971-70B5-F2135627A6A8}"/>
                </a:ext>
              </a:extLst>
            </p:cNvPr>
            <p:cNvSpPr/>
            <p:nvPr/>
          </p:nvSpPr>
          <p:spPr>
            <a:xfrm>
              <a:off x="3536393"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74" name="Freeform 473">
              <a:extLst>
                <a:ext uri="{FF2B5EF4-FFF2-40B4-BE49-F238E27FC236}">
                  <a16:creationId xmlns:a16="http://schemas.microsoft.com/office/drawing/2014/main" id="{8089CE2B-BE54-3733-F8E9-6F61297819DE}"/>
                </a:ext>
              </a:extLst>
            </p:cNvPr>
            <p:cNvSpPr/>
            <p:nvPr/>
          </p:nvSpPr>
          <p:spPr>
            <a:xfrm>
              <a:off x="3798115"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75" name="Freeform 474">
              <a:extLst>
                <a:ext uri="{FF2B5EF4-FFF2-40B4-BE49-F238E27FC236}">
                  <a16:creationId xmlns:a16="http://schemas.microsoft.com/office/drawing/2014/main" id="{FA0E202F-643D-30FC-49D3-FB60434F4C9E}"/>
                </a:ext>
              </a:extLst>
            </p:cNvPr>
            <p:cNvSpPr/>
            <p:nvPr/>
          </p:nvSpPr>
          <p:spPr>
            <a:xfrm>
              <a:off x="3798115" y="1469743"/>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476" name="Freeform 475">
              <a:extLst>
                <a:ext uri="{FF2B5EF4-FFF2-40B4-BE49-F238E27FC236}">
                  <a16:creationId xmlns:a16="http://schemas.microsoft.com/office/drawing/2014/main" id="{E46F5D1E-EAA0-1024-A5A4-414AFDD20EC2}"/>
                </a:ext>
              </a:extLst>
            </p:cNvPr>
            <p:cNvSpPr/>
            <p:nvPr/>
          </p:nvSpPr>
          <p:spPr>
            <a:xfrm>
              <a:off x="405983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77" name="Freeform 476">
              <a:extLst>
                <a:ext uri="{FF2B5EF4-FFF2-40B4-BE49-F238E27FC236}">
                  <a16:creationId xmlns:a16="http://schemas.microsoft.com/office/drawing/2014/main" id="{BC9EECAF-1AB2-CF9A-34C4-311361399C7F}"/>
                </a:ext>
              </a:extLst>
            </p:cNvPr>
            <p:cNvSpPr/>
            <p:nvPr/>
          </p:nvSpPr>
          <p:spPr>
            <a:xfrm>
              <a:off x="4059837"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78" name="Freeform 477">
              <a:extLst>
                <a:ext uri="{FF2B5EF4-FFF2-40B4-BE49-F238E27FC236}">
                  <a16:creationId xmlns:a16="http://schemas.microsoft.com/office/drawing/2014/main" id="{FF9DB946-7D6D-B3E7-953C-C58CC505C3B8}"/>
                </a:ext>
              </a:extLst>
            </p:cNvPr>
            <p:cNvSpPr/>
            <p:nvPr/>
          </p:nvSpPr>
          <p:spPr>
            <a:xfrm>
              <a:off x="4301449"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79" name="Freeform 478">
              <a:extLst>
                <a:ext uri="{FF2B5EF4-FFF2-40B4-BE49-F238E27FC236}">
                  <a16:creationId xmlns:a16="http://schemas.microsoft.com/office/drawing/2014/main" id="{F2A93BE1-9567-055B-6A8E-23F4DB611185}"/>
                </a:ext>
              </a:extLst>
            </p:cNvPr>
            <p:cNvSpPr/>
            <p:nvPr/>
          </p:nvSpPr>
          <p:spPr>
            <a:xfrm>
              <a:off x="4301449"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80" name="Freeform 479">
              <a:extLst>
                <a:ext uri="{FF2B5EF4-FFF2-40B4-BE49-F238E27FC236}">
                  <a16:creationId xmlns:a16="http://schemas.microsoft.com/office/drawing/2014/main" id="{D808ADD5-2D46-D9C9-DDA7-E27F239EDD39}"/>
                </a:ext>
              </a:extLst>
            </p:cNvPr>
            <p:cNvSpPr/>
            <p:nvPr/>
          </p:nvSpPr>
          <p:spPr>
            <a:xfrm>
              <a:off x="4563245"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81" name="Freeform 480">
              <a:extLst>
                <a:ext uri="{FF2B5EF4-FFF2-40B4-BE49-F238E27FC236}">
                  <a16:creationId xmlns:a16="http://schemas.microsoft.com/office/drawing/2014/main" id="{3F766BC6-C0B2-89E0-BD4A-C50C63940B7D}"/>
                </a:ext>
              </a:extLst>
            </p:cNvPr>
            <p:cNvSpPr/>
            <p:nvPr/>
          </p:nvSpPr>
          <p:spPr>
            <a:xfrm>
              <a:off x="4563245" y="1469743"/>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5 w 116549"/>
                <a:gd name="connsiteY4" fmla="*/ 571691 h 588697"/>
                <a:gd name="connsiteX5" fmla="*/ 102605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5" y="571691"/>
                  </a:lnTo>
                  <a:lnTo>
                    <a:pt x="102605" y="0"/>
                  </a:lnTo>
                  <a:lnTo>
                    <a:pt x="116549" y="0"/>
                  </a:lnTo>
                  <a:close/>
                </a:path>
              </a:pathLst>
            </a:custGeom>
            <a:solidFill>
              <a:srgbClr val="A3715E"/>
            </a:solidFill>
            <a:ln w="0" cap="flat">
              <a:noFill/>
              <a:prstDash val="solid"/>
              <a:miter/>
            </a:ln>
          </p:spPr>
          <p:txBody>
            <a:bodyPr rtlCol="0" anchor="ctr"/>
            <a:lstStyle/>
            <a:p>
              <a:endParaRPr lang="en-US"/>
            </a:p>
          </p:txBody>
        </p:sp>
        <p:sp>
          <p:nvSpPr>
            <p:cNvPr id="482" name="Freeform 481">
              <a:extLst>
                <a:ext uri="{FF2B5EF4-FFF2-40B4-BE49-F238E27FC236}">
                  <a16:creationId xmlns:a16="http://schemas.microsoft.com/office/drawing/2014/main" id="{547791C7-D5C7-FDC3-C853-67C4B3E691AE}"/>
                </a:ext>
              </a:extLst>
            </p:cNvPr>
            <p:cNvSpPr/>
            <p:nvPr/>
          </p:nvSpPr>
          <p:spPr>
            <a:xfrm>
              <a:off x="4824967" y="1469743"/>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483" name="Freeform 482">
              <a:extLst>
                <a:ext uri="{FF2B5EF4-FFF2-40B4-BE49-F238E27FC236}">
                  <a16:creationId xmlns:a16="http://schemas.microsoft.com/office/drawing/2014/main" id="{8A3EC64C-3EE2-0986-1248-BA673904C8CB}"/>
                </a:ext>
              </a:extLst>
            </p:cNvPr>
            <p:cNvSpPr/>
            <p:nvPr/>
          </p:nvSpPr>
          <p:spPr>
            <a:xfrm>
              <a:off x="4824967" y="1469743"/>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484" name="Freeform 483">
              <a:extLst>
                <a:ext uri="{FF2B5EF4-FFF2-40B4-BE49-F238E27FC236}">
                  <a16:creationId xmlns:a16="http://schemas.microsoft.com/office/drawing/2014/main" id="{214D9A61-435F-87B5-7103-B9329F3F4CCD}"/>
                </a:ext>
              </a:extLst>
            </p:cNvPr>
            <p:cNvSpPr/>
            <p:nvPr/>
          </p:nvSpPr>
          <p:spPr>
            <a:xfrm>
              <a:off x="407987"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85" name="Freeform 484">
              <a:extLst>
                <a:ext uri="{FF2B5EF4-FFF2-40B4-BE49-F238E27FC236}">
                  <a16:creationId xmlns:a16="http://schemas.microsoft.com/office/drawing/2014/main" id="{C53B29CB-E68D-0BDF-FF49-E70B97768182}"/>
                </a:ext>
              </a:extLst>
            </p:cNvPr>
            <p:cNvSpPr/>
            <p:nvPr/>
          </p:nvSpPr>
          <p:spPr>
            <a:xfrm>
              <a:off x="407987"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86" name="Freeform 485">
              <a:extLst>
                <a:ext uri="{FF2B5EF4-FFF2-40B4-BE49-F238E27FC236}">
                  <a16:creationId xmlns:a16="http://schemas.microsoft.com/office/drawing/2014/main" id="{DB80E9D2-5192-D635-72AD-D398C31E745E}"/>
                </a:ext>
              </a:extLst>
            </p:cNvPr>
            <p:cNvSpPr/>
            <p:nvPr/>
          </p:nvSpPr>
          <p:spPr>
            <a:xfrm>
              <a:off x="1173043"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87" name="Freeform 486">
              <a:extLst>
                <a:ext uri="{FF2B5EF4-FFF2-40B4-BE49-F238E27FC236}">
                  <a16:creationId xmlns:a16="http://schemas.microsoft.com/office/drawing/2014/main" id="{4CF41CDA-F816-831F-7395-2FAC2B77D0CF}"/>
                </a:ext>
              </a:extLst>
            </p:cNvPr>
            <p:cNvSpPr/>
            <p:nvPr/>
          </p:nvSpPr>
          <p:spPr>
            <a:xfrm>
              <a:off x="1173043"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88" name="Freeform 487">
              <a:extLst>
                <a:ext uri="{FF2B5EF4-FFF2-40B4-BE49-F238E27FC236}">
                  <a16:creationId xmlns:a16="http://schemas.microsoft.com/office/drawing/2014/main" id="{34F19688-0E29-1D6E-096C-30091B90A4DC}"/>
                </a:ext>
              </a:extLst>
            </p:cNvPr>
            <p:cNvSpPr/>
            <p:nvPr/>
          </p:nvSpPr>
          <p:spPr>
            <a:xfrm>
              <a:off x="1938172"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89" name="Freeform 488">
              <a:extLst>
                <a:ext uri="{FF2B5EF4-FFF2-40B4-BE49-F238E27FC236}">
                  <a16:creationId xmlns:a16="http://schemas.microsoft.com/office/drawing/2014/main" id="{E04F70CB-D431-9FD8-4806-806AB1DFF2B1}"/>
                </a:ext>
              </a:extLst>
            </p:cNvPr>
            <p:cNvSpPr/>
            <p:nvPr/>
          </p:nvSpPr>
          <p:spPr>
            <a:xfrm>
              <a:off x="1938172"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90" name="Freeform 489">
              <a:extLst>
                <a:ext uri="{FF2B5EF4-FFF2-40B4-BE49-F238E27FC236}">
                  <a16:creationId xmlns:a16="http://schemas.microsoft.com/office/drawing/2014/main" id="{371FDC77-1E58-8E0F-F690-E159586E83CB}"/>
                </a:ext>
              </a:extLst>
            </p:cNvPr>
            <p:cNvSpPr/>
            <p:nvPr/>
          </p:nvSpPr>
          <p:spPr>
            <a:xfrm>
              <a:off x="2703228"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91" name="Freeform 490">
              <a:extLst>
                <a:ext uri="{FF2B5EF4-FFF2-40B4-BE49-F238E27FC236}">
                  <a16:creationId xmlns:a16="http://schemas.microsoft.com/office/drawing/2014/main" id="{87E086CF-A17E-D51D-3A4A-A605B5C16B7C}"/>
                </a:ext>
              </a:extLst>
            </p:cNvPr>
            <p:cNvSpPr/>
            <p:nvPr/>
          </p:nvSpPr>
          <p:spPr>
            <a:xfrm>
              <a:off x="2703228"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92" name="Freeform 491">
              <a:extLst>
                <a:ext uri="{FF2B5EF4-FFF2-40B4-BE49-F238E27FC236}">
                  <a16:creationId xmlns:a16="http://schemas.microsoft.com/office/drawing/2014/main" id="{BB883503-1055-AA24-4754-AB35EDF03176}"/>
                </a:ext>
              </a:extLst>
            </p:cNvPr>
            <p:cNvSpPr/>
            <p:nvPr/>
          </p:nvSpPr>
          <p:spPr>
            <a:xfrm>
              <a:off x="3468284"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93" name="Freeform 492">
              <a:extLst>
                <a:ext uri="{FF2B5EF4-FFF2-40B4-BE49-F238E27FC236}">
                  <a16:creationId xmlns:a16="http://schemas.microsoft.com/office/drawing/2014/main" id="{0554BC04-482B-C76A-6474-C9377EC55904}"/>
                </a:ext>
              </a:extLst>
            </p:cNvPr>
            <p:cNvSpPr/>
            <p:nvPr/>
          </p:nvSpPr>
          <p:spPr>
            <a:xfrm>
              <a:off x="3468284"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94" name="Freeform 493">
              <a:extLst>
                <a:ext uri="{FF2B5EF4-FFF2-40B4-BE49-F238E27FC236}">
                  <a16:creationId xmlns:a16="http://schemas.microsoft.com/office/drawing/2014/main" id="{1C56DF94-C924-E021-373F-4AA52FF9B169}"/>
                </a:ext>
              </a:extLst>
            </p:cNvPr>
            <p:cNvSpPr/>
            <p:nvPr/>
          </p:nvSpPr>
          <p:spPr>
            <a:xfrm>
              <a:off x="4233413" y="1935804"/>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95" name="Freeform 494">
              <a:extLst>
                <a:ext uri="{FF2B5EF4-FFF2-40B4-BE49-F238E27FC236}">
                  <a16:creationId xmlns:a16="http://schemas.microsoft.com/office/drawing/2014/main" id="{15AB1F35-CCC2-FE15-D99C-008710DB3636}"/>
                </a:ext>
              </a:extLst>
            </p:cNvPr>
            <p:cNvSpPr/>
            <p:nvPr/>
          </p:nvSpPr>
          <p:spPr>
            <a:xfrm>
              <a:off x="4233413" y="1550303"/>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496" name="Freeform 495">
              <a:extLst>
                <a:ext uri="{FF2B5EF4-FFF2-40B4-BE49-F238E27FC236}">
                  <a16:creationId xmlns:a16="http://schemas.microsoft.com/office/drawing/2014/main" id="{36DE4A1D-C3DB-E192-3795-52A06F5D8BD8}"/>
                </a:ext>
              </a:extLst>
            </p:cNvPr>
            <p:cNvSpPr/>
            <p:nvPr/>
          </p:nvSpPr>
          <p:spPr>
            <a:xfrm>
              <a:off x="407987"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497" name="Freeform 496">
              <a:extLst>
                <a:ext uri="{FF2B5EF4-FFF2-40B4-BE49-F238E27FC236}">
                  <a16:creationId xmlns:a16="http://schemas.microsoft.com/office/drawing/2014/main" id="{D8DD3ECB-3329-A183-CF56-6EF86AF485C6}"/>
                </a:ext>
              </a:extLst>
            </p:cNvPr>
            <p:cNvSpPr/>
            <p:nvPr/>
          </p:nvSpPr>
          <p:spPr>
            <a:xfrm>
              <a:off x="407987"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498" name="Freeform 497">
              <a:extLst>
                <a:ext uri="{FF2B5EF4-FFF2-40B4-BE49-F238E27FC236}">
                  <a16:creationId xmlns:a16="http://schemas.microsoft.com/office/drawing/2014/main" id="{2B4EF250-37D4-485C-7A8D-F98AEB95F723}"/>
                </a:ext>
              </a:extLst>
            </p:cNvPr>
            <p:cNvSpPr/>
            <p:nvPr/>
          </p:nvSpPr>
          <p:spPr>
            <a:xfrm>
              <a:off x="1173043"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499" name="Freeform 498">
              <a:extLst>
                <a:ext uri="{FF2B5EF4-FFF2-40B4-BE49-F238E27FC236}">
                  <a16:creationId xmlns:a16="http://schemas.microsoft.com/office/drawing/2014/main" id="{7B4960BD-9614-6525-07CA-BF8BDFF384CE}"/>
                </a:ext>
              </a:extLst>
            </p:cNvPr>
            <p:cNvSpPr/>
            <p:nvPr/>
          </p:nvSpPr>
          <p:spPr>
            <a:xfrm>
              <a:off x="1173043"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0" name="Freeform 499">
              <a:extLst>
                <a:ext uri="{FF2B5EF4-FFF2-40B4-BE49-F238E27FC236}">
                  <a16:creationId xmlns:a16="http://schemas.microsoft.com/office/drawing/2014/main" id="{E2C07084-8BDA-D716-B76C-865D2FA9AC61}"/>
                </a:ext>
              </a:extLst>
            </p:cNvPr>
            <p:cNvSpPr/>
            <p:nvPr/>
          </p:nvSpPr>
          <p:spPr>
            <a:xfrm>
              <a:off x="1938172"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1" name="Freeform 500">
              <a:extLst>
                <a:ext uri="{FF2B5EF4-FFF2-40B4-BE49-F238E27FC236}">
                  <a16:creationId xmlns:a16="http://schemas.microsoft.com/office/drawing/2014/main" id="{F8B43A66-4579-EED5-21FF-D475996F2244}"/>
                </a:ext>
              </a:extLst>
            </p:cNvPr>
            <p:cNvSpPr/>
            <p:nvPr/>
          </p:nvSpPr>
          <p:spPr>
            <a:xfrm>
              <a:off x="1938172"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2" name="Freeform 501">
              <a:extLst>
                <a:ext uri="{FF2B5EF4-FFF2-40B4-BE49-F238E27FC236}">
                  <a16:creationId xmlns:a16="http://schemas.microsoft.com/office/drawing/2014/main" id="{945F4734-BEF9-B690-C35C-969141BBC21A}"/>
                </a:ext>
              </a:extLst>
            </p:cNvPr>
            <p:cNvSpPr/>
            <p:nvPr/>
          </p:nvSpPr>
          <p:spPr>
            <a:xfrm>
              <a:off x="2703228"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3" name="Freeform 502">
              <a:extLst>
                <a:ext uri="{FF2B5EF4-FFF2-40B4-BE49-F238E27FC236}">
                  <a16:creationId xmlns:a16="http://schemas.microsoft.com/office/drawing/2014/main" id="{9F1982D5-D015-6976-F365-0B859FFB0E1B}"/>
                </a:ext>
              </a:extLst>
            </p:cNvPr>
            <p:cNvSpPr/>
            <p:nvPr/>
          </p:nvSpPr>
          <p:spPr>
            <a:xfrm>
              <a:off x="2703228"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4" name="Freeform 503">
              <a:extLst>
                <a:ext uri="{FF2B5EF4-FFF2-40B4-BE49-F238E27FC236}">
                  <a16:creationId xmlns:a16="http://schemas.microsoft.com/office/drawing/2014/main" id="{5E854726-4FDA-CC56-305A-1E096468A888}"/>
                </a:ext>
              </a:extLst>
            </p:cNvPr>
            <p:cNvSpPr/>
            <p:nvPr/>
          </p:nvSpPr>
          <p:spPr>
            <a:xfrm>
              <a:off x="3468284"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5" name="Freeform 504">
              <a:extLst>
                <a:ext uri="{FF2B5EF4-FFF2-40B4-BE49-F238E27FC236}">
                  <a16:creationId xmlns:a16="http://schemas.microsoft.com/office/drawing/2014/main" id="{3F926CA2-B688-D53F-699F-5FBB671CCA43}"/>
                </a:ext>
              </a:extLst>
            </p:cNvPr>
            <p:cNvSpPr/>
            <p:nvPr/>
          </p:nvSpPr>
          <p:spPr>
            <a:xfrm>
              <a:off x="3468284"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6" name="Freeform 505">
              <a:extLst>
                <a:ext uri="{FF2B5EF4-FFF2-40B4-BE49-F238E27FC236}">
                  <a16:creationId xmlns:a16="http://schemas.microsoft.com/office/drawing/2014/main" id="{F6AEE660-24A1-A5DC-ED34-4CEDF4CEEA6D}"/>
                </a:ext>
              </a:extLst>
            </p:cNvPr>
            <p:cNvSpPr/>
            <p:nvPr/>
          </p:nvSpPr>
          <p:spPr>
            <a:xfrm>
              <a:off x="4233413" y="1570681"/>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sp>
          <p:nvSpPr>
            <p:cNvPr id="507" name="Freeform 506">
              <a:extLst>
                <a:ext uri="{FF2B5EF4-FFF2-40B4-BE49-F238E27FC236}">
                  <a16:creationId xmlns:a16="http://schemas.microsoft.com/office/drawing/2014/main" id="{2EB12183-A10E-FA2C-0332-80F3E0B2B892}"/>
                </a:ext>
              </a:extLst>
            </p:cNvPr>
            <p:cNvSpPr/>
            <p:nvPr/>
          </p:nvSpPr>
          <p:spPr>
            <a:xfrm>
              <a:off x="4233413" y="1955522"/>
              <a:ext cx="765056" cy="13414"/>
            </a:xfrm>
            <a:custGeom>
              <a:avLst/>
              <a:gdLst>
                <a:gd name="connsiteX0" fmla="*/ 0 w 765056"/>
                <a:gd name="connsiteY0" fmla="*/ 0 h 13414"/>
                <a:gd name="connsiteX1" fmla="*/ 765056 w 765056"/>
                <a:gd name="connsiteY1" fmla="*/ 0 h 13414"/>
                <a:gd name="connsiteX2" fmla="*/ 765056 w 765056"/>
                <a:gd name="connsiteY2" fmla="*/ 13414 h 13414"/>
                <a:gd name="connsiteX3" fmla="*/ 0 w 765056"/>
                <a:gd name="connsiteY3" fmla="*/ 13414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4"/>
                  </a:lnTo>
                  <a:lnTo>
                    <a:pt x="0" y="13414"/>
                  </a:lnTo>
                  <a:close/>
                </a:path>
              </a:pathLst>
            </a:custGeom>
            <a:solidFill>
              <a:srgbClr val="ACB3C7"/>
            </a:solidFill>
            <a:ln w="0" cap="flat">
              <a:noFill/>
              <a:prstDash val="solid"/>
              <a:miter/>
            </a:ln>
          </p:spPr>
          <p:txBody>
            <a:bodyPr rtlCol="0" anchor="ctr"/>
            <a:lstStyle/>
            <a:p>
              <a:endParaRPr lang="en-US"/>
            </a:p>
          </p:txBody>
        </p:sp>
      </p:grpSp>
      <p:grpSp>
        <p:nvGrpSpPr>
          <p:cNvPr id="508" name="Graphic 2">
            <a:extLst>
              <a:ext uri="{FF2B5EF4-FFF2-40B4-BE49-F238E27FC236}">
                <a16:creationId xmlns:a16="http://schemas.microsoft.com/office/drawing/2014/main" id="{BB1959BE-359E-057D-1F13-0B3CF6515CA9}"/>
              </a:ext>
            </a:extLst>
          </p:cNvPr>
          <p:cNvGrpSpPr/>
          <p:nvPr/>
        </p:nvGrpSpPr>
        <p:grpSpPr>
          <a:xfrm>
            <a:off x="406459" y="5211950"/>
            <a:ext cx="3448897" cy="442297"/>
            <a:chOff x="464867" y="5285096"/>
            <a:chExt cx="4590482" cy="588697"/>
          </a:xfrm>
        </p:grpSpPr>
        <p:sp>
          <p:nvSpPr>
            <p:cNvPr id="509" name="Freeform 508">
              <a:extLst>
                <a:ext uri="{FF2B5EF4-FFF2-40B4-BE49-F238E27FC236}">
                  <a16:creationId xmlns:a16="http://schemas.microsoft.com/office/drawing/2014/main" id="{FE34BAC8-75F2-E504-6470-96E5B205FCF4}"/>
                </a:ext>
              </a:extLst>
            </p:cNvPr>
            <p:cNvSpPr/>
            <p:nvPr/>
          </p:nvSpPr>
          <p:spPr>
            <a:xfrm>
              <a:off x="532976"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10" name="Freeform 509">
              <a:extLst>
                <a:ext uri="{FF2B5EF4-FFF2-40B4-BE49-F238E27FC236}">
                  <a16:creationId xmlns:a16="http://schemas.microsoft.com/office/drawing/2014/main" id="{DD9F7915-D13D-AAEA-BF1D-6CD873F7703D}"/>
                </a:ext>
              </a:extLst>
            </p:cNvPr>
            <p:cNvSpPr/>
            <p:nvPr/>
          </p:nvSpPr>
          <p:spPr>
            <a:xfrm>
              <a:off x="532976"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11" name="Freeform 510">
              <a:extLst>
                <a:ext uri="{FF2B5EF4-FFF2-40B4-BE49-F238E27FC236}">
                  <a16:creationId xmlns:a16="http://schemas.microsoft.com/office/drawing/2014/main" id="{25650EF3-7250-89A6-918E-C179CDEDB262}"/>
                </a:ext>
              </a:extLst>
            </p:cNvPr>
            <p:cNvSpPr/>
            <p:nvPr/>
          </p:nvSpPr>
          <p:spPr>
            <a:xfrm>
              <a:off x="794698"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12" name="Freeform 511">
              <a:extLst>
                <a:ext uri="{FF2B5EF4-FFF2-40B4-BE49-F238E27FC236}">
                  <a16:creationId xmlns:a16="http://schemas.microsoft.com/office/drawing/2014/main" id="{895D896F-6DC3-AE2F-1954-8947D4404E82}"/>
                </a:ext>
              </a:extLst>
            </p:cNvPr>
            <p:cNvSpPr/>
            <p:nvPr/>
          </p:nvSpPr>
          <p:spPr>
            <a:xfrm>
              <a:off x="794698"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13" name="Freeform 512">
              <a:extLst>
                <a:ext uri="{FF2B5EF4-FFF2-40B4-BE49-F238E27FC236}">
                  <a16:creationId xmlns:a16="http://schemas.microsoft.com/office/drawing/2014/main" id="{0E2EED1B-B572-A9CB-D31C-F752E811AB5E}"/>
                </a:ext>
              </a:extLst>
            </p:cNvPr>
            <p:cNvSpPr/>
            <p:nvPr/>
          </p:nvSpPr>
          <p:spPr>
            <a:xfrm>
              <a:off x="1056420"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14" name="Freeform 513">
              <a:extLst>
                <a:ext uri="{FF2B5EF4-FFF2-40B4-BE49-F238E27FC236}">
                  <a16:creationId xmlns:a16="http://schemas.microsoft.com/office/drawing/2014/main" id="{072BB892-8F48-1857-A242-B567B9CD55EA}"/>
                </a:ext>
              </a:extLst>
            </p:cNvPr>
            <p:cNvSpPr/>
            <p:nvPr/>
          </p:nvSpPr>
          <p:spPr>
            <a:xfrm>
              <a:off x="1056420"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15" name="Freeform 514">
              <a:extLst>
                <a:ext uri="{FF2B5EF4-FFF2-40B4-BE49-F238E27FC236}">
                  <a16:creationId xmlns:a16="http://schemas.microsoft.com/office/drawing/2014/main" id="{BFC558C6-1078-FDB6-4E0F-60F5810CD13A}"/>
                </a:ext>
              </a:extLst>
            </p:cNvPr>
            <p:cNvSpPr/>
            <p:nvPr/>
          </p:nvSpPr>
          <p:spPr>
            <a:xfrm>
              <a:off x="1298032"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16" name="Freeform 515">
              <a:extLst>
                <a:ext uri="{FF2B5EF4-FFF2-40B4-BE49-F238E27FC236}">
                  <a16:creationId xmlns:a16="http://schemas.microsoft.com/office/drawing/2014/main" id="{1AC5A3ED-D8C1-9612-C71F-92EF11992E4B}"/>
                </a:ext>
              </a:extLst>
            </p:cNvPr>
            <p:cNvSpPr/>
            <p:nvPr/>
          </p:nvSpPr>
          <p:spPr>
            <a:xfrm>
              <a:off x="1298032"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17" name="Freeform 516">
              <a:extLst>
                <a:ext uri="{FF2B5EF4-FFF2-40B4-BE49-F238E27FC236}">
                  <a16:creationId xmlns:a16="http://schemas.microsoft.com/office/drawing/2014/main" id="{A5B599C1-B826-9214-61B0-425E8DB25FE4}"/>
                </a:ext>
              </a:extLst>
            </p:cNvPr>
            <p:cNvSpPr/>
            <p:nvPr/>
          </p:nvSpPr>
          <p:spPr>
            <a:xfrm>
              <a:off x="1559827"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18" name="Freeform 517">
              <a:extLst>
                <a:ext uri="{FF2B5EF4-FFF2-40B4-BE49-F238E27FC236}">
                  <a16:creationId xmlns:a16="http://schemas.microsoft.com/office/drawing/2014/main" id="{E6A4A17D-F2A9-5215-0C17-696564F3A880}"/>
                </a:ext>
              </a:extLst>
            </p:cNvPr>
            <p:cNvSpPr/>
            <p:nvPr/>
          </p:nvSpPr>
          <p:spPr>
            <a:xfrm>
              <a:off x="1559827" y="5285096"/>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4 w 116549"/>
                <a:gd name="connsiteY4" fmla="*/ 571691 h 588697"/>
                <a:gd name="connsiteX5" fmla="*/ 102604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4" y="571691"/>
                  </a:lnTo>
                  <a:lnTo>
                    <a:pt x="102604" y="0"/>
                  </a:lnTo>
                  <a:lnTo>
                    <a:pt x="116549" y="0"/>
                  </a:lnTo>
                  <a:close/>
                </a:path>
              </a:pathLst>
            </a:custGeom>
            <a:solidFill>
              <a:srgbClr val="A3715E"/>
            </a:solidFill>
            <a:ln w="0" cap="flat">
              <a:noFill/>
              <a:prstDash val="solid"/>
              <a:miter/>
            </a:ln>
          </p:spPr>
          <p:txBody>
            <a:bodyPr rtlCol="0" anchor="ctr"/>
            <a:lstStyle/>
            <a:p>
              <a:endParaRPr lang="en-US"/>
            </a:p>
          </p:txBody>
        </p:sp>
        <p:sp>
          <p:nvSpPr>
            <p:cNvPr id="519" name="Freeform 518">
              <a:extLst>
                <a:ext uri="{FF2B5EF4-FFF2-40B4-BE49-F238E27FC236}">
                  <a16:creationId xmlns:a16="http://schemas.microsoft.com/office/drawing/2014/main" id="{1ED7C382-3F9C-460E-3F9A-5C27FF931F9B}"/>
                </a:ext>
              </a:extLst>
            </p:cNvPr>
            <p:cNvSpPr/>
            <p:nvPr/>
          </p:nvSpPr>
          <p:spPr>
            <a:xfrm>
              <a:off x="1821549"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20" name="Freeform 519">
              <a:extLst>
                <a:ext uri="{FF2B5EF4-FFF2-40B4-BE49-F238E27FC236}">
                  <a16:creationId xmlns:a16="http://schemas.microsoft.com/office/drawing/2014/main" id="{DB9ED4E6-D21D-213A-2447-3B22F94BA83D}"/>
                </a:ext>
              </a:extLst>
            </p:cNvPr>
            <p:cNvSpPr/>
            <p:nvPr/>
          </p:nvSpPr>
          <p:spPr>
            <a:xfrm>
              <a:off x="1821549"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21" name="Freeform 520">
              <a:extLst>
                <a:ext uri="{FF2B5EF4-FFF2-40B4-BE49-F238E27FC236}">
                  <a16:creationId xmlns:a16="http://schemas.microsoft.com/office/drawing/2014/main" id="{D62D4CA5-D087-5781-08A3-63B9ED8B621E}"/>
                </a:ext>
              </a:extLst>
            </p:cNvPr>
            <p:cNvSpPr/>
            <p:nvPr/>
          </p:nvSpPr>
          <p:spPr>
            <a:xfrm>
              <a:off x="2063161"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22" name="Freeform 521">
              <a:extLst>
                <a:ext uri="{FF2B5EF4-FFF2-40B4-BE49-F238E27FC236}">
                  <a16:creationId xmlns:a16="http://schemas.microsoft.com/office/drawing/2014/main" id="{4B064C8F-D926-4615-9E7B-410E839B0C12}"/>
                </a:ext>
              </a:extLst>
            </p:cNvPr>
            <p:cNvSpPr/>
            <p:nvPr/>
          </p:nvSpPr>
          <p:spPr>
            <a:xfrm>
              <a:off x="2063161"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23" name="Freeform 522">
              <a:extLst>
                <a:ext uri="{FF2B5EF4-FFF2-40B4-BE49-F238E27FC236}">
                  <a16:creationId xmlns:a16="http://schemas.microsoft.com/office/drawing/2014/main" id="{8EB92C7A-401D-9BA9-ABC0-D67434324846}"/>
                </a:ext>
              </a:extLst>
            </p:cNvPr>
            <p:cNvSpPr/>
            <p:nvPr/>
          </p:nvSpPr>
          <p:spPr>
            <a:xfrm>
              <a:off x="2324883"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24" name="Freeform 523">
              <a:extLst>
                <a:ext uri="{FF2B5EF4-FFF2-40B4-BE49-F238E27FC236}">
                  <a16:creationId xmlns:a16="http://schemas.microsoft.com/office/drawing/2014/main" id="{E9C73366-27E5-9AA8-D9B8-9794F77212E6}"/>
                </a:ext>
              </a:extLst>
            </p:cNvPr>
            <p:cNvSpPr/>
            <p:nvPr/>
          </p:nvSpPr>
          <p:spPr>
            <a:xfrm>
              <a:off x="2324883"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25" name="Freeform 524">
              <a:extLst>
                <a:ext uri="{FF2B5EF4-FFF2-40B4-BE49-F238E27FC236}">
                  <a16:creationId xmlns:a16="http://schemas.microsoft.com/office/drawing/2014/main" id="{8D77F88D-53B2-9B74-AF06-64699EACB218}"/>
                </a:ext>
              </a:extLst>
            </p:cNvPr>
            <p:cNvSpPr/>
            <p:nvPr/>
          </p:nvSpPr>
          <p:spPr>
            <a:xfrm>
              <a:off x="2586605"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26" name="Freeform 525">
              <a:extLst>
                <a:ext uri="{FF2B5EF4-FFF2-40B4-BE49-F238E27FC236}">
                  <a16:creationId xmlns:a16="http://schemas.microsoft.com/office/drawing/2014/main" id="{AFF57359-50E9-924B-C754-3E9C196A4D75}"/>
                </a:ext>
              </a:extLst>
            </p:cNvPr>
            <p:cNvSpPr/>
            <p:nvPr/>
          </p:nvSpPr>
          <p:spPr>
            <a:xfrm>
              <a:off x="2586605"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27" name="Freeform 526">
              <a:extLst>
                <a:ext uri="{FF2B5EF4-FFF2-40B4-BE49-F238E27FC236}">
                  <a16:creationId xmlns:a16="http://schemas.microsoft.com/office/drawing/2014/main" id="{5A5BE431-604F-9B97-5268-B97C388BAF8E}"/>
                </a:ext>
              </a:extLst>
            </p:cNvPr>
            <p:cNvSpPr/>
            <p:nvPr/>
          </p:nvSpPr>
          <p:spPr>
            <a:xfrm>
              <a:off x="2828217"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28" name="Freeform 527">
              <a:extLst>
                <a:ext uri="{FF2B5EF4-FFF2-40B4-BE49-F238E27FC236}">
                  <a16:creationId xmlns:a16="http://schemas.microsoft.com/office/drawing/2014/main" id="{0A976088-51F1-DEF3-27F7-F7C7B4604763}"/>
                </a:ext>
              </a:extLst>
            </p:cNvPr>
            <p:cNvSpPr/>
            <p:nvPr/>
          </p:nvSpPr>
          <p:spPr>
            <a:xfrm>
              <a:off x="2828218" y="5285096"/>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529" name="Freeform 528">
              <a:extLst>
                <a:ext uri="{FF2B5EF4-FFF2-40B4-BE49-F238E27FC236}">
                  <a16:creationId xmlns:a16="http://schemas.microsoft.com/office/drawing/2014/main" id="{70DE0CC1-216F-41E5-A203-B654570B0774}"/>
                </a:ext>
              </a:extLst>
            </p:cNvPr>
            <p:cNvSpPr/>
            <p:nvPr/>
          </p:nvSpPr>
          <p:spPr>
            <a:xfrm>
              <a:off x="3089939"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30" name="Freeform 529">
              <a:extLst>
                <a:ext uri="{FF2B5EF4-FFF2-40B4-BE49-F238E27FC236}">
                  <a16:creationId xmlns:a16="http://schemas.microsoft.com/office/drawing/2014/main" id="{67B26AB2-A262-8CEF-C0E8-1A14D519C462}"/>
                </a:ext>
              </a:extLst>
            </p:cNvPr>
            <p:cNvSpPr/>
            <p:nvPr/>
          </p:nvSpPr>
          <p:spPr>
            <a:xfrm>
              <a:off x="3089940" y="5285096"/>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531" name="Freeform 530">
              <a:extLst>
                <a:ext uri="{FF2B5EF4-FFF2-40B4-BE49-F238E27FC236}">
                  <a16:creationId xmlns:a16="http://schemas.microsoft.com/office/drawing/2014/main" id="{C487D4D7-0A57-F508-B3D4-5543E1392970}"/>
                </a:ext>
              </a:extLst>
            </p:cNvPr>
            <p:cNvSpPr/>
            <p:nvPr/>
          </p:nvSpPr>
          <p:spPr>
            <a:xfrm>
              <a:off x="3351661"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32" name="Freeform 531">
              <a:extLst>
                <a:ext uri="{FF2B5EF4-FFF2-40B4-BE49-F238E27FC236}">
                  <a16:creationId xmlns:a16="http://schemas.microsoft.com/office/drawing/2014/main" id="{41EB92DB-E241-A380-7307-F6AD5E419BAD}"/>
                </a:ext>
              </a:extLst>
            </p:cNvPr>
            <p:cNvSpPr/>
            <p:nvPr/>
          </p:nvSpPr>
          <p:spPr>
            <a:xfrm>
              <a:off x="3351661"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33" name="Freeform 532">
              <a:extLst>
                <a:ext uri="{FF2B5EF4-FFF2-40B4-BE49-F238E27FC236}">
                  <a16:creationId xmlns:a16="http://schemas.microsoft.com/office/drawing/2014/main" id="{5A603F85-D7F9-7948-BC1C-0704ED88F003}"/>
                </a:ext>
              </a:extLst>
            </p:cNvPr>
            <p:cNvSpPr/>
            <p:nvPr/>
          </p:nvSpPr>
          <p:spPr>
            <a:xfrm>
              <a:off x="3593274"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34" name="Freeform 533">
              <a:extLst>
                <a:ext uri="{FF2B5EF4-FFF2-40B4-BE49-F238E27FC236}">
                  <a16:creationId xmlns:a16="http://schemas.microsoft.com/office/drawing/2014/main" id="{87A1DD90-6FE1-F816-4A4F-D37A9A8DE133}"/>
                </a:ext>
              </a:extLst>
            </p:cNvPr>
            <p:cNvSpPr/>
            <p:nvPr/>
          </p:nvSpPr>
          <p:spPr>
            <a:xfrm>
              <a:off x="3593274"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35" name="Freeform 534">
              <a:extLst>
                <a:ext uri="{FF2B5EF4-FFF2-40B4-BE49-F238E27FC236}">
                  <a16:creationId xmlns:a16="http://schemas.microsoft.com/office/drawing/2014/main" id="{74E4E3F7-2768-EF31-B866-5E0783876AAF}"/>
                </a:ext>
              </a:extLst>
            </p:cNvPr>
            <p:cNvSpPr/>
            <p:nvPr/>
          </p:nvSpPr>
          <p:spPr>
            <a:xfrm>
              <a:off x="3855069"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36" name="Freeform 535">
              <a:extLst>
                <a:ext uri="{FF2B5EF4-FFF2-40B4-BE49-F238E27FC236}">
                  <a16:creationId xmlns:a16="http://schemas.microsoft.com/office/drawing/2014/main" id="{F2376993-74A6-706C-C8F0-240F3161B176}"/>
                </a:ext>
              </a:extLst>
            </p:cNvPr>
            <p:cNvSpPr/>
            <p:nvPr/>
          </p:nvSpPr>
          <p:spPr>
            <a:xfrm>
              <a:off x="3855069" y="5285096"/>
              <a:ext cx="116549" cy="588697"/>
            </a:xfrm>
            <a:custGeom>
              <a:avLst/>
              <a:gdLst>
                <a:gd name="connsiteX0" fmla="*/ 116549 w 116549"/>
                <a:gd name="connsiteY0" fmla="*/ 0 h 588697"/>
                <a:gd name="connsiteX1" fmla="*/ 116549 w 116549"/>
                <a:gd name="connsiteY1" fmla="*/ 588697 h 588697"/>
                <a:gd name="connsiteX2" fmla="*/ 0 w 116549"/>
                <a:gd name="connsiteY2" fmla="*/ 588697 h 588697"/>
                <a:gd name="connsiteX3" fmla="*/ 0 w 116549"/>
                <a:gd name="connsiteY3" fmla="*/ 571691 h 588697"/>
                <a:gd name="connsiteX4" fmla="*/ 102604 w 116549"/>
                <a:gd name="connsiteY4" fmla="*/ 571691 h 588697"/>
                <a:gd name="connsiteX5" fmla="*/ 102604 w 116549"/>
                <a:gd name="connsiteY5" fmla="*/ 0 h 588697"/>
                <a:gd name="connsiteX6" fmla="*/ 116549 w 116549"/>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49" h="588697">
                  <a:moveTo>
                    <a:pt x="116549" y="0"/>
                  </a:moveTo>
                  <a:lnTo>
                    <a:pt x="116549" y="588697"/>
                  </a:lnTo>
                  <a:lnTo>
                    <a:pt x="0" y="588697"/>
                  </a:lnTo>
                  <a:lnTo>
                    <a:pt x="0" y="571691"/>
                  </a:lnTo>
                  <a:lnTo>
                    <a:pt x="102604" y="571691"/>
                  </a:lnTo>
                  <a:lnTo>
                    <a:pt x="102604" y="0"/>
                  </a:lnTo>
                  <a:lnTo>
                    <a:pt x="116549" y="0"/>
                  </a:lnTo>
                  <a:close/>
                </a:path>
              </a:pathLst>
            </a:custGeom>
            <a:solidFill>
              <a:srgbClr val="A3715E"/>
            </a:solidFill>
            <a:ln w="0" cap="flat">
              <a:noFill/>
              <a:prstDash val="solid"/>
              <a:miter/>
            </a:ln>
          </p:spPr>
          <p:txBody>
            <a:bodyPr rtlCol="0" anchor="ctr"/>
            <a:lstStyle/>
            <a:p>
              <a:endParaRPr lang="en-US"/>
            </a:p>
          </p:txBody>
        </p:sp>
        <p:sp>
          <p:nvSpPr>
            <p:cNvPr id="537" name="Freeform 536">
              <a:extLst>
                <a:ext uri="{FF2B5EF4-FFF2-40B4-BE49-F238E27FC236}">
                  <a16:creationId xmlns:a16="http://schemas.microsoft.com/office/drawing/2014/main" id="{5DA0661A-4454-0E26-FAF6-C85D26384AD0}"/>
                </a:ext>
              </a:extLst>
            </p:cNvPr>
            <p:cNvSpPr/>
            <p:nvPr/>
          </p:nvSpPr>
          <p:spPr>
            <a:xfrm>
              <a:off x="4116791" y="5285096"/>
              <a:ext cx="116622" cy="588697"/>
            </a:xfrm>
            <a:custGeom>
              <a:avLst/>
              <a:gdLst>
                <a:gd name="connsiteX0" fmla="*/ 0 w 116622"/>
                <a:gd name="connsiteY0" fmla="*/ 0 h 588697"/>
                <a:gd name="connsiteX1" fmla="*/ 116622 w 116622"/>
                <a:gd name="connsiteY1" fmla="*/ 0 h 588697"/>
                <a:gd name="connsiteX2" fmla="*/ 116622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2" y="0"/>
                  </a:lnTo>
                  <a:lnTo>
                    <a:pt x="116622" y="588697"/>
                  </a:lnTo>
                  <a:lnTo>
                    <a:pt x="0" y="588697"/>
                  </a:lnTo>
                  <a:close/>
                </a:path>
              </a:pathLst>
            </a:custGeom>
            <a:solidFill>
              <a:srgbClr val="B68A74"/>
            </a:solidFill>
            <a:ln w="0" cap="flat">
              <a:noFill/>
              <a:prstDash val="solid"/>
              <a:miter/>
            </a:ln>
          </p:spPr>
          <p:txBody>
            <a:bodyPr rtlCol="0" anchor="ctr"/>
            <a:lstStyle/>
            <a:p>
              <a:endParaRPr lang="en-US"/>
            </a:p>
          </p:txBody>
        </p:sp>
        <p:sp>
          <p:nvSpPr>
            <p:cNvPr id="538" name="Freeform 537">
              <a:extLst>
                <a:ext uri="{FF2B5EF4-FFF2-40B4-BE49-F238E27FC236}">
                  <a16:creationId xmlns:a16="http://schemas.microsoft.com/office/drawing/2014/main" id="{5D0DD700-4D3A-3374-624F-86928F90C80E}"/>
                </a:ext>
              </a:extLst>
            </p:cNvPr>
            <p:cNvSpPr/>
            <p:nvPr/>
          </p:nvSpPr>
          <p:spPr>
            <a:xfrm>
              <a:off x="4116791" y="5285096"/>
              <a:ext cx="116622" cy="588697"/>
            </a:xfrm>
            <a:custGeom>
              <a:avLst/>
              <a:gdLst>
                <a:gd name="connsiteX0" fmla="*/ 116622 w 116622"/>
                <a:gd name="connsiteY0" fmla="*/ 0 h 588697"/>
                <a:gd name="connsiteX1" fmla="*/ 116622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2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2" y="0"/>
                  </a:moveTo>
                  <a:lnTo>
                    <a:pt x="116622" y="588697"/>
                  </a:lnTo>
                  <a:lnTo>
                    <a:pt x="0" y="588697"/>
                  </a:lnTo>
                  <a:lnTo>
                    <a:pt x="0" y="571691"/>
                  </a:lnTo>
                  <a:lnTo>
                    <a:pt x="102604" y="571691"/>
                  </a:lnTo>
                  <a:lnTo>
                    <a:pt x="102604" y="0"/>
                  </a:lnTo>
                  <a:lnTo>
                    <a:pt x="116622" y="0"/>
                  </a:lnTo>
                  <a:close/>
                </a:path>
              </a:pathLst>
            </a:custGeom>
            <a:solidFill>
              <a:srgbClr val="A3715E"/>
            </a:solidFill>
            <a:ln w="0" cap="flat">
              <a:noFill/>
              <a:prstDash val="solid"/>
              <a:miter/>
            </a:ln>
          </p:spPr>
          <p:txBody>
            <a:bodyPr rtlCol="0" anchor="ctr"/>
            <a:lstStyle/>
            <a:p>
              <a:endParaRPr lang="en-US"/>
            </a:p>
          </p:txBody>
        </p:sp>
        <p:sp>
          <p:nvSpPr>
            <p:cNvPr id="539" name="Freeform 538">
              <a:extLst>
                <a:ext uri="{FF2B5EF4-FFF2-40B4-BE49-F238E27FC236}">
                  <a16:creationId xmlns:a16="http://schemas.microsoft.com/office/drawing/2014/main" id="{393EA323-0D68-62AA-2D1A-4B2A0685AEBB}"/>
                </a:ext>
              </a:extLst>
            </p:cNvPr>
            <p:cNvSpPr/>
            <p:nvPr/>
          </p:nvSpPr>
          <p:spPr>
            <a:xfrm>
              <a:off x="4358403"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40" name="Freeform 539">
              <a:extLst>
                <a:ext uri="{FF2B5EF4-FFF2-40B4-BE49-F238E27FC236}">
                  <a16:creationId xmlns:a16="http://schemas.microsoft.com/office/drawing/2014/main" id="{7C588F01-AF39-F275-4677-30052AC91AAA}"/>
                </a:ext>
              </a:extLst>
            </p:cNvPr>
            <p:cNvSpPr/>
            <p:nvPr/>
          </p:nvSpPr>
          <p:spPr>
            <a:xfrm>
              <a:off x="4358403"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41" name="Freeform 540">
              <a:extLst>
                <a:ext uri="{FF2B5EF4-FFF2-40B4-BE49-F238E27FC236}">
                  <a16:creationId xmlns:a16="http://schemas.microsoft.com/office/drawing/2014/main" id="{ED1F47B0-4F5A-8D9C-E75A-A81E6ADA41D7}"/>
                </a:ext>
              </a:extLst>
            </p:cNvPr>
            <p:cNvSpPr/>
            <p:nvPr/>
          </p:nvSpPr>
          <p:spPr>
            <a:xfrm>
              <a:off x="4620125"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42" name="Freeform 541">
              <a:extLst>
                <a:ext uri="{FF2B5EF4-FFF2-40B4-BE49-F238E27FC236}">
                  <a16:creationId xmlns:a16="http://schemas.microsoft.com/office/drawing/2014/main" id="{2EB0D268-4AE0-D808-DA88-B50713833BD2}"/>
                </a:ext>
              </a:extLst>
            </p:cNvPr>
            <p:cNvSpPr/>
            <p:nvPr/>
          </p:nvSpPr>
          <p:spPr>
            <a:xfrm>
              <a:off x="4620125"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5 w 116622"/>
                <a:gd name="connsiteY4" fmla="*/ 571691 h 588697"/>
                <a:gd name="connsiteX5" fmla="*/ 102605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5" y="571691"/>
                  </a:lnTo>
                  <a:lnTo>
                    <a:pt x="102605" y="0"/>
                  </a:lnTo>
                  <a:lnTo>
                    <a:pt x="116623" y="0"/>
                  </a:lnTo>
                  <a:close/>
                </a:path>
              </a:pathLst>
            </a:custGeom>
            <a:solidFill>
              <a:srgbClr val="A3715E"/>
            </a:solidFill>
            <a:ln w="0" cap="flat">
              <a:noFill/>
              <a:prstDash val="solid"/>
              <a:miter/>
            </a:ln>
          </p:spPr>
          <p:txBody>
            <a:bodyPr rtlCol="0" anchor="ctr"/>
            <a:lstStyle/>
            <a:p>
              <a:endParaRPr lang="en-US"/>
            </a:p>
          </p:txBody>
        </p:sp>
        <p:sp>
          <p:nvSpPr>
            <p:cNvPr id="543" name="Freeform 542">
              <a:extLst>
                <a:ext uri="{FF2B5EF4-FFF2-40B4-BE49-F238E27FC236}">
                  <a16:creationId xmlns:a16="http://schemas.microsoft.com/office/drawing/2014/main" id="{5CEF6398-3FFB-A42C-340B-3E98E59DEA59}"/>
                </a:ext>
              </a:extLst>
            </p:cNvPr>
            <p:cNvSpPr/>
            <p:nvPr/>
          </p:nvSpPr>
          <p:spPr>
            <a:xfrm>
              <a:off x="4881847" y="5285096"/>
              <a:ext cx="116622" cy="5886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solidFill>
              <a:srgbClr val="B68A74"/>
            </a:solidFill>
            <a:ln w="0" cap="flat">
              <a:noFill/>
              <a:prstDash val="solid"/>
              <a:miter/>
            </a:ln>
          </p:spPr>
          <p:txBody>
            <a:bodyPr rtlCol="0" anchor="ctr"/>
            <a:lstStyle/>
            <a:p>
              <a:endParaRPr lang="en-US"/>
            </a:p>
          </p:txBody>
        </p:sp>
        <p:sp>
          <p:nvSpPr>
            <p:cNvPr id="544" name="Freeform 543">
              <a:extLst>
                <a:ext uri="{FF2B5EF4-FFF2-40B4-BE49-F238E27FC236}">
                  <a16:creationId xmlns:a16="http://schemas.microsoft.com/office/drawing/2014/main" id="{8F51A994-3CF7-1785-E294-6DF2C4CBCB18}"/>
                </a:ext>
              </a:extLst>
            </p:cNvPr>
            <p:cNvSpPr/>
            <p:nvPr/>
          </p:nvSpPr>
          <p:spPr>
            <a:xfrm>
              <a:off x="4881847" y="5285096"/>
              <a:ext cx="116622" cy="5886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solidFill>
              <a:srgbClr val="A3715E"/>
            </a:solidFill>
            <a:ln w="0" cap="flat">
              <a:noFill/>
              <a:prstDash val="solid"/>
              <a:miter/>
            </a:ln>
          </p:spPr>
          <p:txBody>
            <a:bodyPr rtlCol="0" anchor="ctr"/>
            <a:lstStyle/>
            <a:p>
              <a:endParaRPr lang="en-US"/>
            </a:p>
          </p:txBody>
        </p:sp>
        <p:sp>
          <p:nvSpPr>
            <p:cNvPr id="545" name="Freeform 544">
              <a:extLst>
                <a:ext uri="{FF2B5EF4-FFF2-40B4-BE49-F238E27FC236}">
                  <a16:creationId xmlns:a16="http://schemas.microsoft.com/office/drawing/2014/main" id="{D5165EA9-9914-B28D-1398-C6EEE095F97B}"/>
                </a:ext>
              </a:extLst>
            </p:cNvPr>
            <p:cNvSpPr/>
            <p:nvPr/>
          </p:nvSpPr>
          <p:spPr>
            <a:xfrm>
              <a:off x="464867"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46" name="Freeform 545">
              <a:extLst>
                <a:ext uri="{FF2B5EF4-FFF2-40B4-BE49-F238E27FC236}">
                  <a16:creationId xmlns:a16="http://schemas.microsoft.com/office/drawing/2014/main" id="{3CC3497F-74A7-E810-A890-ADA61613DA0B}"/>
                </a:ext>
              </a:extLst>
            </p:cNvPr>
            <p:cNvSpPr/>
            <p:nvPr/>
          </p:nvSpPr>
          <p:spPr>
            <a:xfrm>
              <a:off x="464867"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47" name="Freeform 546">
              <a:extLst>
                <a:ext uri="{FF2B5EF4-FFF2-40B4-BE49-F238E27FC236}">
                  <a16:creationId xmlns:a16="http://schemas.microsoft.com/office/drawing/2014/main" id="{56F83F0D-E383-D4EF-919F-630A4C912BF0}"/>
                </a:ext>
              </a:extLst>
            </p:cNvPr>
            <p:cNvSpPr/>
            <p:nvPr/>
          </p:nvSpPr>
          <p:spPr>
            <a:xfrm>
              <a:off x="1229996"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48" name="Freeform 547">
              <a:extLst>
                <a:ext uri="{FF2B5EF4-FFF2-40B4-BE49-F238E27FC236}">
                  <a16:creationId xmlns:a16="http://schemas.microsoft.com/office/drawing/2014/main" id="{840D8848-70C5-4C41-F531-CA79F8560FF4}"/>
                </a:ext>
              </a:extLst>
            </p:cNvPr>
            <p:cNvSpPr/>
            <p:nvPr/>
          </p:nvSpPr>
          <p:spPr>
            <a:xfrm>
              <a:off x="1229996"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49" name="Freeform 548">
              <a:extLst>
                <a:ext uri="{FF2B5EF4-FFF2-40B4-BE49-F238E27FC236}">
                  <a16:creationId xmlns:a16="http://schemas.microsoft.com/office/drawing/2014/main" id="{C19EC392-9E07-F708-00FE-C7F5AD197AFD}"/>
                </a:ext>
              </a:extLst>
            </p:cNvPr>
            <p:cNvSpPr/>
            <p:nvPr/>
          </p:nvSpPr>
          <p:spPr>
            <a:xfrm>
              <a:off x="1995052"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0" name="Freeform 549">
              <a:extLst>
                <a:ext uri="{FF2B5EF4-FFF2-40B4-BE49-F238E27FC236}">
                  <a16:creationId xmlns:a16="http://schemas.microsoft.com/office/drawing/2014/main" id="{550C7E95-0789-7C66-4E96-FB92E31D3B9B}"/>
                </a:ext>
              </a:extLst>
            </p:cNvPr>
            <p:cNvSpPr/>
            <p:nvPr/>
          </p:nvSpPr>
          <p:spPr>
            <a:xfrm>
              <a:off x="1995052"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1" name="Freeform 550">
              <a:extLst>
                <a:ext uri="{FF2B5EF4-FFF2-40B4-BE49-F238E27FC236}">
                  <a16:creationId xmlns:a16="http://schemas.microsoft.com/office/drawing/2014/main" id="{EF222C20-F8AF-7AAD-B57D-AED917563F3F}"/>
                </a:ext>
              </a:extLst>
            </p:cNvPr>
            <p:cNvSpPr/>
            <p:nvPr/>
          </p:nvSpPr>
          <p:spPr>
            <a:xfrm>
              <a:off x="2760108"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2" name="Freeform 551">
              <a:extLst>
                <a:ext uri="{FF2B5EF4-FFF2-40B4-BE49-F238E27FC236}">
                  <a16:creationId xmlns:a16="http://schemas.microsoft.com/office/drawing/2014/main" id="{D56126AF-A921-B1FF-F128-B00253B0E8BE}"/>
                </a:ext>
              </a:extLst>
            </p:cNvPr>
            <p:cNvSpPr/>
            <p:nvPr/>
          </p:nvSpPr>
          <p:spPr>
            <a:xfrm>
              <a:off x="2760108"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3" name="Freeform 552">
              <a:extLst>
                <a:ext uri="{FF2B5EF4-FFF2-40B4-BE49-F238E27FC236}">
                  <a16:creationId xmlns:a16="http://schemas.microsoft.com/office/drawing/2014/main" id="{27850F6C-3600-4964-BF7F-746F37E3F681}"/>
                </a:ext>
              </a:extLst>
            </p:cNvPr>
            <p:cNvSpPr/>
            <p:nvPr/>
          </p:nvSpPr>
          <p:spPr>
            <a:xfrm>
              <a:off x="3525238"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4" name="Freeform 553">
              <a:extLst>
                <a:ext uri="{FF2B5EF4-FFF2-40B4-BE49-F238E27FC236}">
                  <a16:creationId xmlns:a16="http://schemas.microsoft.com/office/drawing/2014/main" id="{C262E3A5-44D6-7B48-31E3-F27241CEAD58}"/>
                </a:ext>
              </a:extLst>
            </p:cNvPr>
            <p:cNvSpPr/>
            <p:nvPr/>
          </p:nvSpPr>
          <p:spPr>
            <a:xfrm>
              <a:off x="3525238"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5" name="Freeform 554">
              <a:extLst>
                <a:ext uri="{FF2B5EF4-FFF2-40B4-BE49-F238E27FC236}">
                  <a16:creationId xmlns:a16="http://schemas.microsoft.com/office/drawing/2014/main" id="{C4782303-0C54-02BE-43B9-3030D112D73B}"/>
                </a:ext>
              </a:extLst>
            </p:cNvPr>
            <p:cNvSpPr/>
            <p:nvPr/>
          </p:nvSpPr>
          <p:spPr>
            <a:xfrm>
              <a:off x="4290294" y="5751157"/>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6" name="Freeform 555">
              <a:extLst>
                <a:ext uri="{FF2B5EF4-FFF2-40B4-BE49-F238E27FC236}">
                  <a16:creationId xmlns:a16="http://schemas.microsoft.com/office/drawing/2014/main" id="{E0EC9AFA-8A40-DB98-EBE6-1887B3E2F927}"/>
                </a:ext>
              </a:extLst>
            </p:cNvPr>
            <p:cNvSpPr/>
            <p:nvPr/>
          </p:nvSpPr>
          <p:spPr>
            <a:xfrm>
              <a:off x="4290294" y="5365730"/>
              <a:ext cx="765056" cy="42075"/>
            </a:xfrm>
            <a:custGeom>
              <a:avLst/>
              <a:gdLst>
                <a:gd name="connsiteX0" fmla="*/ 0 w 765056"/>
                <a:gd name="connsiteY0" fmla="*/ 0 h 42075"/>
                <a:gd name="connsiteX1" fmla="*/ 765056 w 765056"/>
                <a:gd name="connsiteY1" fmla="*/ 0 h 42075"/>
                <a:gd name="connsiteX2" fmla="*/ 765056 w 765056"/>
                <a:gd name="connsiteY2" fmla="*/ 42076 h 42075"/>
                <a:gd name="connsiteX3" fmla="*/ 0 w 765056"/>
                <a:gd name="connsiteY3" fmla="*/ 42076 h 42075"/>
              </a:gdLst>
              <a:ahLst/>
              <a:cxnLst>
                <a:cxn ang="0">
                  <a:pos x="connsiteX0" y="connsiteY0"/>
                </a:cxn>
                <a:cxn ang="0">
                  <a:pos x="connsiteX1" y="connsiteY1"/>
                </a:cxn>
                <a:cxn ang="0">
                  <a:pos x="connsiteX2" y="connsiteY2"/>
                </a:cxn>
                <a:cxn ang="0">
                  <a:pos x="connsiteX3" y="connsiteY3"/>
                </a:cxn>
              </a:cxnLst>
              <a:rect l="l" t="t" r="r" b="b"/>
              <a:pathLst>
                <a:path w="765056" h="42075">
                  <a:moveTo>
                    <a:pt x="0" y="0"/>
                  </a:moveTo>
                  <a:lnTo>
                    <a:pt x="765056" y="0"/>
                  </a:lnTo>
                  <a:lnTo>
                    <a:pt x="765056" y="42076"/>
                  </a:lnTo>
                  <a:lnTo>
                    <a:pt x="0" y="42076"/>
                  </a:lnTo>
                  <a:close/>
                </a:path>
              </a:pathLst>
            </a:custGeom>
            <a:solidFill>
              <a:srgbClr val="727A99"/>
            </a:solidFill>
            <a:ln w="0" cap="flat">
              <a:noFill/>
              <a:prstDash val="solid"/>
              <a:miter/>
            </a:ln>
          </p:spPr>
          <p:txBody>
            <a:bodyPr rtlCol="0" anchor="ctr"/>
            <a:lstStyle/>
            <a:p>
              <a:endParaRPr lang="en-US"/>
            </a:p>
          </p:txBody>
        </p:sp>
        <p:sp>
          <p:nvSpPr>
            <p:cNvPr id="557" name="Freeform 556">
              <a:extLst>
                <a:ext uri="{FF2B5EF4-FFF2-40B4-BE49-F238E27FC236}">
                  <a16:creationId xmlns:a16="http://schemas.microsoft.com/office/drawing/2014/main" id="{B1BA4B22-C0C3-58F8-4643-B3B43621286D}"/>
                </a:ext>
              </a:extLst>
            </p:cNvPr>
            <p:cNvSpPr/>
            <p:nvPr/>
          </p:nvSpPr>
          <p:spPr>
            <a:xfrm>
              <a:off x="464867"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58" name="Freeform 557">
              <a:extLst>
                <a:ext uri="{FF2B5EF4-FFF2-40B4-BE49-F238E27FC236}">
                  <a16:creationId xmlns:a16="http://schemas.microsoft.com/office/drawing/2014/main" id="{1C85EDDA-DD6E-0946-9008-F9D205738B1D}"/>
                </a:ext>
              </a:extLst>
            </p:cNvPr>
            <p:cNvSpPr/>
            <p:nvPr/>
          </p:nvSpPr>
          <p:spPr>
            <a:xfrm>
              <a:off x="464867"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59" name="Freeform 558">
              <a:extLst>
                <a:ext uri="{FF2B5EF4-FFF2-40B4-BE49-F238E27FC236}">
                  <a16:creationId xmlns:a16="http://schemas.microsoft.com/office/drawing/2014/main" id="{D270CDE2-8684-DBF7-96F0-BDF36F221E66}"/>
                </a:ext>
              </a:extLst>
            </p:cNvPr>
            <p:cNvSpPr/>
            <p:nvPr/>
          </p:nvSpPr>
          <p:spPr>
            <a:xfrm>
              <a:off x="1229996"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0" name="Freeform 559">
              <a:extLst>
                <a:ext uri="{FF2B5EF4-FFF2-40B4-BE49-F238E27FC236}">
                  <a16:creationId xmlns:a16="http://schemas.microsoft.com/office/drawing/2014/main" id="{41AE9A54-96CF-7B1F-BBD5-0562ADD9FCFB}"/>
                </a:ext>
              </a:extLst>
            </p:cNvPr>
            <p:cNvSpPr/>
            <p:nvPr/>
          </p:nvSpPr>
          <p:spPr>
            <a:xfrm>
              <a:off x="1229996"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1" name="Freeform 560">
              <a:extLst>
                <a:ext uri="{FF2B5EF4-FFF2-40B4-BE49-F238E27FC236}">
                  <a16:creationId xmlns:a16="http://schemas.microsoft.com/office/drawing/2014/main" id="{D64CD4A6-E6F4-8184-AE64-F0C64FB31308}"/>
                </a:ext>
              </a:extLst>
            </p:cNvPr>
            <p:cNvSpPr/>
            <p:nvPr/>
          </p:nvSpPr>
          <p:spPr>
            <a:xfrm>
              <a:off x="1995052"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2" name="Freeform 561">
              <a:extLst>
                <a:ext uri="{FF2B5EF4-FFF2-40B4-BE49-F238E27FC236}">
                  <a16:creationId xmlns:a16="http://schemas.microsoft.com/office/drawing/2014/main" id="{E1CCA788-63A1-B902-5294-E63C9004B1E1}"/>
                </a:ext>
              </a:extLst>
            </p:cNvPr>
            <p:cNvSpPr/>
            <p:nvPr/>
          </p:nvSpPr>
          <p:spPr>
            <a:xfrm>
              <a:off x="1995052"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3" name="Freeform 562">
              <a:extLst>
                <a:ext uri="{FF2B5EF4-FFF2-40B4-BE49-F238E27FC236}">
                  <a16:creationId xmlns:a16="http://schemas.microsoft.com/office/drawing/2014/main" id="{EAEC218C-85F1-967D-6812-C3FC5E511010}"/>
                </a:ext>
              </a:extLst>
            </p:cNvPr>
            <p:cNvSpPr/>
            <p:nvPr/>
          </p:nvSpPr>
          <p:spPr>
            <a:xfrm>
              <a:off x="2760108"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4" name="Freeform 563">
              <a:extLst>
                <a:ext uri="{FF2B5EF4-FFF2-40B4-BE49-F238E27FC236}">
                  <a16:creationId xmlns:a16="http://schemas.microsoft.com/office/drawing/2014/main" id="{8558FA4E-8191-7788-8A75-4A0C7D31D254}"/>
                </a:ext>
              </a:extLst>
            </p:cNvPr>
            <p:cNvSpPr/>
            <p:nvPr/>
          </p:nvSpPr>
          <p:spPr>
            <a:xfrm>
              <a:off x="2760108"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5" name="Freeform 564">
              <a:extLst>
                <a:ext uri="{FF2B5EF4-FFF2-40B4-BE49-F238E27FC236}">
                  <a16:creationId xmlns:a16="http://schemas.microsoft.com/office/drawing/2014/main" id="{21C44BF9-55B5-00C2-120B-B128FCB0D594}"/>
                </a:ext>
              </a:extLst>
            </p:cNvPr>
            <p:cNvSpPr/>
            <p:nvPr/>
          </p:nvSpPr>
          <p:spPr>
            <a:xfrm>
              <a:off x="3525238"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6" name="Freeform 565">
              <a:extLst>
                <a:ext uri="{FF2B5EF4-FFF2-40B4-BE49-F238E27FC236}">
                  <a16:creationId xmlns:a16="http://schemas.microsoft.com/office/drawing/2014/main" id="{C85FA076-A9C5-EC8A-E220-8851575A5067}"/>
                </a:ext>
              </a:extLst>
            </p:cNvPr>
            <p:cNvSpPr/>
            <p:nvPr/>
          </p:nvSpPr>
          <p:spPr>
            <a:xfrm>
              <a:off x="3525238"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7" name="Freeform 566">
              <a:extLst>
                <a:ext uri="{FF2B5EF4-FFF2-40B4-BE49-F238E27FC236}">
                  <a16:creationId xmlns:a16="http://schemas.microsoft.com/office/drawing/2014/main" id="{E394948C-D102-7E63-0D5F-1A2A53E0E3FF}"/>
                </a:ext>
              </a:extLst>
            </p:cNvPr>
            <p:cNvSpPr/>
            <p:nvPr/>
          </p:nvSpPr>
          <p:spPr>
            <a:xfrm>
              <a:off x="4290294" y="5386035"/>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sp>
          <p:nvSpPr>
            <p:cNvPr id="568" name="Freeform 567">
              <a:extLst>
                <a:ext uri="{FF2B5EF4-FFF2-40B4-BE49-F238E27FC236}">
                  <a16:creationId xmlns:a16="http://schemas.microsoft.com/office/drawing/2014/main" id="{EF9EBAA5-846E-B5B9-0858-0A2E22306C8A}"/>
                </a:ext>
              </a:extLst>
            </p:cNvPr>
            <p:cNvSpPr/>
            <p:nvPr/>
          </p:nvSpPr>
          <p:spPr>
            <a:xfrm>
              <a:off x="4290294" y="5770949"/>
              <a:ext cx="765056" cy="13414"/>
            </a:xfrm>
            <a:custGeom>
              <a:avLst/>
              <a:gdLst>
                <a:gd name="connsiteX0" fmla="*/ 0 w 765056"/>
                <a:gd name="connsiteY0" fmla="*/ 0 h 13414"/>
                <a:gd name="connsiteX1" fmla="*/ 765056 w 765056"/>
                <a:gd name="connsiteY1" fmla="*/ 0 h 13414"/>
                <a:gd name="connsiteX2" fmla="*/ 765056 w 765056"/>
                <a:gd name="connsiteY2" fmla="*/ 13415 h 13414"/>
                <a:gd name="connsiteX3" fmla="*/ 0 w 765056"/>
                <a:gd name="connsiteY3" fmla="*/ 13415 h 13414"/>
              </a:gdLst>
              <a:ahLst/>
              <a:cxnLst>
                <a:cxn ang="0">
                  <a:pos x="connsiteX0" y="connsiteY0"/>
                </a:cxn>
                <a:cxn ang="0">
                  <a:pos x="connsiteX1" y="connsiteY1"/>
                </a:cxn>
                <a:cxn ang="0">
                  <a:pos x="connsiteX2" y="connsiteY2"/>
                </a:cxn>
                <a:cxn ang="0">
                  <a:pos x="connsiteX3" y="connsiteY3"/>
                </a:cxn>
              </a:cxnLst>
              <a:rect l="l" t="t" r="r" b="b"/>
              <a:pathLst>
                <a:path w="765056" h="13414">
                  <a:moveTo>
                    <a:pt x="0" y="0"/>
                  </a:moveTo>
                  <a:lnTo>
                    <a:pt x="765056" y="0"/>
                  </a:lnTo>
                  <a:lnTo>
                    <a:pt x="765056" y="13415"/>
                  </a:lnTo>
                  <a:lnTo>
                    <a:pt x="0" y="13415"/>
                  </a:lnTo>
                  <a:close/>
                </a:path>
              </a:pathLst>
            </a:custGeom>
            <a:solidFill>
              <a:srgbClr val="ACB3C7"/>
            </a:solidFill>
            <a:ln w="0" cap="flat">
              <a:noFill/>
              <a:prstDash val="solid"/>
              <a:miter/>
            </a:ln>
          </p:spPr>
          <p:txBody>
            <a:bodyPr rtlCol="0" anchor="ctr"/>
            <a:lstStyle/>
            <a:p>
              <a:endParaRPr lang="en-US"/>
            </a:p>
          </p:txBody>
        </p:sp>
      </p:grpSp>
      <p:grpSp>
        <p:nvGrpSpPr>
          <p:cNvPr id="644" name="Group 643">
            <a:extLst>
              <a:ext uri="{FF2B5EF4-FFF2-40B4-BE49-F238E27FC236}">
                <a16:creationId xmlns:a16="http://schemas.microsoft.com/office/drawing/2014/main" id="{4CA2823C-B45E-08FA-2802-79A0F3C3097D}"/>
              </a:ext>
            </a:extLst>
          </p:cNvPr>
          <p:cNvGrpSpPr/>
          <p:nvPr/>
        </p:nvGrpSpPr>
        <p:grpSpPr>
          <a:xfrm>
            <a:off x="1199077" y="1249546"/>
            <a:ext cx="663411" cy="1074748"/>
            <a:chOff x="811372" y="1398994"/>
            <a:chExt cx="663411" cy="567495"/>
          </a:xfrm>
        </p:grpSpPr>
        <p:grpSp>
          <p:nvGrpSpPr>
            <p:cNvPr id="631" name="Group 630">
              <a:extLst>
                <a:ext uri="{FF2B5EF4-FFF2-40B4-BE49-F238E27FC236}">
                  <a16:creationId xmlns:a16="http://schemas.microsoft.com/office/drawing/2014/main" id="{381E2746-603F-B2D2-685E-A9E82D000AC1}"/>
                </a:ext>
              </a:extLst>
            </p:cNvPr>
            <p:cNvGrpSpPr/>
            <p:nvPr/>
          </p:nvGrpSpPr>
          <p:grpSpPr>
            <a:xfrm>
              <a:off x="811372" y="1398994"/>
              <a:ext cx="88639" cy="567495"/>
              <a:chOff x="1923614" y="2887196"/>
              <a:chExt cx="88639" cy="442297"/>
            </a:xfrm>
            <a:solidFill>
              <a:srgbClr val="002986"/>
            </a:solidFill>
          </p:grpSpPr>
          <p:sp>
            <p:nvSpPr>
              <p:cNvPr id="583" name="Freeform 582">
                <a:extLst>
                  <a:ext uri="{FF2B5EF4-FFF2-40B4-BE49-F238E27FC236}">
                    <a16:creationId xmlns:a16="http://schemas.microsoft.com/office/drawing/2014/main" id="{F96F68A4-4D5A-45B3-71B5-47FCE7AC67B2}"/>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584" name="Freeform 583">
                <a:extLst>
                  <a:ext uri="{FF2B5EF4-FFF2-40B4-BE49-F238E27FC236}">
                    <a16:creationId xmlns:a16="http://schemas.microsoft.com/office/drawing/2014/main" id="{B8C74985-8978-0FB1-D1E9-DB2D1584915C}"/>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32" name="Group 631">
              <a:extLst>
                <a:ext uri="{FF2B5EF4-FFF2-40B4-BE49-F238E27FC236}">
                  <a16:creationId xmlns:a16="http://schemas.microsoft.com/office/drawing/2014/main" id="{A5E15267-131A-BCB6-D877-C0C58FF43252}"/>
                </a:ext>
              </a:extLst>
            </p:cNvPr>
            <p:cNvGrpSpPr/>
            <p:nvPr/>
          </p:nvGrpSpPr>
          <p:grpSpPr>
            <a:xfrm>
              <a:off x="1002963" y="1398994"/>
              <a:ext cx="88639" cy="567495"/>
              <a:chOff x="1923614" y="2887196"/>
              <a:chExt cx="88639" cy="442297"/>
            </a:xfrm>
            <a:solidFill>
              <a:srgbClr val="002986"/>
            </a:solidFill>
          </p:grpSpPr>
          <p:sp>
            <p:nvSpPr>
              <p:cNvPr id="633" name="Freeform 632">
                <a:extLst>
                  <a:ext uri="{FF2B5EF4-FFF2-40B4-BE49-F238E27FC236}">
                    <a16:creationId xmlns:a16="http://schemas.microsoft.com/office/drawing/2014/main" id="{B988F4FB-B022-12C0-6040-3D2BF6568460}"/>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34" name="Freeform 633">
                <a:extLst>
                  <a:ext uri="{FF2B5EF4-FFF2-40B4-BE49-F238E27FC236}">
                    <a16:creationId xmlns:a16="http://schemas.microsoft.com/office/drawing/2014/main" id="{0C8DA9E2-AEA8-A492-1AD5-968F66F0F01B}"/>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35" name="Group 634">
              <a:extLst>
                <a:ext uri="{FF2B5EF4-FFF2-40B4-BE49-F238E27FC236}">
                  <a16:creationId xmlns:a16="http://schemas.microsoft.com/office/drawing/2014/main" id="{C87571D3-EF74-7E74-E674-9F1063A0A9D5}"/>
                </a:ext>
              </a:extLst>
            </p:cNvPr>
            <p:cNvGrpSpPr/>
            <p:nvPr/>
          </p:nvGrpSpPr>
          <p:grpSpPr>
            <a:xfrm>
              <a:off x="1194554" y="1398994"/>
              <a:ext cx="88639" cy="567495"/>
              <a:chOff x="1923614" y="2887196"/>
              <a:chExt cx="88639" cy="442297"/>
            </a:xfrm>
            <a:solidFill>
              <a:srgbClr val="002986"/>
            </a:solidFill>
          </p:grpSpPr>
          <p:sp>
            <p:nvSpPr>
              <p:cNvPr id="636" name="Freeform 635">
                <a:extLst>
                  <a:ext uri="{FF2B5EF4-FFF2-40B4-BE49-F238E27FC236}">
                    <a16:creationId xmlns:a16="http://schemas.microsoft.com/office/drawing/2014/main" id="{D4AD3028-937B-6EBD-F09C-863A58F0EE61}"/>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37" name="Freeform 636">
                <a:extLst>
                  <a:ext uri="{FF2B5EF4-FFF2-40B4-BE49-F238E27FC236}">
                    <a16:creationId xmlns:a16="http://schemas.microsoft.com/office/drawing/2014/main" id="{A8EB710C-64C1-3091-6968-B1D0325C3A83}"/>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41" name="Group 640">
              <a:extLst>
                <a:ext uri="{FF2B5EF4-FFF2-40B4-BE49-F238E27FC236}">
                  <a16:creationId xmlns:a16="http://schemas.microsoft.com/office/drawing/2014/main" id="{785673AD-F024-8BD7-A59C-3020AB70C91D}"/>
                </a:ext>
              </a:extLst>
            </p:cNvPr>
            <p:cNvGrpSpPr/>
            <p:nvPr/>
          </p:nvGrpSpPr>
          <p:grpSpPr>
            <a:xfrm>
              <a:off x="1386144" y="1398994"/>
              <a:ext cx="88639" cy="567495"/>
              <a:chOff x="1923614" y="2887196"/>
              <a:chExt cx="88639" cy="442297"/>
            </a:xfrm>
            <a:solidFill>
              <a:srgbClr val="002986"/>
            </a:solidFill>
          </p:grpSpPr>
          <p:sp>
            <p:nvSpPr>
              <p:cNvPr id="642" name="Freeform 641">
                <a:extLst>
                  <a:ext uri="{FF2B5EF4-FFF2-40B4-BE49-F238E27FC236}">
                    <a16:creationId xmlns:a16="http://schemas.microsoft.com/office/drawing/2014/main" id="{B22EDA01-FA0B-B058-A590-455249C8EC37}"/>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43" name="Freeform 642">
                <a:extLst>
                  <a:ext uri="{FF2B5EF4-FFF2-40B4-BE49-F238E27FC236}">
                    <a16:creationId xmlns:a16="http://schemas.microsoft.com/office/drawing/2014/main" id="{D805DE98-3E1C-B815-5658-47FEF1EFBA84}"/>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grpSp>
        <p:nvGrpSpPr>
          <p:cNvPr id="645" name="Group 644">
            <a:extLst>
              <a:ext uri="{FF2B5EF4-FFF2-40B4-BE49-F238E27FC236}">
                <a16:creationId xmlns:a16="http://schemas.microsoft.com/office/drawing/2014/main" id="{41822544-4F44-2C7D-4F0D-F7D098AE3AB5}"/>
              </a:ext>
            </a:extLst>
          </p:cNvPr>
          <p:cNvGrpSpPr/>
          <p:nvPr/>
        </p:nvGrpSpPr>
        <p:grpSpPr>
          <a:xfrm>
            <a:off x="1203466" y="2830632"/>
            <a:ext cx="663411" cy="277937"/>
            <a:chOff x="811372" y="1398994"/>
            <a:chExt cx="663411" cy="567495"/>
          </a:xfrm>
          <a:solidFill>
            <a:srgbClr val="1990FF"/>
          </a:solidFill>
        </p:grpSpPr>
        <p:grpSp>
          <p:nvGrpSpPr>
            <p:cNvPr id="646" name="Group 645">
              <a:extLst>
                <a:ext uri="{FF2B5EF4-FFF2-40B4-BE49-F238E27FC236}">
                  <a16:creationId xmlns:a16="http://schemas.microsoft.com/office/drawing/2014/main" id="{CE237677-5ACE-A94F-F673-C7ECCB7CC4E2}"/>
                </a:ext>
              </a:extLst>
            </p:cNvPr>
            <p:cNvGrpSpPr/>
            <p:nvPr/>
          </p:nvGrpSpPr>
          <p:grpSpPr>
            <a:xfrm>
              <a:off x="811372" y="1398994"/>
              <a:ext cx="88639" cy="567495"/>
              <a:chOff x="1923614" y="2887196"/>
              <a:chExt cx="88639" cy="442297"/>
            </a:xfrm>
            <a:grpFill/>
          </p:grpSpPr>
          <p:sp>
            <p:nvSpPr>
              <p:cNvPr id="656" name="Freeform 655">
                <a:extLst>
                  <a:ext uri="{FF2B5EF4-FFF2-40B4-BE49-F238E27FC236}">
                    <a16:creationId xmlns:a16="http://schemas.microsoft.com/office/drawing/2014/main" id="{5F21E8B3-E245-BACB-16CC-A853FB5CECB1}"/>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57" name="Freeform 656">
                <a:extLst>
                  <a:ext uri="{FF2B5EF4-FFF2-40B4-BE49-F238E27FC236}">
                    <a16:creationId xmlns:a16="http://schemas.microsoft.com/office/drawing/2014/main" id="{8FD93AA5-6469-7737-6766-ED62A6FF95FC}"/>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47" name="Group 646">
              <a:extLst>
                <a:ext uri="{FF2B5EF4-FFF2-40B4-BE49-F238E27FC236}">
                  <a16:creationId xmlns:a16="http://schemas.microsoft.com/office/drawing/2014/main" id="{6D2F8D50-AC86-847C-12B9-9D4D73AC1901}"/>
                </a:ext>
              </a:extLst>
            </p:cNvPr>
            <p:cNvGrpSpPr/>
            <p:nvPr/>
          </p:nvGrpSpPr>
          <p:grpSpPr>
            <a:xfrm>
              <a:off x="1002963" y="1398994"/>
              <a:ext cx="88639" cy="567495"/>
              <a:chOff x="1923614" y="2887196"/>
              <a:chExt cx="88639" cy="442297"/>
            </a:xfrm>
            <a:grpFill/>
          </p:grpSpPr>
          <p:sp>
            <p:nvSpPr>
              <p:cNvPr id="654" name="Freeform 653">
                <a:extLst>
                  <a:ext uri="{FF2B5EF4-FFF2-40B4-BE49-F238E27FC236}">
                    <a16:creationId xmlns:a16="http://schemas.microsoft.com/office/drawing/2014/main" id="{BE96131E-1D45-F498-8A4A-76D448055405}"/>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55" name="Freeform 654">
                <a:extLst>
                  <a:ext uri="{FF2B5EF4-FFF2-40B4-BE49-F238E27FC236}">
                    <a16:creationId xmlns:a16="http://schemas.microsoft.com/office/drawing/2014/main" id="{C5528E1C-1CF9-7D2E-96C3-692ABD8EF898}"/>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48" name="Group 647">
              <a:extLst>
                <a:ext uri="{FF2B5EF4-FFF2-40B4-BE49-F238E27FC236}">
                  <a16:creationId xmlns:a16="http://schemas.microsoft.com/office/drawing/2014/main" id="{75DB3D07-FE4E-C458-F2F2-4BE24B002501}"/>
                </a:ext>
              </a:extLst>
            </p:cNvPr>
            <p:cNvGrpSpPr/>
            <p:nvPr/>
          </p:nvGrpSpPr>
          <p:grpSpPr>
            <a:xfrm>
              <a:off x="1194554" y="1398994"/>
              <a:ext cx="88639" cy="567495"/>
              <a:chOff x="1923614" y="2887196"/>
              <a:chExt cx="88639" cy="442297"/>
            </a:xfrm>
            <a:grpFill/>
          </p:grpSpPr>
          <p:sp>
            <p:nvSpPr>
              <p:cNvPr id="652" name="Freeform 651">
                <a:extLst>
                  <a:ext uri="{FF2B5EF4-FFF2-40B4-BE49-F238E27FC236}">
                    <a16:creationId xmlns:a16="http://schemas.microsoft.com/office/drawing/2014/main" id="{383F2416-45E2-AAD6-2CEC-8305A0F90BEB}"/>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53" name="Freeform 652">
                <a:extLst>
                  <a:ext uri="{FF2B5EF4-FFF2-40B4-BE49-F238E27FC236}">
                    <a16:creationId xmlns:a16="http://schemas.microsoft.com/office/drawing/2014/main" id="{FE51CD28-C9D4-12A5-4F31-5A495E5D0425}"/>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49" name="Group 648">
              <a:extLst>
                <a:ext uri="{FF2B5EF4-FFF2-40B4-BE49-F238E27FC236}">
                  <a16:creationId xmlns:a16="http://schemas.microsoft.com/office/drawing/2014/main" id="{F392F742-B587-06A9-263E-4637B5C08482}"/>
                </a:ext>
              </a:extLst>
            </p:cNvPr>
            <p:cNvGrpSpPr/>
            <p:nvPr/>
          </p:nvGrpSpPr>
          <p:grpSpPr>
            <a:xfrm>
              <a:off x="1386144" y="1398994"/>
              <a:ext cx="88639" cy="567495"/>
              <a:chOff x="1923614" y="2887196"/>
              <a:chExt cx="88639" cy="442297"/>
            </a:xfrm>
            <a:grpFill/>
          </p:grpSpPr>
          <p:sp>
            <p:nvSpPr>
              <p:cNvPr id="650" name="Freeform 649">
                <a:extLst>
                  <a:ext uri="{FF2B5EF4-FFF2-40B4-BE49-F238E27FC236}">
                    <a16:creationId xmlns:a16="http://schemas.microsoft.com/office/drawing/2014/main" id="{5A7F24E7-3F33-A633-D78B-8517BC55F820}"/>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51" name="Freeform 650">
                <a:extLst>
                  <a:ext uri="{FF2B5EF4-FFF2-40B4-BE49-F238E27FC236}">
                    <a16:creationId xmlns:a16="http://schemas.microsoft.com/office/drawing/2014/main" id="{EE6A8730-F5DE-C501-07A4-5F0ABB79A71C}"/>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sp>
        <p:nvSpPr>
          <p:cNvPr id="658" name="Rectangle 657">
            <a:extLst>
              <a:ext uri="{FF2B5EF4-FFF2-40B4-BE49-F238E27FC236}">
                <a16:creationId xmlns:a16="http://schemas.microsoft.com/office/drawing/2014/main" id="{FA9064E7-1016-BC09-D04B-003858AF371C}"/>
              </a:ext>
            </a:extLst>
          </p:cNvPr>
          <p:cNvSpPr/>
          <p:nvPr/>
        </p:nvSpPr>
        <p:spPr>
          <a:xfrm>
            <a:off x="555546" y="1330073"/>
            <a:ext cx="1937007" cy="900423"/>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a:t>
            </a:r>
            <a:endParaRPr lang="en-US" sz="1000"/>
          </a:p>
        </p:txBody>
      </p:sp>
      <p:sp>
        <p:nvSpPr>
          <p:cNvPr id="659" name="Rectangle 658">
            <a:extLst>
              <a:ext uri="{FF2B5EF4-FFF2-40B4-BE49-F238E27FC236}">
                <a16:creationId xmlns:a16="http://schemas.microsoft.com/office/drawing/2014/main" id="{6D7EE315-16D7-A75A-6472-96B5E3E49CC6}"/>
              </a:ext>
            </a:extLst>
          </p:cNvPr>
          <p:cNvSpPr/>
          <p:nvPr/>
        </p:nvSpPr>
        <p:spPr>
          <a:xfrm>
            <a:off x="555546" y="2871928"/>
            <a:ext cx="1937007" cy="184925"/>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a:t>
            </a:r>
            <a:endParaRPr lang="en-US" sz="1000"/>
          </a:p>
        </p:txBody>
      </p:sp>
      <p:sp>
        <p:nvSpPr>
          <p:cNvPr id="661" name="TextBox 660">
            <a:extLst>
              <a:ext uri="{FF2B5EF4-FFF2-40B4-BE49-F238E27FC236}">
                <a16:creationId xmlns:a16="http://schemas.microsoft.com/office/drawing/2014/main" id="{B7FF2FF2-3322-EAB4-77D8-BBC93D2C40BA}"/>
              </a:ext>
            </a:extLst>
          </p:cNvPr>
          <p:cNvSpPr txBox="1"/>
          <p:nvPr/>
        </p:nvSpPr>
        <p:spPr>
          <a:xfrm>
            <a:off x="1281859" y="2454416"/>
            <a:ext cx="479301" cy="230832"/>
          </a:xfrm>
          <a:prstGeom prst="rect">
            <a:avLst/>
          </a:prstGeom>
          <a:solidFill>
            <a:schemeClr val="bg1">
              <a:alpha val="85000"/>
            </a:schemeClr>
          </a:solidFill>
          <a:ln w="6350">
            <a:noFill/>
          </a:ln>
        </p:spPr>
        <p:txBody>
          <a:bodyPr wrap="square" tIns="0" bIns="0">
            <a:spAutoFit/>
          </a:bodyPr>
          <a:lstStyle/>
          <a:p>
            <a:pPr algn="ctr"/>
            <a:r>
              <a:rPr lang="en-US" sz="1500">
                <a:solidFill>
                  <a:srgbClr val="002A86"/>
                </a:solidFill>
                <a:latin typeface="72" panose="020B0503030000000003" pitchFamily="34" charset="0"/>
                <a:cs typeface="72 Semibold" panose="020B0603030000000003" pitchFamily="34" charset="0"/>
              </a:rPr>
              <a:t>01</a:t>
            </a:r>
            <a:endParaRPr lang="en-US" sz="1500">
              <a:latin typeface="72" panose="020B0503030000000003" pitchFamily="34" charset="0"/>
            </a:endParaRPr>
          </a:p>
        </p:txBody>
      </p:sp>
      <p:grpSp>
        <p:nvGrpSpPr>
          <p:cNvPr id="664" name="Group 663">
            <a:extLst>
              <a:ext uri="{FF2B5EF4-FFF2-40B4-BE49-F238E27FC236}">
                <a16:creationId xmlns:a16="http://schemas.microsoft.com/office/drawing/2014/main" id="{0692445C-1051-6A9F-54F8-7E57047A6906}"/>
              </a:ext>
            </a:extLst>
          </p:cNvPr>
          <p:cNvGrpSpPr/>
          <p:nvPr/>
        </p:nvGrpSpPr>
        <p:grpSpPr>
          <a:xfrm>
            <a:off x="4822208" y="1249546"/>
            <a:ext cx="663411" cy="1074748"/>
            <a:chOff x="811372" y="1398994"/>
            <a:chExt cx="663411" cy="567495"/>
          </a:xfrm>
        </p:grpSpPr>
        <p:grpSp>
          <p:nvGrpSpPr>
            <p:cNvPr id="681" name="Group 680">
              <a:extLst>
                <a:ext uri="{FF2B5EF4-FFF2-40B4-BE49-F238E27FC236}">
                  <a16:creationId xmlns:a16="http://schemas.microsoft.com/office/drawing/2014/main" id="{DFDE0837-FCCF-7BC4-EF47-86DA1886EEB5}"/>
                </a:ext>
              </a:extLst>
            </p:cNvPr>
            <p:cNvGrpSpPr/>
            <p:nvPr/>
          </p:nvGrpSpPr>
          <p:grpSpPr>
            <a:xfrm>
              <a:off x="811372" y="1398994"/>
              <a:ext cx="88639" cy="567495"/>
              <a:chOff x="1923614" y="2887196"/>
              <a:chExt cx="88639" cy="442297"/>
            </a:xfrm>
            <a:solidFill>
              <a:srgbClr val="002986"/>
            </a:solidFill>
          </p:grpSpPr>
          <p:sp>
            <p:nvSpPr>
              <p:cNvPr id="691" name="Freeform 690">
                <a:extLst>
                  <a:ext uri="{FF2B5EF4-FFF2-40B4-BE49-F238E27FC236}">
                    <a16:creationId xmlns:a16="http://schemas.microsoft.com/office/drawing/2014/main" id="{AFC2C381-1F90-2C4C-167F-54DF858E3403}"/>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92" name="Freeform 691">
                <a:extLst>
                  <a:ext uri="{FF2B5EF4-FFF2-40B4-BE49-F238E27FC236}">
                    <a16:creationId xmlns:a16="http://schemas.microsoft.com/office/drawing/2014/main" id="{693D3961-8DD1-91E7-FD76-468F9747B787}"/>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82" name="Group 681">
              <a:extLst>
                <a:ext uri="{FF2B5EF4-FFF2-40B4-BE49-F238E27FC236}">
                  <a16:creationId xmlns:a16="http://schemas.microsoft.com/office/drawing/2014/main" id="{FFFBEE23-F425-BD85-9882-89E8FB4274D5}"/>
                </a:ext>
              </a:extLst>
            </p:cNvPr>
            <p:cNvGrpSpPr/>
            <p:nvPr/>
          </p:nvGrpSpPr>
          <p:grpSpPr>
            <a:xfrm>
              <a:off x="1002963" y="1398994"/>
              <a:ext cx="88639" cy="567495"/>
              <a:chOff x="1923614" y="2887196"/>
              <a:chExt cx="88639" cy="442297"/>
            </a:xfrm>
            <a:solidFill>
              <a:srgbClr val="002986"/>
            </a:solidFill>
          </p:grpSpPr>
          <p:sp>
            <p:nvSpPr>
              <p:cNvPr id="689" name="Freeform 688">
                <a:extLst>
                  <a:ext uri="{FF2B5EF4-FFF2-40B4-BE49-F238E27FC236}">
                    <a16:creationId xmlns:a16="http://schemas.microsoft.com/office/drawing/2014/main" id="{B15166AE-136E-B8C2-646E-BD159438A3D3}"/>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90" name="Freeform 689">
                <a:extLst>
                  <a:ext uri="{FF2B5EF4-FFF2-40B4-BE49-F238E27FC236}">
                    <a16:creationId xmlns:a16="http://schemas.microsoft.com/office/drawing/2014/main" id="{826A0552-B7D4-1324-AEF9-99114E5286E3}"/>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83" name="Group 682">
              <a:extLst>
                <a:ext uri="{FF2B5EF4-FFF2-40B4-BE49-F238E27FC236}">
                  <a16:creationId xmlns:a16="http://schemas.microsoft.com/office/drawing/2014/main" id="{7AF377E8-641B-F53E-7942-FA588A792C01}"/>
                </a:ext>
              </a:extLst>
            </p:cNvPr>
            <p:cNvGrpSpPr/>
            <p:nvPr/>
          </p:nvGrpSpPr>
          <p:grpSpPr>
            <a:xfrm>
              <a:off x="1194554" y="1398994"/>
              <a:ext cx="88639" cy="567495"/>
              <a:chOff x="1923614" y="2887196"/>
              <a:chExt cx="88639" cy="442297"/>
            </a:xfrm>
            <a:solidFill>
              <a:srgbClr val="002986"/>
            </a:solidFill>
          </p:grpSpPr>
          <p:sp>
            <p:nvSpPr>
              <p:cNvPr id="687" name="Freeform 686">
                <a:extLst>
                  <a:ext uri="{FF2B5EF4-FFF2-40B4-BE49-F238E27FC236}">
                    <a16:creationId xmlns:a16="http://schemas.microsoft.com/office/drawing/2014/main" id="{767D77DC-FCFA-7CA2-A9C4-2FAF9C129B96}"/>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88" name="Freeform 687">
                <a:extLst>
                  <a:ext uri="{FF2B5EF4-FFF2-40B4-BE49-F238E27FC236}">
                    <a16:creationId xmlns:a16="http://schemas.microsoft.com/office/drawing/2014/main" id="{6015DFDF-4028-E8C5-E3BB-040D7A5B5A94}"/>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84" name="Group 683">
              <a:extLst>
                <a:ext uri="{FF2B5EF4-FFF2-40B4-BE49-F238E27FC236}">
                  <a16:creationId xmlns:a16="http://schemas.microsoft.com/office/drawing/2014/main" id="{415E54C0-D805-BF38-A88A-B9DAE9A7074B}"/>
                </a:ext>
              </a:extLst>
            </p:cNvPr>
            <p:cNvGrpSpPr/>
            <p:nvPr/>
          </p:nvGrpSpPr>
          <p:grpSpPr>
            <a:xfrm>
              <a:off x="1386144" y="1398994"/>
              <a:ext cx="88639" cy="567495"/>
              <a:chOff x="1923614" y="2887196"/>
              <a:chExt cx="88639" cy="442297"/>
            </a:xfrm>
            <a:solidFill>
              <a:srgbClr val="002986"/>
            </a:solidFill>
          </p:grpSpPr>
          <p:sp>
            <p:nvSpPr>
              <p:cNvPr id="685" name="Freeform 684">
                <a:extLst>
                  <a:ext uri="{FF2B5EF4-FFF2-40B4-BE49-F238E27FC236}">
                    <a16:creationId xmlns:a16="http://schemas.microsoft.com/office/drawing/2014/main" id="{4E775FE4-3037-AF0B-A76F-A7094961E985}"/>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86" name="Freeform 685">
                <a:extLst>
                  <a:ext uri="{FF2B5EF4-FFF2-40B4-BE49-F238E27FC236}">
                    <a16:creationId xmlns:a16="http://schemas.microsoft.com/office/drawing/2014/main" id="{C94AE4D1-612C-85C3-FCDE-8041235D0F92}"/>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grpSp>
        <p:nvGrpSpPr>
          <p:cNvPr id="665" name="Group 664">
            <a:extLst>
              <a:ext uri="{FF2B5EF4-FFF2-40B4-BE49-F238E27FC236}">
                <a16:creationId xmlns:a16="http://schemas.microsoft.com/office/drawing/2014/main" id="{F330126A-242A-D2DC-4160-367C881D75DE}"/>
              </a:ext>
            </a:extLst>
          </p:cNvPr>
          <p:cNvGrpSpPr/>
          <p:nvPr/>
        </p:nvGrpSpPr>
        <p:grpSpPr>
          <a:xfrm>
            <a:off x="4826597" y="2830632"/>
            <a:ext cx="663411" cy="277937"/>
            <a:chOff x="811372" y="1398994"/>
            <a:chExt cx="663411" cy="567495"/>
          </a:xfrm>
          <a:solidFill>
            <a:srgbClr val="1990FF"/>
          </a:solidFill>
        </p:grpSpPr>
        <p:grpSp>
          <p:nvGrpSpPr>
            <p:cNvPr id="669" name="Group 668">
              <a:extLst>
                <a:ext uri="{FF2B5EF4-FFF2-40B4-BE49-F238E27FC236}">
                  <a16:creationId xmlns:a16="http://schemas.microsoft.com/office/drawing/2014/main" id="{F2F66B7B-DAD3-817F-3FA7-191FF4312E80}"/>
                </a:ext>
              </a:extLst>
            </p:cNvPr>
            <p:cNvGrpSpPr/>
            <p:nvPr/>
          </p:nvGrpSpPr>
          <p:grpSpPr>
            <a:xfrm>
              <a:off x="811372" y="1398994"/>
              <a:ext cx="88639" cy="567495"/>
              <a:chOff x="1923614" y="2887196"/>
              <a:chExt cx="88639" cy="442297"/>
            </a:xfrm>
            <a:grpFill/>
          </p:grpSpPr>
          <p:sp>
            <p:nvSpPr>
              <p:cNvPr id="679" name="Freeform 678">
                <a:extLst>
                  <a:ext uri="{FF2B5EF4-FFF2-40B4-BE49-F238E27FC236}">
                    <a16:creationId xmlns:a16="http://schemas.microsoft.com/office/drawing/2014/main" id="{BFCC5A77-33BE-700D-42C4-98CB33A9D51D}"/>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80" name="Freeform 679">
                <a:extLst>
                  <a:ext uri="{FF2B5EF4-FFF2-40B4-BE49-F238E27FC236}">
                    <a16:creationId xmlns:a16="http://schemas.microsoft.com/office/drawing/2014/main" id="{6FBB93ED-3E53-8E5A-32B3-39A4777C23FA}"/>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70" name="Group 669">
              <a:extLst>
                <a:ext uri="{FF2B5EF4-FFF2-40B4-BE49-F238E27FC236}">
                  <a16:creationId xmlns:a16="http://schemas.microsoft.com/office/drawing/2014/main" id="{668B2180-C87F-5EB7-652F-CD669F93596D}"/>
                </a:ext>
              </a:extLst>
            </p:cNvPr>
            <p:cNvGrpSpPr/>
            <p:nvPr/>
          </p:nvGrpSpPr>
          <p:grpSpPr>
            <a:xfrm>
              <a:off x="1002963" y="1398994"/>
              <a:ext cx="88639" cy="567495"/>
              <a:chOff x="1923614" y="2887196"/>
              <a:chExt cx="88639" cy="442297"/>
            </a:xfrm>
            <a:grpFill/>
          </p:grpSpPr>
          <p:sp>
            <p:nvSpPr>
              <p:cNvPr id="677" name="Freeform 676">
                <a:extLst>
                  <a:ext uri="{FF2B5EF4-FFF2-40B4-BE49-F238E27FC236}">
                    <a16:creationId xmlns:a16="http://schemas.microsoft.com/office/drawing/2014/main" id="{97DBC434-7064-E023-EA16-BB66266756FA}"/>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78" name="Freeform 677">
                <a:extLst>
                  <a:ext uri="{FF2B5EF4-FFF2-40B4-BE49-F238E27FC236}">
                    <a16:creationId xmlns:a16="http://schemas.microsoft.com/office/drawing/2014/main" id="{8E382119-27BD-42CA-6849-50F40D57A8F8}"/>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71" name="Group 670">
              <a:extLst>
                <a:ext uri="{FF2B5EF4-FFF2-40B4-BE49-F238E27FC236}">
                  <a16:creationId xmlns:a16="http://schemas.microsoft.com/office/drawing/2014/main" id="{715B6E07-1EC1-6193-25B6-610A95343F26}"/>
                </a:ext>
              </a:extLst>
            </p:cNvPr>
            <p:cNvGrpSpPr/>
            <p:nvPr/>
          </p:nvGrpSpPr>
          <p:grpSpPr>
            <a:xfrm>
              <a:off x="1194554" y="1398994"/>
              <a:ext cx="88639" cy="567495"/>
              <a:chOff x="1923614" y="2887196"/>
              <a:chExt cx="88639" cy="442297"/>
            </a:xfrm>
            <a:grpFill/>
          </p:grpSpPr>
          <p:sp>
            <p:nvSpPr>
              <p:cNvPr id="675" name="Freeform 674">
                <a:extLst>
                  <a:ext uri="{FF2B5EF4-FFF2-40B4-BE49-F238E27FC236}">
                    <a16:creationId xmlns:a16="http://schemas.microsoft.com/office/drawing/2014/main" id="{092BD58E-05EA-14E7-DE4C-9C469B6C8578}"/>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76" name="Freeform 675">
                <a:extLst>
                  <a:ext uri="{FF2B5EF4-FFF2-40B4-BE49-F238E27FC236}">
                    <a16:creationId xmlns:a16="http://schemas.microsoft.com/office/drawing/2014/main" id="{8F085C55-D9E5-F185-D850-35ED834BBE54}"/>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672" name="Group 671">
              <a:extLst>
                <a:ext uri="{FF2B5EF4-FFF2-40B4-BE49-F238E27FC236}">
                  <a16:creationId xmlns:a16="http://schemas.microsoft.com/office/drawing/2014/main" id="{B319D604-2532-4C04-FE5D-DD78DE1FB6EE}"/>
                </a:ext>
              </a:extLst>
            </p:cNvPr>
            <p:cNvGrpSpPr/>
            <p:nvPr/>
          </p:nvGrpSpPr>
          <p:grpSpPr>
            <a:xfrm>
              <a:off x="1386144" y="1398994"/>
              <a:ext cx="88639" cy="567495"/>
              <a:chOff x="1923614" y="2887196"/>
              <a:chExt cx="88639" cy="442297"/>
            </a:xfrm>
            <a:grpFill/>
          </p:grpSpPr>
          <p:sp>
            <p:nvSpPr>
              <p:cNvPr id="673" name="Freeform 672">
                <a:extLst>
                  <a:ext uri="{FF2B5EF4-FFF2-40B4-BE49-F238E27FC236}">
                    <a16:creationId xmlns:a16="http://schemas.microsoft.com/office/drawing/2014/main" id="{CE7881EB-31C6-0524-6FF3-5AE8EBEF6CB8}"/>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674" name="Freeform 673">
                <a:extLst>
                  <a:ext uri="{FF2B5EF4-FFF2-40B4-BE49-F238E27FC236}">
                    <a16:creationId xmlns:a16="http://schemas.microsoft.com/office/drawing/2014/main" id="{0F2698C1-93E0-F31F-BA1C-2CCB25A0B5FA}"/>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sp>
        <p:nvSpPr>
          <p:cNvPr id="666" name="Rectangle 665">
            <a:extLst>
              <a:ext uri="{FF2B5EF4-FFF2-40B4-BE49-F238E27FC236}">
                <a16:creationId xmlns:a16="http://schemas.microsoft.com/office/drawing/2014/main" id="{9F6CF074-273D-7DC0-C2DD-DB51B0C0C281}"/>
              </a:ext>
            </a:extLst>
          </p:cNvPr>
          <p:cNvSpPr/>
          <p:nvPr/>
        </p:nvSpPr>
        <p:spPr>
          <a:xfrm>
            <a:off x="4178677" y="1330073"/>
            <a:ext cx="1937007" cy="900423"/>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a:t>
            </a:r>
            <a:endParaRPr lang="en-US" sz="1000"/>
          </a:p>
        </p:txBody>
      </p:sp>
      <p:sp>
        <p:nvSpPr>
          <p:cNvPr id="667" name="Rectangle 666">
            <a:extLst>
              <a:ext uri="{FF2B5EF4-FFF2-40B4-BE49-F238E27FC236}">
                <a16:creationId xmlns:a16="http://schemas.microsoft.com/office/drawing/2014/main" id="{11B28CB5-0B9B-552A-0EF7-882CA60FDC57}"/>
              </a:ext>
            </a:extLst>
          </p:cNvPr>
          <p:cNvSpPr/>
          <p:nvPr/>
        </p:nvSpPr>
        <p:spPr>
          <a:xfrm>
            <a:off x="4178677" y="2871928"/>
            <a:ext cx="1937007" cy="184925"/>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a:t>
            </a:r>
            <a:endParaRPr lang="en-US" sz="1000"/>
          </a:p>
        </p:txBody>
      </p:sp>
      <p:sp>
        <p:nvSpPr>
          <p:cNvPr id="668" name="TextBox 667">
            <a:extLst>
              <a:ext uri="{FF2B5EF4-FFF2-40B4-BE49-F238E27FC236}">
                <a16:creationId xmlns:a16="http://schemas.microsoft.com/office/drawing/2014/main" id="{E13F2A16-CA35-83F6-D3E9-8557BDF1DC0B}"/>
              </a:ext>
            </a:extLst>
          </p:cNvPr>
          <p:cNvSpPr txBox="1"/>
          <p:nvPr/>
        </p:nvSpPr>
        <p:spPr>
          <a:xfrm>
            <a:off x="4904990" y="2454416"/>
            <a:ext cx="479301" cy="230832"/>
          </a:xfrm>
          <a:prstGeom prst="rect">
            <a:avLst/>
          </a:prstGeom>
          <a:solidFill>
            <a:schemeClr val="bg1">
              <a:alpha val="85000"/>
            </a:schemeClr>
          </a:solidFill>
          <a:ln w="6350">
            <a:noFill/>
          </a:ln>
        </p:spPr>
        <p:txBody>
          <a:bodyPr wrap="square" tIns="0" bIns="0">
            <a:spAutoFit/>
          </a:bodyPr>
          <a:lstStyle/>
          <a:p>
            <a:pPr algn="ctr"/>
            <a:r>
              <a:rPr lang="en-US" sz="1500">
                <a:solidFill>
                  <a:srgbClr val="002A86"/>
                </a:solidFill>
                <a:latin typeface="72" panose="020B0503030000000003" pitchFamily="34" charset="0"/>
                <a:cs typeface="72 Semibold" panose="020B0603030000000003" pitchFamily="34" charset="0"/>
              </a:rPr>
              <a:t>02</a:t>
            </a:r>
            <a:endParaRPr lang="en-US" sz="1500">
              <a:latin typeface="72" panose="020B0503030000000003" pitchFamily="34" charset="0"/>
            </a:endParaRPr>
          </a:p>
        </p:txBody>
      </p:sp>
      <p:grpSp>
        <p:nvGrpSpPr>
          <p:cNvPr id="694" name="Group 693">
            <a:extLst>
              <a:ext uri="{FF2B5EF4-FFF2-40B4-BE49-F238E27FC236}">
                <a16:creationId xmlns:a16="http://schemas.microsoft.com/office/drawing/2014/main" id="{39CCD7CF-B9C0-09BC-1AF0-AFED0E11402D}"/>
              </a:ext>
            </a:extLst>
          </p:cNvPr>
          <p:cNvGrpSpPr/>
          <p:nvPr/>
        </p:nvGrpSpPr>
        <p:grpSpPr>
          <a:xfrm>
            <a:off x="8445339" y="1249546"/>
            <a:ext cx="663411" cy="1074748"/>
            <a:chOff x="811372" y="1398994"/>
            <a:chExt cx="663411" cy="567495"/>
          </a:xfrm>
        </p:grpSpPr>
        <p:grpSp>
          <p:nvGrpSpPr>
            <p:cNvPr id="711" name="Group 710">
              <a:extLst>
                <a:ext uri="{FF2B5EF4-FFF2-40B4-BE49-F238E27FC236}">
                  <a16:creationId xmlns:a16="http://schemas.microsoft.com/office/drawing/2014/main" id="{9E4D8C00-7E62-73DF-CC55-957C635AAD98}"/>
                </a:ext>
              </a:extLst>
            </p:cNvPr>
            <p:cNvGrpSpPr/>
            <p:nvPr/>
          </p:nvGrpSpPr>
          <p:grpSpPr>
            <a:xfrm>
              <a:off x="811372" y="1398994"/>
              <a:ext cx="88639" cy="567495"/>
              <a:chOff x="1923614" y="2887196"/>
              <a:chExt cx="88639" cy="442297"/>
            </a:xfrm>
            <a:solidFill>
              <a:srgbClr val="002986"/>
            </a:solidFill>
          </p:grpSpPr>
          <p:sp>
            <p:nvSpPr>
              <p:cNvPr id="721" name="Freeform 720">
                <a:extLst>
                  <a:ext uri="{FF2B5EF4-FFF2-40B4-BE49-F238E27FC236}">
                    <a16:creationId xmlns:a16="http://schemas.microsoft.com/office/drawing/2014/main" id="{53F38E21-6CCB-C134-3EC4-25F2C3F1FDAD}"/>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22" name="Freeform 721">
                <a:extLst>
                  <a:ext uri="{FF2B5EF4-FFF2-40B4-BE49-F238E27FC236}">
                    <a16:creationId xmlns:a16="http://schemas.microsoft.com/office/drawing/2014/main" id="{B2650E96-8005-4565-6C99-CB681270AC5E}"/>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12" name="Group 711">
              <a:extLst>
                <a:ext uri="{FF2B5EF4-FFF2-40B4-BE49-F238E27FC236}">
                  <a16:creationId xmlns:a16="http://schemas.microsoft.com/office/drawing/2014/main" id="{7D6F5EED-F1A8-5527-F5DC-561DF3F1B563}"/>
                </a:ext>
              </a:extLst>
            </p:cNvPr>
            <p:cNvGrpSpPr/>
            <p:nvPr/>
          </p:nvGrpSpPr>
          <p:grpSpPr>
            <a:xfrm>
              <a:off x="1002963" y="1398994"/>
              <a:ext cx="88639" cy="567495"/>
              <a:chOff x="1923614" y="2887196"/>
              <a:chExt cx="88639" cy="442297"/>
            </a:xfrm>
            <a:solidFill>
              <a:srgbClr val="002986"/>
            </a:solidFill>
          </p:grpSpPr>
          <p:sp>
            <p:nvSpPr>
              <p:cNvPr id="719" name="Freeform 718">
                <a:extLst>
                  <a:ext uri="{FF2B5EF4-FFF2-40B4-BE49-F238E27FC236}">
                    <a16:creationId xmlns:a16="http://schemas.microsoft.com/office/drawing/2014/main" id="{16C34285-3E5C-2198-51C9-47F1F12D8B6C}"/>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20" name="Freeform 719">
                <a:extLst>
                  <a:ext uri="{FF2B5EF4-FFF2-40B4-BE49-F238E27FC236}">
                    <a16:creationId xmlns:a16="http://schemas.microsoft.com/office/drawing/2014/main" id="{CE90929F-10B3-25F1-108A-F7A4CB4B143C}"/>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13" name="Group 712">
              <a:extLst>
                <a:ext uri="{FF2B5EF4-FFF2-40B4-BE49-F238E27FC236}">
                  <a16:creationId xmlns:a16="http://schemas.microsoft.com/office/drawing/2014/main" id="{26B4549D-8E80-D604-9461-16C6E2D84538}"/>
                </a:ext>
              </a:extLst>
            </p:cNvPr>
            <p:cNvGrpSpPr/>
            <p:nvPr/>
          </p:nvGrpSpPr>
          <p:grpSpPr>
            <a:xfrm>
              <a:off x="1194554" y="1398994"/>
              <a:ext cx="88639" cy="567495"/>
              <a:chOff x="1923614" y="2887196"/>
              <a:chExt cx="88639" cy="442297"/>
            </a:xfrm>
            <a:solidFill>
              <a:srgbClr val="002986"/>
            </a:solidFill>
          </p:grpSpPr>
          <p:sp>
            <p:nvSpPr>
              <p:cNvPr id="717" name="Freeform 716">
                <a:extLst>
                  <a:ext uri="{FF2B5EF4-FFF2-40B4-BE49-F238E27FC236}">
                    <a16:creationId xmlns:a16="http://schemas.microsoft.com/office/drawing/2014/main" id="{09FD27D0-6CB7-9D11-262D-13A12FDCEC58}"/>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18" name="Freeform 717">
                <a:extLst>
                  <a:ext uri="{FF2B5EF4-FFF2-40B4-BE49-F238E27FC236}">
                    <a16:creationId xmlns:a16="http://schemas.microsoft.com/office/drawing/2014/main" id="{41F252B4-A20F-F500-6734-A00AB917C382}"/>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14" name="Group 713">
              <a:extLst>
                <a:ext uri="{FF2B5EF4-FFF2-40B4-BE49-F238E27FC236}">
                  <a16:creationId xmlns:a16="http://schemas.microsoft.com/office/drawing/2014/main" id="{BDC9A883-06CD-4C4B-6651-F05582C63911}"/>
                </a:ext>
              </a:extLst>
            </p:cNvPr>
            <p:cNvGrpSpPr/>
            <p:nvPr/>
          </p:nvGrpSpPr>
          <p:grpSpPr>
            <a:xfrm>
              <a:off x="1386144" y="1398994"/>
              <a:ext cx="88639" cy="567495"/>
              <a:chOff x="1923614" y="2887196"/>
              <a:chExt cx="88639" cy="442297"/>
            </a:xfrm>
            <a:solidFill>
              <a:srgbClr val="002986"/>
            </a:solidFill>
          </p:grpSpPr>
          <p:sp>
            <p:nvSpPr>
              <p:cNvPr id="715" name="Freeform 714">
                <a:extLst>
                  <a:ext uri="{FF2B5EF4-FFF2-40B4-BE49-F238E27FC236}">
                    <a16:creationId xmlns:a16="http://schemas.microsoft.com/office/drawing/2014/main" id="{0B0E8C66-CD4E-4A40-F8F9-D20393A4AF23}"/>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16" name="Freeform 715">
                <a:extLst>
                  <a:ext uri="{FF2B5EF4-FFF2-40B4-BE49-F238E27FC236}">
                    <a16:creationId xmlns:a16="http://schemas.microsoft.com/office/drawing/2014/main" id="{AE68C75D-D3D3-BB8F-0EFF-952C07E55EC9}"/>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grpSp>
        <p:nvGrpSpPr>
          <p:cNvPr id="695" name="Group 694">
            <a:extLst>
              <a:ext uri="{FF2B5EF4-FFF2-40B4-BE49-F238E27FC236}">
                <a16:creationId xmlns:a16="http://schemas.microsoft.com/office/drawing/2014/main" id="{C0465C5D-6E10-5B8E-7045-4E09EF420D13}"/>
              </a:ext>
            </a:extLst>
          </p:cNvPr>
          <p:cNvGrpSpPr/>
          <p:nvPr/>
        </p:nvGrpSpPr>
        <p:grpSpPr>
          <a:xfrm>
            <a:off x="8449728" y="2830632"/>
            <a:ext cx="663411" cy="277937"/>
            <a:chOff x="811372" y="1398994"/>
            <a:chExt cx="663411" cy="567495"/>
          </a:xfrm>
          <a:solidFill>
            <a:srgbClr val="1990FF"/>
          </a:solidFill>
        </p:grpSpPr>
        <p:grpSp>
          <p:nvGrpSpPr>
            <p:cNvPr id="699" name="Group 698">
              <a:extLst>
                <a:ext uri="{FF2B5EF4-FFF2-40B4-BE49-F238E27FC236}">
                  <a16:creationId xmlns:a16="http://schemas.microsoft.com/office/drawing/2014/main" id="{D0B76DB2-AC7A-FF82-60D2-86FA3E9066B0}"/>
                </a:ext>
              </a:extLst>
            </p:cNvPr>
            <p:cNvGrpSpPr/>
            <p:nvPr/>
          </p:nvGrpSpPr>
          <p:grpSpPr>
            <a:xfrm>
              <a:off x="811372" y="1398994"/>
              <a:ext cx="88639" cy="567495"/>
              <a:chOff x="1923614" y="2887196"/>
              <a:chExt cx="88639" cy="442297"/>
            </a:xfrm>
            <a:grpFill/>
          </p:grpSpPr>
          <p:sp>
            <p:nvSpPr>
              <p:cNvPr id="709" name="Freeform 708">
                <a:extLst>
                  <a:ext uri="{FF2B5EF4-FFF2-40B4-BE49-F238E27FC236}">
                    <a16:creationId xmlns:a16="http://schemas.microsoft.com/office/drawing/2014/main" id="{7A29720B-CC64-CBE2-6621-3CD137D5C639}"/>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10" name="Freeform 709">
                <a:extLst>
                  <a:ext uri="{FF2B5EF4-FFF2-40B4-BE49-F238E27FC236}">
                    <a16:creationId xmlns:a16="http://schemas.microsoft.com/office/drawing/2014/main" id="{D094612C-0684-8C9F-440E-F634BE86C6BE}"/>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00" name="Group 699">
              <a:extLst>
                <a:ext uri="{FF2B5EF4-FFF2-40B4-BE49-F238E27FC236}">
                  <a16:creationId xmlns:a16="http://schemas.microsoft.com/office/drawing/2014/main" id="{72E67EC6-64DA-D1F6-D513-44A07CC54A8D}"/>
                </a:ext>
              </a:extLst>
            </p:cNvPr>
            <p:cNvGrpSpPr/>
            <p:nvPr/>
          </p:nvGrpSpPr>
          <p:grpSpPr>
            <a:xfrm>
              <a:off x="1002963" y="1398994"/>
              <a:ext cx="88639" cy="567495"/>
              <a:chOff x="1923614" y="2887196"/>
              <a:chExt cx="88639" cy="442297"/>
            </a:xfrm>
            <a:grpFill/>
          </p:grpSpPr>
          <p:sp>
            <p:nvSpPr>
              <p:cNvPr id="707" name="Freeform 706">
                <a:extLst>
                  <a:ext uri="{FF2B5EF4-FFF2-40B4-BE49-F238E27FC236}">
                    <a16:creationId xmlns:a16="http://schemas.microsoft.com/office/drawing/2014/main" id="{F47C1EAB-3092-3446-90AF-74AD4C2E9CD6}"/>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08" name="Freeform 707">
                <a:extLst>
                  <a:ext uri="{FF2B5EF4-FFF2-40B4-BE49-F238E27FC236}">
                    <a16:creationId xmlns:a16="http://schemas.microsoft.com/office/drawing/2014/main" id="{A9A92F0C-A0A9-2769-093E-2EBCE753013F}"/>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01" name="Group 700">
              <a:extLst>
                <a:ext uri="{FF2B5EF4-FFF2-40B4-BE49-F238E27FC236}">
                  <a16:creationId xmlns:a16="http://schemas.microsoft.com/office/drawing/2014/main" id="{828A8963-D385-BB77-DA58-FC125338E330}"/>
                </a:ext>
              </a:extLst>
            </p:cNvPr>
            <p:cNvGrpSpPr/>
            <p:nvPr/>
          </p:nvGrpSpPr>
          <p:grpSpPr>
            <a:xfrm>
              <a:off x="1194554" y="1398994"/>
              <a:ext cx="88639" cy="567495"/>
              <a:chOff x="1923614" y="2887196"/>
              <a:chExt cx="88639" cy="442297"/>
            </a:xfrm>
            <a:grpFill/>
          </p:grpSpPr>
          <p:sp>
            <p:nvSpPr>
              <p:cNvPr id="705" name="Freeform 704">
                <a:extLst>
                  <a:ext uri="{FF2B5EF4-FFF2-40B4-BE49-F238E27FC236}">
                    <a16:creationId xmlns:a16="http://schemas.microsoft.com/office/drawing/2014/main" id="{202BE21D-835B-B60B-8BB2-00E25FF7DD0B}"/>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06" name="Freeform 705">
                <a:extLst>
                  <a:ext uri="{FF2B5EF4-FFF2-40B4-BE49-F238E27FC236}">
                    <a16:creationId xmlns:a16="http://schemas.microsoft.com/office/drawing/2014/main" id="{682CA882-CFCD-117E-0273-8A113117FDC9}"/>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02" name="Group 701">
              <a:extLst>
                <a:ext uri="{FF2B5EF4-FFF2-40B4-BE49-F238E27FC236}">
                  <a16:creationId xmlns:a16="http://schemas.microsoft.com/office/drawing/2014/main" id="{D9AEA93A-0D29-EAF9-E49A-F1785613CB32}"/>
                </a:ext>
              </a:extLst>
            </p:cNvPr>
            <p:cNvGrpSpPr/>
            <p:nvPr/>
          </p:nvGrpSpPr>
          <p:grpSpPr>
            <a:xfrm>
              <a:off x="1386144" y="1398994"/>
              <a:ext cx="88639" cy="567495"/>
              <a:chOff x="1923614" y="2887196"/>
              <a:chExt cx="88639" cy="442297"/>
            </a:xfrm>
            <a:grpFill/>
          </p:grpSpPr>
          <p:sp>
            <p:nvSpPr>
              <p:cNvPr id="703" name="Freeform 702">
                <a:extLst>
                  <a:ext uri="{FF2B5EF4-FFF2-40B4-BE49-F238E27FC236}">
                    <a16:creationId xmlns:a16="http://schemas.microsoft.com/office/drawing/2014/main" id="{E1ADD723-FCAC-CA3B-4F50-0B02D4E1C03E}"/>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04" name="Freeform 703">
                <a:extLst>
                  <a:ext uri="{FF2B5EF4-FFF2-40B4-BE49-F238E27FC236}">
                    <a16:creationId xmlns:a16="http://schemas.microsoft.com/office/drawing/2014/main" id="{7B71A947-D7CB-8AAE-34A2-40322236F678}"/>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sp>
        <p:nvSpPr>
          <p:cNvPr id="696" name="Rectangle 695">
            <a:extLst>
              <a:ext uri="{FF2B5EF4-FFF2-40B4-BE49-F238E27FC236}">
                <a16:creationId xmlns:a16="http://schemas.microsoft.com/office/drawing/2014/main" id="{3BAAB7D6-5E34-EA88-5A31-5F43A21A0470}"/>
              </a:ext>
            </a:extLst>
          </p:cNvPr>
          <p:cNvSpPr/>
          <p:nvPr/>
        </p:nvSpPr>
        <p:spPr>
          <a:xfrm>
            <a:off x="7801808" y="1330073"/>
            <a:ext cx="1937007" cy="900423"/>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a:t>
            </a:r>
            <a:endParaRPr lang="en-US" sz="1000"/>
          </a:p>
        </p:txBody>
      </p:sp>
      <p:sp>
        <p:nvSpPr>
          <p:cNvPr id="697" name="Rectangle 696">
            <a:extLst>
              <a:ext uri="{FF2B5EF4-FFF2-40B4-BE49-F238E27FC236}">
                <a16:creationId xmlns:a16="http://schemas.microsoft.com/office/drawing/2014/main" id="{DD273F6D-D713-C630-0EA3-A66F551FF14A}"/>
              </a:ext>
            </a:extLst>
          </p:cNvPr>
          <p:cNvSpPr/>
          <p:nvPr/>
        </p:nvSpPr>
        <p:spPr>
          <a:xfrm>
            <a:off x="7801808" y="2871928"/>
            <a:ext cx="1937007" cy="184925"/>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a:t>
            </a:r>
            <a:endParaRPr lang="en-US" sz="1000"/>
          </a:p>
        </p:txBody>
      </p:sp>
      <p:sp>
        <p:nvSpPr>
          <p:cNvPr id="698" name="TextBox 697">
            <a:extLst>
              <a:ext uri="{FF2B5EF4-FFF2-40B4-BE49-F238E27FC236}">
                <a16:creationId xmlns:a16="http://schemas.microsoft.com/office/drawing/2014/main" id="{2ACF07D9-0E03-338B-C09E-EBBF751DF98F}"/>
              </a:ext>
            </a:extLst>
          </p:cNvPr>
          <p:cNvSpPr txBox="1"/>
          <p:nvPr/>
        </p:nvSpPr>
        <p:spPr>
          <a:xfrm>
            <a:off x="8528121" y="2454416"/>
            <a:ext cx="479301" cy="230832"/>
          </a:xfrm>
          <a:prstGeom prst="rect">
            <a:avLst/>
          </a:prstGeom>
          <a:solidFill>
            <a:schemeClr val="bg1">
              <a:alpha val="85000"/>
            </a:schemeClr>
          </a:solidFill>
          <a:ln w="6350">
            <a:noFill/>
          </a:ln>
        </p:spPr>
        <p:txBody>
          <a:bodyPr wrap="square" tIns="0" bIns="0">
            <a:spAutoFit/>
          </a:bodyPr>
          <a:lstStyle/>
          <a:p>
            <a:pPr algn="ctr"/>
            <a:r>
              <a:rPr lang="en-US" sz="1500">
                <a:solidFill>
                  <a:srgbClr val="002A86"/>
                </a:solidFill>
                <a:latin typeface="72" panose="020B0503030000000003" pitchFamily="34" charset="0"/>
                <a:cs typeface="72 Semibold" panose="020B0603030000000003" pitchFamily="34" charset="0"/>
              </a:rPr>
              <a:t>03</a:t>
            </a:r>
            <a:endParaRPr lang="en-US" sz="1500">
              <a:latin typeface="72" panose="020B0503030000000003" pitchFamily="34" charset="0"/>
            </a:endParaRPr>
          </a:p>
        </p:txBody>
      </p:sp>
      <p:grpSp>
        <p:nvGrpSpPr>
          <p:cNvPr id="724" name="Group 723">
            <a:extLst>
              <a:ext uri="{FF2B5EF4-FFF2-40B4-BE49-F238E27FC236}">
                <a16:creationId xmlns:a16="http://schemas.microsoft.com/office/drawing/2014/main" id="{F8C5CABD-8994-9EA2-B786-220AB8315A54}"/>
              </a:ext>
            </a:extLst>
          </p:cNvPr>
          <p:cNvGrpSpPr/>
          <p:nvPr/>
        </p:nvGrpSpPr>
        <p:grpSpPr>
          <a:xfrm>
            <a:off x="1059589" y="4114622"/>
            <a:ext cx="663411" cy="1074748"/>
            <a:chOff x="811372" y="1398994"/>
            <a:chExt cx="663411" cy="567495"/>
          </a:xfrm>
        </p:grpSpPr>
        <p:grpSp>
          <p:nvGrpSpPr>
            <p:cNvPr id="741" name="Group 740">
              <a:extLst>
                <a:ext uri="{FF2B5EF4-FFF2-40B4-BE49-F238E27FC236}">
                  <a16:creationId xmlns:a16="http://schemas.microsoft.com/office/drawing/2014/main" id="{67222787-0EEF-2511-BA14-65CC970610C9}"/>
                </a:ext>
              </a:extLst>
            </p:cNvPr>
            <p:cNvGrpSpPr/>
            <p:nvPr/>
          </p:nvGrpSpPr>
          <p:grpSpPr>
            <a:xfrm>
              <a:off x="811372" y="1398994"/>
              <a:ext cx="88639" cy="567495"/>
              <a:chOff x="1923614" y="2887196"/>
              <a:chExt cx="88639" cy="442297"/>
            </a:xfrm>
            <a:solidFill>
              <a:srgbClr val="002986"/>
            </a:solidFill>
          </p:grpSpPr>
          <p:sp>
            <p:nvSpPr>
              <p:cNvPr id="751" name="Freeform 750">
                <a:extLst>
                  <a:ext uri="{FF2B5EF4-FFF2-40B4-BE49-F238E27FC236}">
                    <a16:creationId xmlns:a16="http://schemas.microsoft.com/office/drawing/2014/main" id="{CCEFB3F5-1A62-0425-CFE5-A85377AC0025}"/>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52" name="Freeform 751">
                <a:extLst>
                  <a:ext uri="{FF2B5EF4-FFF2-40B4-BE49-F238E27FC236}">
                    <a16:creationId xmlns:a16="http://schemas.microsoft.com/office/drawing/2014/main" id="{81FEE52D-911B-66C4-106D-0F2D33917EB1}"/>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42" name="Group 741">
              <a:extLst>
                <a:ext uri="{FF2B5EF4-FFF2-40B4-BE49-F238E27FC236}">
                  <a16:creationId xmlns:a16="http://schemas.microsoft.com/office/drawing/2014/main" id="{04B3039A-2E5E-F1B7-8DF9-743D41C6B742}"/>
                </a:ext>
              </a:extLst>
            </p:cNvPr>
            <p:cNvGrpSpPr/>
            <p:nvPr/>
          </p:nvGrpSpPr>
          <p:grpSpPr>
            <a:xfrm>
              <a:off x="1002963" y="1398994"/>
              <a:ext cx="88639" cy="567495"/>
              <a:chOff x="1923614" y="2887196"/>
              <a:chExt cx="88639" cy="442297"/>
            </a:xfrm>
            <a:solidFill>
              <a:srgbClr val="002986"/>
            </a:solidFill>
          </p:grpSpPr>
          <p:sp>
            <p:nvSpPr>
              <p:cNvPr id="749" name="Freeform 748">
                <a:extLst>
                  <a:ext uri="{FF2B5EF4-FFF2-40B4-BE49-F238E27FC236}">
                    <a16:creationId xmlns:a16="http://schemas.microsoft.com/office/drawing/2014/main" id="{1D131BAF-FF6E-4479-27C4-58279D01A888}"/>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50" name="Freeform 749">
                <a:extLst>
                  <a:ext uri="{FF2B5EF4-FFF2-40B4-BE49-F238E27FC236}">
                    <a16:creationId xmlns:a16="http://schemas.microsoft.com/office/drawing/2014/main" id="{95FA67AE-549C-1F25-2DA1-EE5A6D5A15CE}"/>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43" name="Group 742">
              <a:extLst>
                <a:ext uri="{FF2B5EF4-FFF2-40B4-BE49-F238E27FC236}">
                  <a16:creationId xmlns:a16="http://schemas.microsoft.com/office/drawing/2014/main" id="{72AE76D8-718F-66E8-3018-8132B8E798F8}"/>
                </a:ext>
              </a:extLst>
            </p:cNvPr>
            <p:cNvGrpSpPr/>
            <p:nvPr/>
          </p:nvGrpSpPr>
          <p:grpSpPr>
            <a:xfrm>
              <a:off x="1194554" y="1398994"/>
              <a:ext cx="88639" cy="567495"/>
              <a:chOff x="1923614" y="2887196"/>
              <a:chExt cx="88639" cy="442297"/>
            </a:xfrm>
            <a:solidFill>
              <a:srgbClr val="002986"/>
            </a:solidFill>
          </p:grpSpPr>
          <p:sp>
            <p:nvSpPr>
              <p:cNvPr id="747" name="Freeform 746">
                <a:extLst>
                  <a:ext uri="{FF2B5EF4-FFF2-40B4-BE49-F238E27FC236}">
                    <a16:creationId xmlns:a16="http://schemas.microsoft.com/office/drawing/2014/main" id="{631A2E54-6B1E-3D5C-4B9B-F53C040D0F35}"/>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48" name="Freeform 747">
                <a:extLst>
                  <a:ext uri="{FF2B5EF4-FFF2-40B4-BE49-F238E27FC236}">
                    <a16:creationId xmlns:a16="http://schemas.microsoft.com/office/drawing/2014/main" id="{3E6DE776-8D97-13BB-CC67-DF1B14862A0C}"/>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44" name="Group 743">
              <a:extLst>
                <a:ext uri="{FF2B5EF4-FFF2-40B4-BE49-F238E27FC236}">
                  <a16:creationId xmlns:a16="http://schemas.microsoft.com/office/drawing/2014/main" id="{B5183ECD-AA20-934B-F13E-47CDDE7EF3CC}"/>
                </a:ext>
              </a:extLst>
            </p:cNvPr>
            <p:cNvGrpSpPr/>
            <p:nvPr/>
          </p:nvGrpSpPr>
          <p:grpSpPr>
            <a:xfrm>
              <a:off x="1386144" y="1398994"/>
              <a:ext cx="88639" cy="567495"/>
              <a:chOff x="1923614" y="2887196"/>
              <a:chExt cx="88639" cy="442297"/>
            </a:xfrm>
            <a:solidFill>
              <a:srgbClr val="002986"/>
            </a:solidFill>
          </p:grpSpPr>
          <p:sp>
            <p:nvSpPr>
              <p:cNvPr id="745" name="Freeform 744">
                <a:extLst>
                  <a:ext uri="{FF2B5EF4-FFF2-40B4-BE49-F238E27FC236}">
                    <a16:creationId xmlns:a16="http://schemas.microsoft.com/office/drawing/2014/main" id="{DA92CF70-AA3C-005C-15AD-E01020B1C073}"/>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46" name="Freeform 745">
                <a:extLst>
                  <a:ext uri="{FF2B5EF4-FFF2-40B4-BE49-F238E27FC236}">
                    <a16:creationId xmlns:a16="http://schemas.microsoft.com/office/drawing/2014/main" id="{D6BAC226-2779-3449-7AFB-6D28F4D313FA}"/>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grpSp>
        <p:nvGrpSpPr>
          <p:cNvPr id="725" name="Group 724">
            <a:extLst>
              <a:ext uri="{FF2B5EF4-FFF2-40B4-BE49-F238E27FC236}">
                <a16:creationId xmlns:a16="http://schemas.microsoft.com/office/drawing/2014/main" id="{297FDACA-F1E4-0577-70DD-F341CD2D38A5}"/>
              </a:ext>
            </a:extLst>
          </p:cNvPr>
          <p:cNvGrpSpPr/>
          <p:nvPr/>
        </p:nvGrpSpPr>
        <p:grpSpPr>
          <a:xfrm>
            <a:off x="1063978" y="5695708"/>
            <a:ext cx="663411" cy="277937"/>
            <a:chOff x="811372" y="1398994"/>
            <a:chExt cx="663411" cy="567495"/>
          </a:xfrm>
          <a:solidFill>
            <a:srgbClr val="1990FF"/>
          </a:solidFill>
        </p:grpSpPr>
        <p:grpSp>
          <p:nvGrpSpPr>
            <p:cNvPr id="729" name="Group 728">
              <a:extLst>
                <a:ext uri="{FF2B5EF4-FFF2-40B4-BE49-F238E27FC236}">
                  <a16:creationId xmlns:a16="http://schemas.microsoft.com/office/drawing/2014/main" id="{BA25B525-3683-6BBA-4886-C283B3778E6B}"/>
                </a:ext>
              </a:extLst>
            </p:cNvPr>
            <p:cNvGrpSpPr/>
            <p:nvPr/>
          </p:nvGrpSpPr>
          <p:grpSpPr>
            <a:xfrm>
              <a:off x="811372" y="1398994"/>
              <a:ext cx="88639" cy="567495"/>
              <a:chOff x="1923614" y="2887196"/>
              <a:chExt cx="88639" cy="442297"/>
            </a:xfrm>
            <a:grpFill/>
          </p:grpSpPr>
          <p:sp>
            <p:nvSpPr>
              <p:cNvPr id="739" name="Freeform 738">
                <a:extLst>
                  <a:ext uri="{FF2B5EF4-FFF2-40B4-BE49-F238E27FC236}">
                    <a16:creationId xmlns:a16="http://schemas.microsoft.com/office/drawing/2014/main" id="{1072C6BB-5BF2-02FF-1660-1FD2F03025CF}"/>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40" name="Freeform 739">
                <a:extLst>
                  <a:ext uri="{FF2B5EF4-FFF2-40B4-BE49-F238E27FC236}">
                    <a16:creationId xmlns:a16="http://schemas.microsoft.com/office/drawing/2014/main" id="{11B5A305-9D89-A7B3-5655-DB63CA40DA5D}"/>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30" name="Group 729">
              <a:extLst>
                <a:ext uri="{FF2B5EF4-FFF2-40B4-BE49-F238E27FC236}">
                  <a16:creationId xmlns:a16="http://schemas.microsoft.com/office/drawing/2014/main" id="{05C13407-6D12-D1C5-242A-BFCFE426B168}"/>
                </a:ext>
              </a:extLst>
            </p:cNvPr>
            <p:cNvGrpSpPr/>
            <p:nvPr/>
          </p:nvGrpSpPr>
          <p:grpSpPr>
            <a:xfrm>
              <a:off x="1002963" y="1398994"/>
              <a:ext cx="88639" cy="567495"/>
              <a:chOff x="1923614" y="2887196"/>
              <a:chExt cx="88639" cy="442297"/>
            </a:xfrm>
            <a:grpFill/>
          </p:grpSpPr>
          <p:sp>
            <p:nvSpPr>
              <p:cNvPr id="737" name="Freeform 736">
                <a:extLst>
                  <a:ext uri="{FF2B5EF4-FFF2-40B4-BE49-F238E27FC236}">
                    <a16:creationId xmlns:a16="http://schemas.microsoft.com/office/drawing/2014/main" id="{0AE6B750-6E18-8C04-781C-587BB85D0E37}"/>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38" name="Freeform 737">
                <a:extLst>
                  <a:ext uri="{FF2B5EF4-FFF2-40B4-BE49-F238E27FC236}">
                    <a16:creationId xmlns:a16="http://schemas.microsoft.com/office/drawing/2014/main" id="{4184A56B-688E-E38F-137B-3E358F6170D4}"/>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31" name="Group 730">
              <a:extLst>
                <a:ext uri="{FF2B5EF4-FFF2-40B4-BE49-F238E27FC236}">
                  <a16:creationId xmlns:a16="http://schemas.microsoft.com/office/drawing/2014/main" id="{E79F452C-7EDA-1AB3-1642-572457DF1B41}"/>
                </a:ext>
              </a:extLst>
            </p:cNvPr>
            <p:cNvGrpSpPr/>
            <p:nvPr/>
          </p:nvGrpSpPr>
          <p:grpSpPr>
            <a:xfrm>
              <a:off x="1194554" y="1398994"/>
              <a:ext cx="88639" cy="567495"/>
              <a:chOff x="1923614" y="2887196"/>
              <a:chExt cx="88639" cy="442297"/>
            </a:xfrm>
            <a:grpFill/>
          </p:grpSpPr>
          <p:sp>
            <p:nvSpPr>
              <p:cNvPr id="735" name="Freeform 734">
                <a:extLst>
                  <a:ext uri="{FF2B5EF4-FFF2-40B4-BE49-F238E27FC236}">
                    <a16:creationId xmlns:a16="http://schemas.microsoft.com/office/drawing/2014/main" id="{17722001-ACB6-7AE5-CED2-3D5C41FB6F62}"/>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36" name="Freeform 735">
                <a:extLst>
                  <a:ext uri="{FF2B5EF4-FFF2-40B4-BE49-F238E27FC236}">
                    <a16:creationId xmlns:a16="http://schemas.microsoft.com/office/drawing/2014/main" id="{F5135B3D-332D-DB93-60EF-C6A4E5C9851C}"/>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32" name="Group 731">
              <a:extLst>
                <a:ext uri="{FF2B5EF4-FFF2-40B4-BE49-F238E27FC236}">
                  <a16:creationId xmlns:a16="http://schemas.microsoft.com/office/drawing/2014/main" id="{1BECA72A-EB15-1CB5-918F-3269F0595D1F}"/>
                </a:ext>
              </a:extLst>
            </p:cNvPr>
            <p:cNvGrpSpPr/>
            <p:nvPr/>
          </p:nvGrpSpPr>
          <p:grpSpPr>
            <a:xfrm>
              <a:off x="1386144" y="1398994"/>
              <a:ext cx="88639" cy="567495"/>
              <a:chOff x="1923614" y="2887196"/>
              <a:chExt cx="88639" cy="442297"/>
            </a:xfrm>
            <a:grpFill/>
          </p:grpSpPr>
          <p:sp>
            <p:nvSpPr>
              <p:cNvPr id="733" name="Freeform 732">
                <a:extLst>
                  <a:ext uri="{FF2B5EF4-FFF2-40B4-BE49-F238E27FC236}">
                    <a16:creationId xmlns:a16="http://schemas.microsoft.com/office/drawing/2014/main" id="{9030A648-99B0-629B-939F-57340AD6F6B0}"/>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34" name="Freeform 733">
                <a:extLst>
                  <a:ext uri="{FF2B5EF4-FFF2-40B4-BE49-F238E27FC236}">
                    <a16:creationId xmlns:a16="http://schemas.microsoft.com/office/drawing/2014/main" id="{419B0BAB-D61D-5191-A330-347E5ED7EF4B}"/>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sp>
        <p:nvSpPr>
          <p:cNvPr id="726" name="Rectangle 725">
            <a:extLst>
              <a:ext uri="{FF2B5EF4-FFF2-40B4-BE49-F238E27FC236}">
                <a16:creationId xmlns:a16="http://schemas.microsoft.com/office/drawing/2014/main" id="{B0D3F413-B5FF-DCC4-8D62-40336041B7F3}"/>
              </a:ext>
            </a:extLst>
          </p:cNvPr>
          <p:cNvSpPr/>
          <p:nvPr/>
        </p:nvSpPr>
        <p:spPr>
          <a:xfrm>
            <a:off x="416058" y="4195149"/>
            <a:ext cx="1937007" cy="900423"/>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a:t>
            </a:r>
            <a:endParaRPr lang="en-US" sz="1000"/>
          </a:p>
        </p:txBody>
      </p:sp>
      <p:sp>
        <p:nvSpPr>
          <p:cNvPr id="727" name="Rectangle 726">
            <a:extLst>
              <a:ext uri="{FF2B5EF4-FFF2-40B4-BE49-F238E27FC236}">
                <a16:creationId xmlns:a16="http://schemas.microsoft.com/office/drawing/2014/main" id="{BEAFAEFE-B89E-1E32-2BB2-A602C9C409C1}"/>
              </a:ext>
            </a:extLst>
          </p:cNvPr>
          <p:cNvSpPr/>
          <p:nvPr/>
        </p:nvSpPr>
        <p:spPr>
          <a:xfrm>
            <a:off x="416058" y="5737004"/>
            <a:ext cx="1937007" cy="184925"/>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a:t>
            </a:r>
            <a:endParaRPr lang="en-US" sz="1000"/>
          </a:p>
        </p:txBody>
      </p:sp>
      <p:sp>
        <p:nvSpPr>
          <p:cNvPr id="728" name="TextBox 727">
            <a:extLst>
              <a:ext uri="{FF2B5EF4-FFF2-40B4-BE49-F238E27FC236}">
                <a16:creationId xmlns:a16="http://schemas.microsoft.com/office/drawing/2014/main" id="{3D8A3F3E-45D1-2AD7-7D37-5DAEAC932E5D}"/>
              </a:ext>
            </a:extLst>
          </p:cNvPr>
          <p:cNvSpPr txBox="1"/>
          <p:nvPr/>
        </p:nvSpPr>
        <p:spPr>
          <a:xfrm>
            <a:off x="1142371" y="5319492"/>
            <a:ext cx="479301" cy="230832"/>
          </a:xfrm>
          <a:prstGeom prst="rect">
            <a:avLst/>
          </a:prstGeom>
          <a:solidFill>
            <a:schemeClr val="bg1">
              <a:alpha val="85000"/>
            </a:schemeClr>
          </a:solidFill>
          <a:ln w="6350">
            <a:noFill/>
          </a:ln>
        </p:spPr>
        <p:txBody>
          <a:bodyPr wrap="square" tIns="0" bIns="0">
            <a:spAutoFit/>
          </a:bodyPr>
          <a:lstStyle/>
          <a:p>
            <a:pPr algn="ctr"/>
            <a:r>
              <a:rPr lang="en-US" sz="1500">
                <a:solidFill>
                  <a:srgbClr val="002A86"/>
                </a:solidFill>
                <a:latin typeface="72" panose="020B0503030000000003" pitchFamily="34" charset="0"/>
                <a:cs typeface="72 Semibold" panose="020B0603030000000003" pitchFamily="34" charset="0"/>
              </a:rPr>
              <a:t>05</a:t>
            </a:r>
            <a:endParaRPr lang="en-US" sz="1500">
              <a:latin typeface="72" panose="020B0503030000000003" pitchFamily="34" charset="0"/>
            </a:endParaRPr>
          </a:p>
        </p:txBody>
      </p:sp>
      <p:grpSp>
        <p:nvGrpSpPr>
          <p:cNvPr id="754" name="Group 753">
            <a:extLst>
              <a:ext uri="{FF2B5EF4-FFF2-40B4-BE49-F238E27FC236}">
                <a16:creationId xmlns:a16="http://schemas.microsoft.com/office/drawing/2014/main" id="{E54FE64B-C22B-B930-78E3-548A25A9DACE}"/>
              </a:ext>
            </a:extLst>
          </p:cNvPr>
          <p:cNvGrpSpPr/>
          <p:nvPr/>
        </p:nvGrpSpPr>
        <p:grpSpPr>
          <a:xfrm>
            <a:off x="4682720" y="4114622"/>
            <a:ext cx="663411" cy="1074748"/>
            <a:chOff x="811372" y="1398994"/>
            <a:chExt cx="663411" cy="567495"/>
          </a:xfrm>
        </p:grpSpPr>
        <p:grpSp>
          <p:nvGrpSpPr>
            <p:cNvPr id="771" name="Group 770">
              <a:extLst>
                <a:ext uri="{FF2B5EF4-FFF2-40B4-BE49-F238E27FC236}">
                  <a16:creationId xmlns:a16="http://schemas.microsoft.com/office/drawing/2014/main" id="{53228C43-822C-62FD-A6C7-643B6176A22D}"/>
                </a:ext>
              </a:extLst>
            </p:cNvPr>
            <p:cNvGrpSpPr/>
            <p:nvPr/>
          </p:nvGrpSpPr>
          <p:grpSpPr>
            <a:xfrm>
              <a:off x="811372" y="1398994"/>
              <a:ext cx="88639" cy="567495"/>
              <a:chOff x="1923614" y="2887196"/>
              <a:chExt cx="88639" cy="442297"/>
            </a:xfrm>
            <a:solidFill>
              <a:srgbClr val="002986"/>
            </a:solidFill>
          </p:grpSpPr>
          <p:sp>
            <p:nvSpPr>
              <p:cNvPr id="781" name="Freeform 780">
                <a:extLst>
                  <a:ext uri="{FF2B5EF4-FFF2-40B4-BE49-F238E27FC236}">
                    <a16:creationId xmlns:a16="http://schemas.microsoft.com/office/drawing/2014/main" id="{EDB32800-73A1-F4A0-4B3C-E92080E296E5}"/>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82" name="Freeform 781">
                <a:extLst>
                  <a:ext uri="{FF2B5EF4-FFF2-40B4-BE49-F238E27FC236}">
                    <a16:creationId xmlns:a16="http://schemas.microsoft.com/office/drawing/2014/main" id="{E7E70F50-2944-F8C9-6331-7D67F2B329CF}"/>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72" name="Group 771">
              <a:extLst>
                <a:ext uri="{FF2B5EF4-FFF2-40B4-BE49-F238E27FC236}">
                  <a16:creationId xmlns:a16="http://schemas.microsoft.com/office/drawing/2014/main" id="{0503C16D-36FA-3E56-9C26-1BFD8B0E1368}"/>
                </a:ext>
              </a:extLst>
            </p:cNvPr>
            <p:cNvGrpSpPr/>
            <p:nvPr/>
          </p:nvGrpSpPr>
          <p:grpSpPr>
            <a:xfrm>
              <a:off x="1002963" y="1398994"/>
              <a:ext cx="88639" cy="567495"/>
              <a:chOff x="1923614" y="2887196"/>
              <a:chExt cx="88639" cy="442297"/>
            </a:xfrm>
            <a:solidFill>
              <a:srgbClr val="002986"/>
            </a:solidFill>
          </p:grpSpPr>
          <p:sp>
            <p:nvSpPr>
              <p:cNvPr id="779" name="Freeform 778">
                <a:extLst>
                  <a:ext uri="{FF2B5EF4-FFF2-40B4-BE49-F238E27FC236}">
                    <a16:creationId xmlns:a16="http://schemas.microsoft.com/office/drawing/2014/main" id="{5C48FEA4-7EF6-6D36-4B59-36E7743F6687}"/>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80" name="Freeform 779">
                <a:extLst>
                  <a:ext uri="{FF2B5EF4-FFF2-40B4-BE49-F238E27FC236}">
                    <a16:creationId xmlns:a16="http://schemas.microsoft.com/office/drawing/2014/main" id="{1158D075-7A0C-DA0C-A05F-1240AC851359}"/>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73" name="Group 772">
              <a:extLst>
                <a:ext uri="{FF2B5EF4-FFF2-40B4-BE49-F238E27FC236}">
                  <a16:creationId xmlns:a16="http://schemas.microsoft.com/office/drawing/2014/main" id="{B3FE93A1-D9BC-6285-7FE9-6AEBA90216D4}"/>
                </a:ext>
              </a:extLst>
            </p:cNvPr>
            <p:cNvGrpSpPr/>
            <p:nvPr/>
          </p:nvGrpSpPr>
          <p:grpSpPr>
            <a:xfrm>
              <a:off x="1194554" y="1398994"/>
              <a:ext cx="88639" cy="567495"/>
              <a:chOff x="1923614" y="2887196"/>
              <a:chExt cx="88639" cy="442297"/>
            </a:xfrm>
            <a:solidFill>
              <a:srgbClr val="002986"/>
            </a:solidFill>
          </p:grpSpPr>
          <p:sp>
            <p:nvSpPr>
              <p:cNvPr id="777" name="Freeform 776">
                <a:extLst>
                  <a:ext uri="{FF2B5EF4-FFF2-40B4-BE49-F238E27FC236}">
                    <a16:creationId xmlns:a16="http://schemas.microsoft.com/office/drawing/2014/main" id="{429541B8-69B3-F5EE-975F-80D4AFD8CF2B}"/>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78" name="Freeform 777">
                <a:extLst>
                  <a:ext uri="{FF2B5EF4-FFF2-40B4-BE49-F238E27FC236}">
                    <a16:creationId xmlns:a16="http://schemas.microsoft.com/office/drawing/2014/main" id="{3A0A2112-EE04-C2E3-2DE4-FEB912E5A286}"/>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74" name="Group 773">
              <a:extLst>
                <a:ext uri="{FF2B5EF4-FFF2-40B4-BE49-F238E27FC236}">
                  <a16:creationId xmlns:a16="http://schemas.microsoft.com/office/drawing/2014/main" id="{B2EE1D8D-A49B-0EA6-56AC-6F8FBC760AFC}"/>
                </a:ext>
              </a:extLst>
            </p:cNvPr>
            <p:cNvGrpSpPr/>
            <p:nvPr/>
          </p:nvGrpSpPr>
          <p:grpSpPr>
            <a:xfrm>
              <a:off x="1386144" y="1398994"/>
              <a:ext cx="88639" cy="567495"/>
              <a:chOff x="1923614" y="2887196"/>
              <a:chExt cx="88639" cy="442297"/>
            </a:xfrm>
            <a:solidFill>
              <a:srgbClr val="002986"/>
            </a:solidFill>
          </p:grpSpPr>
          <p:sp>
            <p:nvSpPr>
              <p:cNvPr id="775" name="Freeform 774">
                <a:extLst>
                  <a:ext uri="{FF2B5EF4-FFF2-40B4-BE49-F238E27FC236}">
                    <a16:creationId xmlns:a16="http://schemas.microsoft.com/office/drawing/2014/main" id="{949F46C3-1502-ECAA-81AD-BE96943F6EE7}"/>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76" name="Freeform 775">
                <a:extLst>
                  <a:ext uri="{FF2B5EF4-FFF2-40B4-BE49-F238E27FC236}">
                    <a16:creationId xmlns:a16="http://schemas.microsoft.com/office/drawing/2014/main" id="{93562C80-35C8-5712-DA2D-641C059C3C9A}"/>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grpSp>
        <p:nvGrpSpPr>
          <p:cNvPr id="755" name="Group 754">
            <a:extLst>
              <a:ext uri="{FF2B5EF4-FFF2-40B4-BE49-F238E27FC236}">
                <a16:creationId xmlns:a16="http://schemas.microsoft.com/office/drawing/2014/main" id="{CD8A8647-4DFD-6763-4370-D2BB45BC6780}"/>
              </a:ext>
            </a:extLst>
          </p:cNvPr>
          <p:cNvGrpSpPr/>
          <p:nvPr/>
        </p:nvGrpSpPr>
        <p:grpSpPr>
          <a:xfrm>
            <a:off x="4687109" y="5695708"/>
            <a:ext cx="663411" cy="277937"/>
            <a:chOff x="811372" y="1398994"/>
            <a:chExt cx="663411" cy="567495"/>
          </a:xfrm>
          <a:solidFill>
            <a:srgbClr val="1990FF"/>
          </a:solidFill>
        </p:grpSpPr>
        <p:grpSp>
          <p:nvGrpSpPr>
            <p:cNvPr id="759" name="Group 758">
              <a:extLst>
                <a:ext uri="{FF2B5EF4-FFF2-40B4-BE49-F238E27FC236}">
                  <a16:creationId xmlns:a16="http://schemas.microsoft.com/office/drawing/2014/main" id="{DED5DF91-F515-4619-23E1-8931DE68248F}"/>
                </a:ext>
              </a:extLst>
            </p:cNvPr>
            <p:cNvGrpSpPr/>
            <p:nvPr/>
          </p:nvGrpSpPr>
          <p:grpSpPr>
            <a:xfrm>
              <a:off x="811372" y="1398994"/>
              <a:ext cx="88639" cy="567495"/>
              <a:chOff x="1923614" y="2887196"/>
              <a:chExt cx="88639" cy="442297"/>
            </a:xfrm>
            <a:grpFill/>
          </p:grpSpPr>
          <p:sp>
            <p:nvSpPr>
              <p:cNvPr id="769" name="Freeform 768">
                <a:extLst>
                  <a:ext uri="{FF2B5EF4-FFF2-40B4-BE49-F238E27FC236}">
                    <a16:creationId xmlns:a16="http://schemas.microsoft.com/office/drawing/2014/main" id="{BC22110A-A6E7-CA45-3E0D-38E33EEAD424}"/>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70" name="Freeform 769">
                <a:extLst>
                  <a:ext uri="{FF2B5EF4-FFF2-40B4-BE49-F238E27FC236}">
                    <a16:creationId xmlns:a16="http://schemas.microsoft.com/office/drawing/2014/main" id="{61C2B1D7-AB96-9251-1F9B-E2F4F281F469}"/>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60" name="Group 759">
              <a:extLst>
                <a:ext uri="{FF2B5EF4-FFF2-40B4-BE49-F238E27FC236}">
                  <a16:creationId xmlns:a16="http://schemas.microsoft.com/office/drawing/2014/main" id="{8291C0F8-6620-FD97-BB59-F863FC827268}"/>
                </a:ext>
              </a:extLst>
            </p:cNvPr>
            <p:cNvGrpSpPr/>
            <p:nvPr/>
          </p:nvGrpSpPr>
          <p:grpSpPr>
            <a:xfrm>
              <a:off x="1002963" y="1398994"/>
              <a:ext cx="88639" cy="567495"/>
              <a:chOff x="1923614" y="2887196"/>
              <a:chExt cx="88639" cy="442297"/>
            </a:xfrm>
            <a:grpFill/>
          </p:grpSpPr>
          <p:sp>
            <p:nvSpPr>
              <p:cNvPr id="767" name="Freeform 766">
                <a:extLst>
                  <a:ext uri="{FF2B5EF4-FFF2-40B4-BE49-F238E27FC236}">
                    <a16:creationId xmlns:a16="http://schemas.microsoft.com/office/drawing/2014/main" id="{31CDDC88-2F13-E012-E81C-101B8259FC1E}"/>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68" name="Freeform 767">
                <a:extLst>
                  <a:ext uri="{FF2B5EF4-FFF2-40B4-BE49-F238E27FC236}">
                    <a16:creationId xmlns:a16="http://schemas.microsoft.com/office/drawing/2014/main" id="{D6AD952A-A4A9-513B-2B0D-682923E0361A}"/>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61" name="Group 760">
              <a:extLst>
                <a:ext uri="{FF2B5EF4-FFF2-40B4-BE49-F238E27FC236}">
                  <a16:creationId xmlns:a16="http://schemas.microsoft.com/office/drawing/2014/main" id="{BD9A7522-9A6E-95F8-559E-031A7EC6D43C}"/>
                </a:ext>
              </a:extLst>
            </p:cNvPr>
            <p:cNvGrpSpPr/>
            <p:nvPr/>
          </p:nvGrpSpPr>
          <p:grpSpPr>
            <a:xfrm>
              <a:off x="1194554" y="1398994"/>
              <a:ext cx="88639" cy="567495"/>
              <a:chOff x="1923614" y="2887196"/>
              <a:chExt cx="88639" cy="442297"/>
            </a:xfrm>
            <a:grpFill/>
          </p:grpSpPr>
          <p:sp>
            <p:nvSpPr>
              <p:cNvPr id="765" name="Freeform 764">
                <a:extLst>
                  <a:ext uri="{FF2B5EF4-FFF2-40B4-BE49-F238E27FC236}">
                    <a16:creationId xmlns:a16="http://schemas.microsoft.com/office/drawing/2014/main" id="{EB399F62-9C55-2F41-0881-ED2DF4147626}"/>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66" name="Freeform 765">
                <a:extLst>
                  <a:ext uri="{FF2B5EF4-FFF2-40B4-BE49-F238E27FC236}">
                    <a16:creationId xmlns:a16="http://schemas.microsoft.com/office/drawing/2014/main" id="{EA2965E2-F569-2818-435C-938ED1E58447}"/>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62" name="Group 761">
              <a:extLst>
                <a:ext uri="{FF2B5EF4-FFF2-40B4-BE49-F238E27FC236}">
                  <a16:creationId xmlns:a16="http://schemas.microsoft.com/office/drawing/2014/main" id="{66AC3566-DADE-44BD-AA1B-1F009F0E0F7A}"/>
                </a:ext>
              </a:extLst>
            </p:cNvPr>
            <p:cNvGrpSpPr/>
            <p:nvPr/>
          </p:nvGrpSpPr>
          <p:grpSpPr>
            <a:xfrm>
              <a:off x="1386144" y="1398994"/>
              <a:ext cx="88639" cy="567495"/>
              <a:chOff x="1923614" y="2887196"/>
              <a:chExt cx="88639" cy="442297"/>
            </a:xfrm>
            <a:grpFill/>
          </p:grpSpPr>
          <p:sp>
            <p:nvSpPr>
              <p:cNvPr id="763" name="Freeform 762">
                <a:extLst>
                  <a:ext uri="{FF2B5EF4-FFF2-40B4-BE49-F238E27FC236}">
                    <a16:creationId xmlns:a16="http://schemas.microsoft.com/office/drawing/2014/main" id="{DE1EABE4-9D41-FB91-E867-491F2BC915A4}"/>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64" name="Freeform 763">
                <a:extLst>
                  <a:ext uri="{FF2B5EF4-FFF2-40B4-BE49-F238E27FC236}">
                    <a16:creationId xmlns:a16="http://schemas.microsoft.com/office/drawing/2014/main" id="{4FD4B722-13C2-AF48-CB61-793068E45848}"/>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sp>
        <p:nvSpPr>
          <p:cNvPr id="756" name="Rectangle 755">
            <a:extLst>
              <a:ext uri="{FF2B5EF4-FFF2-40B4-BE49-F238E27FC236}">
                <a16:creationId xmlns:a16="http://schemas.microsoft.com/office/drawing/2014/main" id="{AA052141-7D6C-3E3B-07D9-CA1214BD84EA}"/>
              </a:ext>
            </a:extLst>
          </p:cNvPr>
          <p:cNvSpPr/>
          <p:nvPr/>
        </p:nvSpPr>
        <p:spPr>
          <a:xfrm>
            <a:off x="4039189" y="4195149"/>
            <a:ext cx="1937007" cy="900423"/>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a:t>
            </a:r>
            <a:endParaRPr lang="en-US" sz="1000"/>
          </a:p>
        </p:txBody>
      </p:sp>
      <p:sp>
        <p:nvSpPr>
          <p:cNvPr id="757" name="Rectangle 756">
            <a:extLst>
              <a:ext uri="{FF2B5EF4-FFF2-40B4-BE49-F238E27FC236}">
                <a16:creationId xmlns:a16="http://schemas.microsoft.com/office/drawing/2014/main" id="{1E833E44-6894-3471-222A-2B6BFCECD703}"/>
              </a:ext>
            </a:extLst>
          </p:cNvPr>
          <p:cNvSpPr/>
          <p:nvPr/>
        </p:nvSpPr>
        <p:spPr>
          <a:xfrm>
            <a:off x="4039189" y="5737004"/>
            <a:ext cx="1937007" cy="184925"/>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a:t>
            </a:r>
            <a:endParaRPr lang="en-US" sz="1000"/>
          </a:p>
        </p:txBody>
      </p:sp>
      <p:sp>
        <p:nvSpPr>
          <p:cNvPr id="758" name="TextBox 757">
            <a:extLst>
              <a:ext uri="{FF2B5EF4-FFF2-40B4-BE49-F238E27FC236}">
                <a16:creationId xmlns:a16="http://schemas.microsoft.com/office/drawing/2014/main" id="{1BD55339-178B-DA66-90F6-B9393C08D220}"/>
              </a:ext>
            </a:extLst>
          </p:cNvPr>
          <p:cNvSpPr txBox="1"/>
          <p:nvPr/>
        </p:nvSpPr>
        <p:spPr>
          <a:xfrm>
            <a:off x="4765502" y="5319492"/>
            <a:ext cx="479301" cy="230832"/>
          </a:xfrm>
          <a:prstGeom prst="rect">
            <a:avLst/>
          </a:prstGeom>
          <a:solidFill>
            <a:schemeClr val="bg1">
              <a:alpha val="85000"/>
            </a:schemeClr>
          </a:solidFill>
          <a:ln w="6350">
            <a:noFill/>
          </a:ln>
        </p:spPr>
        <p:txBody>
          <a:bodyPr wrap="square" tIns="0" bIns="0">
            <a:spAutoFit/>
          </a:bodyPr>
          <a:lstStyle/>
          <a:p>
            <a:pPr algn="ctr"/>
            <a:r>
              <a:rPr lang="en-US" sz="1500">
                <a:solidFill>
                  <a:srgbClr val="002A86"/>
                </a:solidFill>
                <a:latin typeface="72" panose="020B0503030000000003" pitchFamily="34" charset="0"/>
                <a:cs typeface="72 Semibold" panose="020B0603030000000003" pitchFamily="34" charset="0"/>
              </a:rPr>
              <a:t>05</a:t>
            </a:r>
            <a:endParaRPr lang="en-US" sz="1500">
              <a:latin typeface="72" panose="020B0503030000000003" pitchFamily="34" charset="0"/>
            </a:endParaRPr>
          </a:p>
        </p:txBody>
      </p:sp>
      <p:grpSp>
        <p:nvGrpSpPr>
          <p:cNvPr id="784" name="Group 783">
            <a:extLst>
              <a:ext uri="{FF2B5EF4-FFF2-40B4-BE49-F238E27FC236}">
                <a16:creationId xmlns:a16="http://schemas.microsoft.com/office/drawing/2014/main" id="{22D5CFBF-393C-14B7-DF77-90FC662DC763}"/>
              </a:ext>
            </a:extLst>
          </p:cNvPr>
          <p:cNvGrpSpPr/>
          <p:nvPr/>
        </p:nvGrpSpPr>
        <p:grpSpPr>
          <a:xfrm>
            <a:off x="8305851" y="4114622"/>
            <a:ext cx="663411" cy="1074748"/>
            <a:chOff x="811372" y="1398994"/>
            <a:chExt cx="663411" cy="567495"/>
          </a:xfrm>
        </p:grpSpPr>
        <p:grpSp>
          <p:nvGrpSpPr>
            <p:cNvPr id="801" name="Group 800">
              <a:extLst>
                <a:ext uri="{FF2B5EF4-FFF2-40B4-BE49-F238E27FC236}">
                  <a16:creationId xmlns:a16="http://schemas.microsoft.com/office/drawing/2014/main" id="{371E90FE-02B8-62D4-C091-04045CE4391D}"/>
                </a:ext>
              </a:extLst>
            </p:cNvPr>
            <p:cNvGrpSpPr/>
            <p:nvPr/>
          </p:nvGrpSpPr>
          <p:grpSpPr>
            <a:xfrm>
              <a:off x="811372" y="1398994"/>
              <a:ext cx="88639" cy="567495"/>
              <a:chOff x="1923614" y="2887196"/>
              <a:chExt cx="88639" cy="442297"/>
            </a:xfrm>
            <a:solidFill>
              <a:srgbClr val="002986"/>
            </a:solidFill>
          </p:grpSpPr>
          <p:sp>
            <p:nvSpPr>
              <p:cNvPr id="811" name="Freeform 810">
                <a:extLst>
                  <a:ext uri="{FF2B5EF4-FFF2-40B4-BE49-F238E27FC236}">
                    <a16:creationId xmlns:a16="http://schemas.microsoft.com/office/drawing/2014/main" id="{A5ECECC2-CB52-38E0-64AE-CA50CAB4D4ED}"/>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812" name="Freeform 811">
                <a:extLst>
                  <a:ext uri="{FF2B5EF4-FFF2-40B4-BE49-F238E27FC236}">
                    <a16:creationId xmlns:a16="http://schemas.microsoft.com/office/drawing/2014/main" id="{AF8E39C8-FE08-6EC9-7F53-7F6A986CC5EE}"/>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802" name="Group 801">
              <a:extLst>
                <a:ext uri="{FF2B5EF4-FFF2-40B4-BE49-F238E27FC236}">
                  <a16:creationId xmlns:a16="http://schemas.microsoft.com/office/drawing/2014/main" id="{D787BE1A-7607-024F-7F87-FDF42168B8A5}"/>
                </a:ext>
              </a:extLst>
            </p:cNvPr>
            <p:cNvGrpSpPr/>
            <p:nvPr/>
          </p:nvGrpSpPr>
          <p:grpSpPr>
            <a:xfrm>
              <a:off x="1002963" y="1398994"/>
              <a:ext cx="88639" cy="567495"/>
              <a:chOff x="1923614" y="2887196"/>
              <a:chExt cx="88639" cy="442297"/>
            </a:xfrm>
            <a:solidFill>
              <a:srgbClr val="002986"/>
            </a:solidFill>
          </p:grpSpPr>
          <p:sp>
            <p:nvSpPr>
              <p:cNvPr id="809" name="Freeform 808">
                <a:extLst>
                  <a:ext uri="{FF2B5EF4-FFF2-40B4-BE49-F238E27FC236}">
                    <a16:creationId xmlns:a16="http://schemas.microsoft.com/office/drawing/2014/main" id="{011A8978-356C-C75A-58A6-2BEBC32AD093}"/>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810" name="Freeform 809">
                <a:extLst>
                  <a:ext uri="{FF2B5EF4-FFF2-40B4-BE49-F238E27FC236}">
                    <a16:creationId xmlns:a16="http://schemas.microsoft.com/office/drawing/2014/main" id="{1FFB8EE8-6DB6-1253-6870-A39CAAF1C360}"/>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803" name="Group 802">
              <a:extLst>
                <a:ext uri="{FF2B5EF4-FFF2-40B4-BE49-F238E27FC236}">
                  <a16:creationId xmlns:a16="http://schemas.microsoft.com/office/drawing/2014/main" id="{C855F1F8-C376-0564-B03F-142E5C68DE8C}"/>
                </a:ext>
              </a:extLst>
            </p:cNvPr>
            <p:cNvGrpSpPr/>
            <p:nvPr/>
          </p:nvGrpSpPr>
          <p:grpSpPr>
            <a:xfrm>
              <a:off x="1194554" y="1398994"/>
              <a:ext cx="88639" cy="567495"/>
              <a:chOff x="1923614" y="2887196"/>
              <a:chExt cx="88639" cy="442297"/>
            </a:xfrm>
            <a:solidFill>
              <a:srgbClr val="002986"/>
            </a:solidFill>
          </p:grpSpPr>
          <p:sp>
            <p:nvSpPr>
              <p:cNvPr id="807" name="Freeform 806">
                <a:extLst>
                  <a:ext uri="{FF2B5EF4-FFF2-40B4-BE49-F238E27FC236}">
                    <a16:creationId xmlns:a16="http://schemas.microsoft.com/office/drawing/2014/main" id="{92E0128F-3CDE-212F-6DA8-4B5088E10990}"/>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808" name="Freeform 807">
                <a:extLst>
                  <a:ext uri="{FF2B5EF4-FFF2-40B4-BE49-F238E27FC236}">
                    <a16:creationId xmlns:a16="http://schemas.microsoft.com/office/drawing/2014/main" id="{6E847FE1-3D86-53B6-18BC-9609A313571F}"/>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804" name="Group 803">
              <a:extLst>
                <a:ext uri="{FF2B5EF4-FFF2-40B4-BE49-F238E27FC236}">
                  <a16:creationId xmlns:a16="http://schemas.microsoft.com/office/drawing/2014/main" id="{9729E272-7B2F-091E-617B-FD25C9A4FC77}"/>
                </a:ext>
              </a:extLst>
            </p:cNvPr>
            <p:cNvGrpSpPr/>
            <p:nvPr/>
          </p:nvGrpSpPr>
          <p:grpSpPr>
            <a:xfrm>
              <a:off x="1386144" y="1398994"/>
              <a:ext cx="88639" cy="567495"/>
              <a:chOff x="1923614" y="2887196"/>
              <a:chExt cx="88639" cy="442297"/>
            </a:xfrm>
            <a:solidFill>
              <a:srgbClr val="002986"/>
            </a:solidFill>
          </p:grpSpPr>
          <p:sp>
            <p:nvSpPr>
              <p:cNvPr id="805" name="Freeform 804">
                <a:extLst>
                  <a:ext uri="{FF2B5EF4-FFF2-40B4-BE49-F238E27FC236}">
                    <a16:creationId xmlns:a16="http://schemas.microsoft.com/office/drawing/2014/main" id="{A39F806F-D8F1-EDD1-9255-589EE4764A11}"/>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806" name="Freeform 805">
                <a:extLst>
                  <a:ext uri="{FF2B5EF4-FFF2-40B4-BE49-F238E27FC236}">
                    <a16:creationId xmlns:a16="http://schemas.microsoft.com/office/drawing/2014/main" id="{0C663E5E-A3E8-1E28-16C3-80075B7FB88C}"/>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grpSp>
        <p:nvGrpSpPr>
          <p:cNvPr id="785" name="Group 784">
            <a:extLst>
              <a:ext uri="{FF2B5EF4-FFF2-40B4-BE49-F238E27FC236}">
                <a16:creationId xmlns:a16="http://schemas.microsoft.com/office/drawing/2014/main" id="{D8739462-034E-879D-3F1A-F978EF1094A2}"/>
              </a:ext>
            </a:extLst>
          </p:cNvPr>
          <p:cNvGrpSpPr/>
          <p:nvPr/>
        </p:nvGrpSpPr>
        <p:grpSpPr>
          <a:xfrm>
            <a:off x="8310240" y="5695708"/>
            <a:ext cx="663411" cy="277937"/>
            <a:chOff x="811372" y="1398994"/>
            <a:chExt cx="663411" cy="567495"/>
          </a:xfrm>
          <a:solidFill>
            <a:srgbClr val="1990FF"/>
          </a:solidFill>
        </p:grpSpPr>
        <p:grpSp>
          <p:nvGrpSpPr>
            <p:cNvPr id="789" name="Group 788">
              <a:extLst>
                <a:ext uri="{FF2B5EF4-FFF2-40B4-BE49-F238E27FC236}">
                  <a16:creationId xmlns:a16="http://schemas.microsoft.com/office/drawing/2014/main" id="{68F2CCDC-078B-16A8-0B5B-152F464FC756}"/>
                </a:ext>
              </a:extLst>
            </p:cNvPr>
            <p:cNvGrpSpPr/>
            <p:nvPr/>
          </p:nvGrpSpPr>
          <p:grpSpPr>
            <a:xfrm>
              <a:off x="811372" y="1398994"/>
              <a:ext cx="88639" cy="567495"/>
              <a:chOff x="1923614" y="2887196"/>
              <a:chExt cx="88639" cy="442297"/>
            </a:xfrm>
            <a:grpFill/>
          </p:grpSpPr>
          <p:sp>
            <p:nvSpPr>
              <p:cNvPr id="799" name="Freeform 798">
                <a:extLst>
                  <a:ext uri="{FF2B5EF4-FFF2-40B4-BE49-F238E27FC236}">
                    <a16:creationId xmlns:a16="http://schemas.microsoft.com/office/drawing/2014/main" id="{36D3D497-9734-327D-9085-EC5669C6745A}"/>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800" name="Freeform 799">
                <a:extLst>
                  <a:ext uri="{FF2B5EF4-FFF2-40B4-BE49-F238E27FC236}">
                    <a16:creationId xmlns:a16="http://schemas.microsoft.com/office/drawing/2014/main" id="{49D4C529-3D46-D103-3A8D-32A79F17CB16}"/>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90" name="Group 789">
              <a:extLst>
                <a:ext uri="{FF2B5EF4-FFF2-40B4-BE49-F238E27FC236}">
                  <a16:creationId xmlns:a16="http://schemas.microsoft.com/office/drawing/2014/main" id="{F376EBF7-5F72-5453-BE85-E7B6CC0658D2}"/>
                </a:ext>
              </a:extLst>
            </p:cNvPr>
            <p:cNvGrpSpPr/>
            <p:nvPr/>
          </p:nvGrpSpPr>
          <p:grpSpPr>
            <a:xfrm>
              <a:off x="1002963" y="1398994"/>
              <a:ext cx="88639" cy="567495"/>
              <a:chOff x="1923614" y="2887196"/>
              <a:chExt cx="88639" cy="442297"/>
            </a:xfrm>
            <a:grpFill/>
          </p:grpSpPr>
          <p:sp>
            <p:nvSpPr>
              <p:cNvPr id="797" name="Freeform 796">
                <a:extLst>
                  <a:ext uri="{FF2B5EF4-FFF2-40B4-BE49-F238E27FC236}">
                    <a16:creationId xmlns:a16="http://schemas.microsoft.com/office/drawing/2014/main" id="{F09D7F7F-CB3D-F06F-CB65-FE367369E78B}"/>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98" name="Freeform 797">
                <a:extLst>
                  <a:ext uri="{FF2B5EF4-FFF2-40B4-BE49-F238E27FC236}">
                    <a16:creationId xmlns:a16="http://schemas.microsoft.com/office/drawing/2014/main" id="{DB855D1F-57ED-C7D1-095E-CF6EFD2B8CDB}"/>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91" name="Group 790">
              <a:extLst>
                <a:ext uri="{FF2B5EF4-FFF2-40B4-BE49-F238E27FC236}">
                  <a16:creationId xmlns:a16="http://schemas.microsoft.com/office/drawing/2014/main" id="{7D2ADE78-B8B8-B0BF-27DC-47E51D1FB690}"/>
                </a:ext>
              </a:extLst>
            </p:cNvPr>
            <p:cNvGrpSpPr/>
            <p:nvPr/>
          </p:nvGrpSpPr>
          <p:grpSpPr>
            <a:xfrm>
              <a:off x="1194554" y="1398994"/>
              <a:ext cx="88639" cy="567495"/>
              <a:chOff x="1923614" y="2887196"/>
              <a:chExt cx="88639" cy="442297"/>
            </a:xfrm>
            <a:grpFill/>
          </p:grpSpPr>
          <p:sp>
            <p:nvSpPr>
              <p:cNvPr id="795" name="Freeform 794">
                <a:extLst>
                  <a:ext uri="{FF2B5EF4-FFF2-40B4-BE49-F238E27FC236}">
                    <a16:creationId xmlns:a16="http://schemas.microsoft.com/office/drawing/2014/main" id="{D7DA0235-C9F6-F894-163E-19D4FF0D9C26}"/>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96" name="Freeform 795">
                <a:extLst>
                  <a:ext uri="{FF2B5EF4-FFF2-40B4-BE49-F238E27FC236}">
                    <a16:creationId xmlns:a16="http://schemas.microsoft.com/office/drawing/2014/main" id="{6F9541EB-4FC7-2322-6397-ABE2BCCB7CF8}"/>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nvGrpSpPr>
            <p:cNvPr id="792" name="Group 791">
              <a:extLst>
                <a:ext uri="{FF2B5EF4-FFF2-40B4-BE49-F238E27FC236}">
                  <a16:creationId xmlns:a16="http://schemas.microsoft.com/office/drawing/2014/main" id="{88F5F5CC-DD2C-C0EB-0499-4CB47080FD42}"/>
                </a:ext>
              </a:extLst>
            </p:cNvPr>
            <p:cNvGrpSpPr/>
            <p:nvPr/>
          </p:nvGrpSpPr>
          <p:grpSpPr>
            <a:xfrm>
              <a:off x="1386144" y="1398994"/>
              <a:ext cx="88639" cy="567495"/>
              <a:chOff x="1923614" y="2887196"/>
              <a:chExt cx="88639" cy="442297"/>
            </a:xfrm>
            <a:grpFill/>
          </p:grpSpPr>
          <p:sp>
            <p:nvSpPr>
              <p:cNvPr id="793" name="Freeform 792">
                <a:extLst>
                  <a:ext uri="{FF2B5EF4-FFF2-40B4-BE49-F238E27FC236}">
                    <a16:creationId xmlns:a16="http://schemas.microsoft.com/office/drawing/2014/main" id="{37D325E4-FB56-4D91-0336-A1481B0BB6CD}"/>
                  </a:ext>
                </a:extLst>
              </p:cNvPr>
              <p:cNvSpPr/>
              <p:nvPr/>
            </p:nvSpPr>
            <p:spPr>
              <a:xfrm>
                <a:off x="1923614" y="2887196"/>
                <a:ext cx="87620" cy="442297"/>
              </a:xfrm>
              <a:custGeom>
                <a:avLst/>
                <a:gdLst>
                  <a:gd name="connsiteX0" fmla="*/ 0 w 116622"/>
                  <a:gd name="connsiteY0" fmla="*/ 0 h 588697"/>
                  <a:gd name="connsiteX1" fmla="*/ 116623 w 116622"/>
                  <a:gd name="connsiteY1" fmla="*/ 0 h 588697"/>
                  <a:gd name="connsiteX2" fmla="*/ 116623 w 116622"/>
                  <a:gd name="connsiteY2" fmla="*/ 588697 h 588697"/>
                  <a:gd name="connsiteX3" fmla="*/ 0 w 116622"/>
                  <a:gd name="connsiteY3" fmla="*/ 588697 h 588697"/>
                </a:gdLst>
                <a:ahLst/>
                <a:cxnLst>
                  <a:cxn ang="0">
                    <a:pos x="connsiteX0" y="connsiteY0"/>
                  </a:cxn>
                  <a:cxn ang="0">
                    <a:pos x="connsiteX1" y="connsiteY1"/>
                  </a:cxn>
                  <a:cxn ang="0">
                    <a:pos x="connsiteX2" y="connsiteY2"/>
                  </a:cxn>
                  <a:cxn ang="0">
                    <a:pos x="connsiteX3" y="connsiteY3"/>
                  </a:cxn>
                </a:cxnLst>
                <a:rect l="l" t="t" r="r" b="b"/>
                <a:pathLst>
                  <a:path w="116622" h="588697">
                    <a:moveTo>
                      <a:pt x="0" y="0"/>
                    </a:moveTo>
                    <a:lnTo>
                      <a:pt x="116623" y="0"/>
                    </a:lnTo>
                    <a:lnTo>
                      <a:pt x="116623" y="588697"/>
                    </a:lnTo>
                    <a:lnTo>
                      <a:pt x="0" y="588697"/>
                    </a:lnTo>
                    <a:close/>
                  </a:path>
                </a:pathLst>
              </a:custGeom>
              <a:grpFill/>
              <a:ln w="6350" cap="flat">
                <a:solidFill>
                  <a:schemeClr val="tx1"/>
                </a:solidFill>
                <a:prstDash val="solid"/>
                <a:miter/>
              </a:ln>
            </p:spPr>
            <p:txBody>
              <a:bodyPr rtlCol="0" anchor="ctr"/>
              <a:lstStyle/>
              <a:p>
                <a:endParaRPr lang="en-US"/>
              </a:p>
            </p:txBody>
          </p:sp>
          <p:sp>
            <p:nvSpPr>
              <p:cNvPr id="794" name="Freeform 793">
                <a:extLst>
                  <a:ext uri="{FF2B5EF4-FFF2-40B4-BE49-F238E27FC236}">
                    <a16:creationId xmlns:a16="http://schemas.microsoft.com/office/drawing/2014/main" id="{7B473B84-6EFD-87A2-46E2-6D2341652B07}"/>
                  </a:ext>
                </a:extLst>
              </p:cNvPr>
              <p:cNvSpPr/>
              <p:nvPr/>
            </p:nvSpPr>
            <p:spPr>
              <a:xfrm>
                <a:off x="1924633" y="2887196"/>
                <a:ext cx="87620" cy="442297"/>
              </a:xfrm>
              <a:custGeom>
                <a:avLst/>
                <a:gdLst>
                  <a:gd name="connsiteX0" fmla="*/ 116623 w 116622"/>
                  <a:gd name="connsiteY0" fmla="*/ 0 h 588697"/>
                  <a:gd name="connsiteX1" fmla="*/ 116623 w 116622"/>
                  <a:gd name="connsiteY1" fmla="*/ 588697 h 588697"/>
                  <a:gd name="connsiteX2" fmla="*/ 0 w 116622"/>
                  <a:gd name="connsiteY2" fmla="*/ 588697 h 588697"/>
                  <a:gd name="connsiteX3" fmla="*/ 0 w 116622"/>
                  <a:gd name="connsiteY3" fmla="*/ 571691 h 588697"/>
                  <a:gd name="connsiteX4" fmla="*/ 102604 w 116622"/>
                  <a:gd name="connsiteY4" fmla="*/ 571691 h 588697"/>
                  <a:gd name="connsiteX5" fmla="*/ 102604 w 116622"/>
                  <a:gd name="connsiteY5" fmla="*/ 0 h 588697"/>
                  <a:gd name="connsiteX6" fmla="*/ 116623 w 116622"/>
                  <a:gd name="connsiteY6" fmla="*/ 0 h 58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622" h="588697">
                    <a:moveTo>
                      <a:pt x="116623" y="0"/>
                    </a:moveTo>
                    <a:lnTo>
                      <a:pt x="116623" y="588697"/>
                    </a:lnTo>
                    <a:lnTo>
                      <a:pt x="0" y="588697"/>
                    </a:lnTo>
                    <a:lnTo>
                      <a:pt x="0" y="571691"/>
                    </a:lnTo>
                    <a:lnTo>
                      <a:pt x="102604" y="571691"/>
                    </a:lnTo>
                    <a:lnTo>
                      <a:pt x="102604" y="0"/>
                    </a:lnTo>
                    <a:lnTo>
                      <a:pt x="116623" y="0"/>
                    </a:lnTo>
                    <a:close/>
                  </a:path>
                </a:pathLst>
              </a:custGeom>
              <a:grpFill/>
              <a:ln w="6350" cap="flat">
                <a:solidFill>
                  <a:schemeClr val="tx1"/>
                </a:solidFill>
                <a:prstDash val="solid"/>
                <a:miter/>
              </a:ln>
            </p:spPr>
            <p:txBody>
              <a:bodyPr rtlCol="0" anchor="ctr"/>
              <a:lstStyle/>
              <a:p>
                <a:endParaRPr lang="en-US"/>
              </a:p>
            </p:txBody>
          </p:sp>
        </p:grpSp>
      </p:grpSp>
      <p:sp>
        <p:nvSpPr>
          <p:cNvPr id="786" name="Rectangle 785">
            <a:extLst>
              <a:ext uri="{FF2B5EF4-FFF2-40B4-BE49-F238E27FC236}">
                <a16:creationId xmlns:a16="http://schemas.microsoft.com/office/drawing/2014/main" id="{68D511B9-F40B-4ED1-A72F-9022A138F684}"/>
              </a:ext>
            </a:extLst>
          </p:cNvPr>
          <p:cNvSpPr/>
          <p:nvPr/>
        </p:nvSpPr>
        <p:spPr>
          <a:xfrm>
            <a:off x="7662320" y="4195149"/>
            <a:ext cx="1937007" cy="900423"/>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 dolor sit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amet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consectetur</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adipiscing</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elit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Duis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suscipit</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arcu</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 sed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sodales</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a:t>
            </a:r>
            <a:r>
              <a:rPr lang="en-US" sz="1000" err="1">
                <a:solidFill>
                  <a:srgbClr val="00144A"/>
                </a:solidFill>
                <a:latin typeface="72" panose="020B0503030000000003" pitchFamily="34" charset="0"/>
                <a:ea typeface="Roboto Light" panose="02000000000000000000" pitchFamily="2" charset="0"/>
                <a:cs typeface="72" panose="020B0503030000000003" pitchFamily="34" charset="0"/>
              </a:rPr>
              <a:t>dignissim</a:t>
            </a: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 nisi</a:t>
            </a:r>
            <a:endParaRPr lang="en-US" sz="1000"/>
          </a:p>
        </p:txBody>
      </p:sp>
      <p:sp>
        <p:nvSpPr>
          <p:cNvPr id="787" name="Rectangle 786">
            <a:extLst>
              <a:ext uri="{FF2B5EF4-FFF2-40B4-BE49-F238E27FC236}">
                <a16:creationId xmlns:a16="http://schemas.microsoft.com/office/drawing/2014/main" id="{CCA3FAF0-E281-14E7-462C-10304A067F1F}"/>
              </a:ext>
            </a:extLst>
          </p:cNvPr>
          <p:cNvSpPr/>
          <p:nvPr/>
        </p:nvSpPr>
        <p:spPr>
          <a:xfrm>
            <a:off x="7662320" y="5737004"/>
            <a:ext cx="1937007" cy="184925"/>
          </a:xfrm>
          <a:prstGeom prst="rect">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rgbClr val="00144A"/>
                </a:solidFill>
                <a:latin typeface="72" panose="020B0503030000000003" pitchFamily="34" charset="0"/>
                <a:ea typeface="Roboto Light" panose="02000000000000000000" pitchFamily="2" charset="0"/>
                <a:cs typeface="72" panose="020B0503030000000003" pitchFamily="34" charset="0"/>
              </a:rPr>
              <a:t>Lorem ipsum</a:t>
            </a:r>
            <a:endParaRPr lang="en-US" sz="1000"/>
          </a:p>
        </p:txBody>
      </p:sp>
      <p:sp>
        <p:nvSpPr>
          <p:cNvPr id="788" name="TextBox 787">
            <a:extLst>
              <a:ext uri="{FF2B5EF4-FFF2-40B4-BE49-F238E27FC236}">
                <a16:creationId xmlns:a16="http://schemas.microsoft.com/office/drawing/2014/main" id="{26EDD910-A0F2-D0D0-8301-1B4619109B07}"/>
              </a:ext>
            </a:extLst>
          </p:cNvPr>
          <p:cNvSpPr txBox="1"/>
          <p:nvPr/>
        </p:nvSpPr>
        <p:spPr>
          <a:xfrm>
            <a:off x="8388633" y="5319492"/>
            <a:ext cx="479301" cy="230832"/>
          </a:xfrm>
          <a:prstGeom prst="rect">
            <a:avLst/>
          </a:prstGeom>
          <a:solidFill>
            <a:schemeClr val="bg1">
              <a:alpha val="85000"/>
            </a:schemeClr>
          </a:solidFill>
          <a:ln w="6350">
            <a:noFill/>
          </a:ln>
        </p:spPr>
        <p:txBody>
          <a:bodyPr wrap="square" tIns="0" bIns="0">
            <a:spAutoFit/>
          </a:bodyPr>
          <a:lstStyle/>
          <a:p>
            <a:pPr algn="ctr"/>
            <a:r>
              <a:rPr lang="en-US" sz="1500">
                <a:solidFill>
                  <a:srgbClr val="002A86"/>
                </a:solidFill>
                <a:latin typeface="72" panose="020B0503030000000003" pitchFamily="34" charset="0"/>
                <a:cs typeface="72 Semibold" panose="020B0603030000000003" pitchFamily="34" charset="0"/>
              </a:rPr>
              <a:t>04</a:t>
            </a:r>
            <a:endParaRPr lang="en-US" sz="1500">
              <a:latin typeface="72" panose="020B0503030000000003" pitchFamily="34" charset="0"/>
            </a:endParaRPr>
          </a:p>
        </p:txBody>
      </p:sp>
      <p:sp>
        <p:nvSpPr>
          <p:cNvPr id="2" name="Title 1">
            <a:extLst>
              <a:ext uri="{FF2B5EF4-FFF2-40B4-BE49-F238E27FC236}">
                <a16:creationId xmlns:a16="http://schemas.microsoft.com/office/drawing/2014/main" id="{661B328D-A956-7954-3A85-4B3F536EFC4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79981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5B01C085-BBCF-8D22-992D-B70A999E381D}"/>
              </a:ext>
            </a:extLst>
          </p:cNvPr>
          <p:cNvGraphicFramePr/>
          <p:nvPr>
            <p:extLst>
              <p:ext uri="{D42A27DB-BD31-4B8C-83A1-F6EECF244321}">
                <p14:modId xmlns:p14="http://schemas.microsoft.com/office/powerpoint/2010/main" val="198118990"/>
              </p:ext>
            </p:extLst>
          </p:nvPr>
        </p:nvGraphicFramePr>
        <p:xfrm>
          <a:off x="407989" y="1547447"/>
          <a:ext cx="5472111" cy="345537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46187D20-C6E8-ADD9-A2E9-44970945C5AD}"/>
              </a:ext>
            </a:extLst>
          </p:cNvPr>
          <p:cNvGraphicFramePr/>
          <p:nvPr>
            <p:extLst>
              <p:ext uri="{D42A27DB-BD31-4B8C-83A1-F6EECF244321}">
                <p14:modId xmlns:p14="http://schemas.microsoft.com/office/powerpoint/2010/main" val="3162153593"/>
              </p:ext>
            </p:extLst>
          </p:nvPr>
        </p:nvGraphicFramePr>
        <p:xfrm>
          <a:off x="6311902" y="1547447"/>
          <a:ext cx="5472111" cy="3455376"/>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EE38C430-0D9D-C5EA-1682-A50DFF50C67F}"/>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07559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0136E403-4F2E-B753-61B9-69B587FA43C3}"/>
              </a:ext>
            </a:extLst>
          </p:cNvPr>
          <p:cNvGraphicFramePr/>
          <p:nvPr>
            <p:extLst>
              <p:ext uri="{D42A27DB-BD31-4B8C-83A1-F6EECF244321}">
                <p14:modId xmlns:p14="http://schemas.microsoft.com/office/powerpoint/2010/main" val="283018965"/>
              </p:ext>
            </p:extLst>
          </p:nvPr>
        </p:nvGraphicFramePr>
        <p:xfrm>
          <a:off x="407989" y="1557338"/>
          <a:ext cx="5482858" cy="37444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4E8A3A1C-CFB6-70E0-84A8-DE580ACFFCBB}"/>
              </a:ext>
            </a:extLst>
          </p:cNvPr>
          <p:cNvGraphicFramePr/>
          <p:nvPr>
            <p:extLst>
              <p:ext uri="{D42A27DB-BD31-4B8C-83A1-F6EECF244321}">
                <p14:modId xmlns:p14="http://schemas.microsoft.com/office/powerpoint/2010/main" val="2813853002"/>
              </p:ext>
            </p:extLst>
          </p:nvPr>
        </p:nvGraphicFramePr>
        <p:xfrm>
          <a:off x="6301153" y="1557337"/>
          <a:ext cx="5482860" cy="3734329"/>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a:extLst>
              <a:ext uri="{FF2B5EF4-FFF2-40B4-BE49-F238E27FC236}">
                <a16:creationId xmlns:a16="http://schemas.microsoft.com/office/drawing/2014/main" id="{A982E2E7-FBF8-0D77-6E64-23EEE36E74F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581535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6FAAB91-DF51-FBE8-7FBD-D5AA4DD72F8F}"/>
              </a:ext>
            </a:extLst>
          </p:cNvPr>
          <p:cNvGraphicFramePr>
            <a:graphicFrameLocks noGrp="1"/>
          </p:cNvGraphicFramePr>
          <p:nvPr>
            <p:extLst>
              <p:ext uri="{D42A27DB-BD31-4B8C-83A1-F6EECF244321}">
                <p14:modId xmlns:p14="http://schemas.microsoft.com/office/powerpoint/2010/main" val="1360341108"/>
              </p:ext>
            </p:extLst>
          </p:nvPr>
        </p:nvGraphicFramePr>
        <p:xfrm>
          <a:off x="407987" y="1149531"/>
          <a:ext cx="11376024" cy="4448786"/>
        </p:xfrm>
        <a:graphic>
          <a:graphicData uri="http://schemas.openxmlformats.org/drawingml/2006/table">
            <a:tbl>
              <a:tblPr firstRow="1" bandRow="1">
                <a:tableStyleId>{5C22544A-7EE6-4342-B048-85BDC9FD1C3A}</a:tableStyleId>
              </a:tblPr>
              <a:tblGrid>
                <a:gridCol w="3792008">
                  <a:extLst>
                    <a:ext uri="{9D8B030D-6E8A-4147-A177-3AD203B41FA5}">
                      <a16:colId xmlns:a16="http://schemas.microsoft.com/office/drawing/2014/main" val="241047162"/>
                    </a:ext>
                  </a:extLst>
                </a:gridCol>
                <a:gridCol w="3792008">
                  <a:extLst>
                    <a:ext uri="{9D8B030D-6E8A-4147-A177-3AD203B41FA5}">
                      <a16:colId xmlns:a16="http://schemas.microsoft.com/office/drawing/2014/main" val="1029551885"/>
                    </a:ext>
                  </a:extLst>
                </a:gridCol>
                <a:gridCol w="3792008">
                  <a:extLst>
                    <a:ext uri="{9D8B030D-6E8A-4147-A177-3AD203B41FA5}">
                      <a16:colId xmlns:a16="http://schemas.microsoft.com/office/drawing/2014/main" val="316603709"/>
                    </a:ext>
                  </a:extLst>
                </a:gridCol>
              </a:tblGrid>
              <a:tr h="412922">
                <a:tc>
                  <a:txBody>
                    <a:bodyPr/>
                    <a:lstStyle/>
                    <a:p>
                      <a:pPr algn="l"/>
                      <a:r>
                        <a:rPr lang="en-US" sz="1200" b="0" i="0">
                          <a:latin typeface="72 Semibold" panose="020B0603030000000003" pitchFamily="34" charset="0"/>
                          <a:cs typeface="72 Semibold" panose="020B0603030000000003" pitchFamily="34" charset="0"/>
                        </a:rPr>
                        <a:t>Heading 1</a:t>
                      </a:r>
                    </a:p>
                  </a:txBody>
                  <a:tcPr anchor="ctr">
                    <a:solidFill>
                      <a:srgbClr val="002A8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72 Semibold" panose="020B0603030000000003" pitchFamily="34" charset="0"/>
                          <a:cs typeface="72 Semibold" panose="020B0603030000000003" pitchFamily="34" charset="0"/>
                        </a:rPr>
                        <a:t>Heading 1</a:t>
                      </a:r>
                    </a:p>
                  </a:txBody>
                  <a:tcPr anchor="ctr">
                    <a:solidFill>
                      <a:srgbClr val="002A86"/>
                    </a:solidFill>
                  </a:tcPr>
                </a:tc>
                <a:tc>
                  <a:txBody>
                    <a:bodyPr/>
                    <a:lstStyle/>
                    <a:p>
                      <a:pPr algn="l"/>
                      <a:r>
                        <a:rPr lang="en-US" sz="1200" b="0" i="0">
                          <a:latin typeface="72 Semibold" panose="020B0603030000000003" pitchFamily="34" charset="0"/>
                          <a:cs typeface="72 Semibold" panose="020B0603030000000003" pitchFamily="34" charset="0"/>
                        </a:rPr>
                        <a:t>Heading 1</a:t>
                      </a:r>
                    </a:p>
                  </a:txBody>
                  <a:tcPr anchor="ctr">
                    <a:solidFill>
                      <a:srgbClr val="002A86"/>
                    </a:solidFill>
                  </a:tcPr>
                </a:tc>
                <a:extLst>
                  <a:ext uri="{0D108BD9-81ED-4DB2-BD59-A6C34878D82A}">
                    <a16:rowId xmlns:a16="http://schemas.microsoft.com/office/drawing/2014/main" val="1475932066"/>
                  </a:ext>
                </a:extLst>
              </a:tr>
              <a:tr h="504483">
                <a:tc>
                  <a:txBody>
                    <a:bodyPr/>
                    <a:lstStyle/>
                    <a:p>
                      <a:pPr algn="l"/>
                      <a:r>
                        <a:rPr lang="en-US" sz="1100">
                          <a:solidFill>
                            <a:schemeClr val="accent4"/>
                          </a:solidFill>
                          <a:latin typeface="72" panose="020B0503030000000003" pitchFamily="34" charset="0"/>
                          <a:cs typeface="72" panose="020B0503030000000003" pitchFamily="34" charset="0"/>
                        </a:rPr>
                        <a:t>Text</a:t>
                      </a:r>
                    </a:p>
                  </a:txBody>
                  <a:tcPr anchor="ctr">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chemeClr val="accent4"/>
                          </a:solidFill>
                          <a:latin typeface="72" panose="020B0503030000000003" pitchFamily="34" charset="0"/>
                          <a:cs typeface="72" panose="020B0503030000000003" pitchFamily="34" charset="0"/>
                        </a:rPr>
                        <a:t>Text</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B w="3175" cap="flat" cmpd="sng" algn="ctr">
                      <a:solidFill>
                        <a:schemeClr val="tx2"/>
                      </a:solidFill>
                      <a:prstDash val="solid"/>
                      <a:round/>
                      <a:headEnd type="none" w="med" len="med"/>
                      <a:tailEnd type="none" w="med" len="med"/>
                    </a:lnB>
                    <a:solidFill>
                      <a:schemeClr val="bg1"/>
                    </a:solidFill>
                  </a:tcPr>
                </a:tc>
                <a:tc>
                  <a:txBody>
                    <a:bodyPr/>
                    <a:lstStyle/>
                    <a:p>
                      <a:pPr algn="l"/>
                      <a:r>
                        <a:rPr lang="en-US" sz="1100">
                          <a:solidFill>
                            <a:schemeClr val="accent4"/>
                          </a:solidFill>
                          <a:latin typeface="72" panose="020B0503030000000003" pitchFamily="34" charset="0"/>
                          <a:cs typeface="72" panose="020B0503030000000003" pitchFamily="34" charset="0"/>
                        </a:rPr>
                        <a:t>Text</a:t>
                      </a:r>
                    </a:p>
                  </a:txBody>
                  <a:tcPr anchor="ctr">
                    <a:lnL w="3175" cap="flat" cmpd="sng" algn="ctr">
                      <a:solidFill>
                        <a:schemeClr val="tx2"/>
                      </a:solidFill>
                      <a:prstDash val="solid"/>
                      <a:round/>
                      <a:headEnd type="none" w="med" len="med"/>
                      <a:tailEnd type="none" w="med" len="med"/>
                    </a:lnL>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6197304"/>
                  </a:ext>
                </a:extLst>
              </a:tr>
              <a:tr h="504483">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83232196"/>
                  </a:ext>
                </a:extLst>
              </a:tr>
              <a:tr h="504483">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5045909"/>
                  </a:ext>
                </a:extLst>
              </a:tr>
              <a:tr h="504483">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25575877"/>
                  </a:ext>
                </a:extLst>
              </a:tr>
              <a:tr h="504483">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867515083"/>
                  </a:ext>
                </a:extLst>
              </a:tr>
              <a:tr h="504483">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44777063"/>
                  </a:ext>
                </a:extLst>
              </a:tr>
              <a:tr h="504483">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860867559"/>
                  </a:ext>
                </a:extLst>
              </a:tr>
              <a:tr h="504483">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tc>
                  <a:txBody>
                    <a:bodyPr/>
                    <a:lstStyle/>
                    <a:p>
                      <a:pPr algn="l"/>
                      <a:endParaRPr lang="en-US" sz="1100">
                        <a:solidFill>
                          <a:schemeClr val="bg1">
                            <a:lumMod val="95000"/>
                          </a:schemeClr>
                        </a:solidFill>
                        <a:latin typeface="72" panose="020B0503030000000003" pitchFamily="34" charset="0"/>
                        <a:cs typeface="72" panose="020B0503030000000003" pitchFamily="34" charset="0"/>
                      </a:endParaRPr>
                    </a:p>
                  </a:txBody>
                  <a:tcPr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020687086"/>
                  </a:ext>
                </a:extLst>
              </a:tr>
            </a:tbl>
          </a:graphicData>
        </a:graphic>
      </p:graphicFrame>
      <p:sp>
        <p:nvSpPr>
          <p:cNvPr id="4" name="Title 3">
            <a:extLst>
              <a:ext uri="{FF2B5EF4-FFF2-40B4-BE49-F238E27FC236}">
                <a16:creationId xmlns:a16="http://schemas.microsoft.com/office/drawing/2014/main" id="{AFF344A5-E71A-61A8-28A9-565ADCE50CD4}"/>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23907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BB68437-F4E8-D2A6-C633-D1A8FCA44E92}"/>
              </a:ext>
            </a:extLst>
          </p:cNvPr>
          <p:cNvGraphicFramePr>
            <a:graphicFrameLocks noGrp="1"/>
          </p:cNvGraphicFramePr>
          <p:nvPr>
            <p:extLst>
              <p:ext uri="{D42A27DB-BD31-4B8C-83A1-F6EECF244321}">
                <p14:modId xmlns:p14="http://schemas.microsoft.com/office/powerpoint/2010/main" val="2589129097"/>
              </p:ext>
            </p:extLst>
          </p:nvPr>
        </p:nvGraphicFramePr>
        <p:xfrm>
          <a:off x="407987" y="1149531"/>
          <a:ext cx="11376024" cy="4448786"/>
        </p:xfrm>
        <a:graphic>
          <a:graphicData uri="http://schemas.openxmlformats.org/drawingml/2006/table">
            <a:tbl>
              <a:tblPr firstRow="1" bandRow="1">
                <a:tableStyleId>{5C22544A-7EE6-4342-B048-85BDC9FD1C3A}</a:tableStyleId>
              </a:tblPr>
              <a:tblGrid>
                <a:gridCol w="3792008">
                  <a:extLst>
                    <a:ext uri="{9D8B030D-6E8A-4147-A177-3AD203B41FA5}">
                      <a16:colId xmlns:a16="http://schemas.microsoft.com/office/drawing/2014/main" val="241047162"/>
                    </a:ext>
                  </a:extLst>
                </a:gridCol>
                <a:gridCol w="3792008">
                  <a:extLst>
                    <a:ext uri="{9D8B030D-6E8A-4147-A177-3AD203B41FA5}">
                      <a16:colId xmlns:a16="http://schemas.microsoft.com/office/drawing/2014/main" val="1029551885"/>
                    </a:ext>
                  </a:extLst>
                </a:gridCol>
                <a:gridCol w="3792008">
                  <a:extLst>
                    <a:ext uri="{9D8B030D-6E8A-4147-A177-3AD203B41FA5}">
                      <a16:colId xmlns:a16="http://schemas.microsoft.com/office/drawing/2014/main" val="316603709"/>
                    </a:ext>
                  </a:extLst>
                </a:gridCol>
              </a:tblGrid>
              <a:tr h="412922">
                <a:tc>
                  <a:txBody>
                    <a:bodyPr/>
                    <a:lstStyle/>
                    <a:p>
                      <a:pPr algn="l"/>
                      <a:r>
                        <a:rPr lang="en-US" sz="1200" b="0" i="0">
                          <a:latin typeface="72 Semibold" panose="020B0603030000000003" pitchFamily="34" charset="0"/>
                          <a:cs typeface="72 Semibold" panose="020B0603030000000003" pitchFamily="34" charset="0"/>
                        </a:rPr>
                        <a:t>Heading 1</a:t>
                      </a:r>
                    </a:p>
                  </a:txBody>
                  <a:tcPr anchor="ctr">
                    <a:lnL w="9525"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a:latin typeface="72 Semibold" panose="020B0603030000000003" pitchFamily="34" charset="0"/>
                          <a:cs typeface="72 Semibold" panose="020B0603030000000003" pitchFamily="34" charset="0"/>
                        </a:rPr>
                        <a:t>Heading 1</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tc>
                  <a:txBody>
                    <a:bodyPr/>
                    <a:lstStyle/>
                    <a:p>
                      <a:pPr algn="l"/>
                      <a:r>
                        <a:rPr lang="en-US" sz="1200" b="0" i="0">
                          <a:latin typeface="72 Semibold" panose="020B0603030000000003" pitchFamily="34" charset="0"/>
                          <a:cs typeface="72 Semibold" panose="020B0603030000000003" pitchFamily="34" charset="0"/>
                        </a:rPr>
                        <a:t>Heading 1</a:t>
                      </a:r>
                    </a:p>
                  </a:txBody>
                  <a:tcPr anchor="ctr">
                    <a:lnL w="9525" cap="flat" cmpd="sng" algn="ctr">
                      <a:solidFill>
                        <a:schemeClr val="bg1"/>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1475932066"/>
                  </a:ext>
                </a:extLst>
              </a:tr>
              <a:tr h="504483">
                <a:tc>
                  <a:txBody>
                    <a:bodyPr/>
                    <a:lstStyle/>
                    <a:p>
                      <a:pPr algn="l"/>
                      <a:r>
                        <a:rPr lang="en-US" sz="1200" b="0" i="0" kern="1200">
                          <a:solidFill>
                            <a:schemeClr val="lt1"/>
                          </a:solidFill>
                          <a:latin typeface="72 Semibold" panose="020B0603030000000003" pitchFamily="34" charset="0"/>
                          <a:ea typeface="+mn-ea"/>
                          <a:cs typeface="72 Semibold" panose="020B0603030000000003" pitchFamily="34" charset="0"/>
                        </a:rPr>
                        <a:t>Sub heading</a:t>
                      </a:r>
                    </a:p>
                  </a:txBody>
                  <a:tcPr anchor="ctr">
                    <a:lnL w="9525"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Sub heading</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Sub heading</a:t>
                      </a:r>
                    </a:p>
                  </a:txBody>
                  <a:tcPr anchor="ctr">
                    <a:lnL w="9525" cap="flat" cmpd="sng" algn="ctr">
                      <a:solidFill>
                        <a:schemeClr val="bg1"/>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2"/>
                    </a:solidFill>
                  </a:tcPr>
                </a:tc>
                <a:extLst>
                  <a:ext uri="{0D108BD9-81ED-4DB2-BD59-A6C34878D82A}">
                    <a16:rowId xmlns:a16="http://schemas.microsoft.com/office/drawing/2014/main" val="1536197304"/>
                  </a:ext>
                </a:extLst>
              </a:tr>
              <a:tr h="504483">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83232196"/>
                  </a:ext>
                </a:extLst>
              </a:tr>
              <a:tr h="504483">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5045909"/>
                  </a:ext>
                </a:extLst>
              </a:tr>
              <a:tr h="504483">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25575877"/>
                  </a:ext>
                </a:extLst>
              </a:tr>
              <a:tr h="504483">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867515083"/>
                  </a:ext>
                </a:extLst>
              </a:tr>
              <a:tr h="504483">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44777063"/>
                  </a:ext>
                </a:extLst>
              </a:tr>
              <a:tr h="504483">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860867559"/>
                  </a:ext>
                </a:extLst>
              </a:tr>
              <a:tr h="504483">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020687086"/>
                  </a:ext>
                </a:extLst>
              </a:tr>
            </a:tbl>
          </a:graphicData>
        </a:graphic>
      </p:graphicFrame>
      <p:sp>
        <p:nvSpPr>
          <p:cNvPr id="2" name="Title 1">
            <a:extLst>
              <a:ext uri="{FF2B5EF4-FFF2-40B4-BE49-F238E27FC236}">
                <a16:creationId xmlns:a16="http://schemas.microsoft.com/office/drawing/2014/main" id="{0FD118D9-39B0-130F-796A-8E3442FB21C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790435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9786308-44C4-4587-23A0-197A92178ADF}"/>
              </a:ext>
            </a:extLst>
          </p:cNvPr>
          <p:cNvGraphicFramePr>
            <a:graphicFrameLocks noGrp="1"/>
          </p:cNvGraphicFramePr>
          <p:nvPr>
            <p:extLst>
              <p:ext uri="{D42A27DB-BD31-4B8C-83A1-F6EECF244321}">
                <p14:modId xmlns:p14="http://schemas.microsoft.com/office/powerpoint/2010/main" val="1849297820"/>
              </p:ext>
            </p:extLst>
          </p:nvPr>
        </p:nvGraphicFramePr>
        <p:xfrm>
          <a:off x="407987" y="1149531"/>
          <a:ext cx="11376024" cy="4453686"/>
        </p:xfrm>
        <a:graphic>
          <a:graphicData uri="http://schemas.openxmlformats.org/drawingml/2006/table">
            <a:tbl>
              <a:tblPr firstRow="1" bandRow="1">
                <a:tableStyleId>{5C22544A-7EE6-4342-B048-85BDC9FD1C3A}</a:tableStyleId>
              </a:tblPr>
              <a:tblGrid>
                <a:gridCol w="3792008">
                  <a:extLst>
                    <a:ext uri="{9D8B030D-6E8A-4147-A177-3AD203B41FA5}">
                      <a16:colId xmlns:a16="http://schemas.microsoft.com/office/drawing/2014/main" val="241047162"/>
                    </a:ext>
                  </a:extLst>
                </a:gridCol>
                <a:gridCol w="3792008">
                  <a:extLst>
                    <a:ext uri="{9D8B030D-6E8A-4147-A177-3AD203B41FA5}">
                      <a16:colId xmlns:a16="http://schemas.microsoft.com/office/drawing/2014/main" val="1029551885"/>
                    </a:ext>
                  </a:extLst>
                </a:gridCol>
                <a:gridCol w="3792008">
                  <a:extLst>
                    <a:ext uri="{9D8B030D-6E8A-4147-A177-3AD203B41FA5}">
                      <a16:colId xmlns:a16="http://schemas.microsoft.com/office/drawing/2014/main" val="316603709"/>
                    </a:ext>
                  </a:extLst>
                </a:gridCol>
              </a:tblGrid>
              <a:tr h="378267">
                <a:tc gridSpan="3">
                  <a:txBody>
                    <a:bodyPr/>
                    <a:lstStyle/>
                    <a:p>
                      <a:pPr algn="ctr"/>
                      <a:r>
                        <a:rPr lang="en-US" sz="1200" b="0" i="0">
                          <a:solidFill>
                            <a:schemeClr val="bg1"/>
                          </a:solidFill>
                          <a:latin typeface="72 Semibold" panose="020B0603030000000003" pitchFamily="34" charset="0"/>
                          <a:cs typeface="72 Semibold" panose="020B0603030000000003" pitchFamily="34" charset="0"/>
                        </a:rPr>
                        <a:t>Table title</a:t>
                      </a: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0" i="0">
                        <a:solidFill>
                          <a:schemeClr val="bg1"/>
                        </a:solidFill>
                        <a:latin typeface="72 Semibold" panose="020B0603030000000003" pitchFamily="34" charset="0"/>
                        <a:cs typeface="72 Semibold" panose="020B06030300000000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tc hMerge="1">
                  <a:txBody>
                    <a:bodyPr/>
                    <a:lstStyle/>
                    <a:p>
                      <a:pPr algn="ctr"/>
                      <a:endParaRPr lang="en-US" sz="1200" b="0" i="0">
                        <a:solidFill>
                          <a:schemeClr val="bg1"/>
                        </a:solidFill>
                        <a:latin typeface="72 Semibold" panose="020B0603030000000003" pitchFamily="34" charset="0"/>
                        <a:cs typeface="72 Semibold" panose="020B06030300000000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1819906445"/>
                  </a:ext>
                </a:extLst>
              </a:tr>
              <a:tr h="378267">
                <a:tc>
                  <a:txBody>
                    <a:bodyPr/>
                    <a:lstStyle/>
                    <a:p>
                      <a:pPr algn="ctr"/>
                      <a:r>
                        <a:rPr lang="en-US" sz="1200" b="0" i="0">
                          <a:solidFill>
                            <a:schemeClr val="bg1"/>
                          </a:solidFill>
                          <a:latin typeface="72 Semibold" panose="020B0603030000000003" pitchFamily="34" charset="0"/>
                          <a:cs typeface="72 Semibold" panose="020B0603030000000003" pitchFamily="34" charset="0"/>
                        </a:rPr>
                        <a:t>Heading 1</a:t>
                      </a:r>
                    </a:p>
                  </a:txBody>
                  <a:tcPr anchor="ctr">
                    <a:lnL w="9525"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a:solidFill>
                            <a:schemeClr val="bg1"/>
                          </a:solidFill>
                          <a:latin typeface="72 Semibold" panose="020B0603030000000003" pitchFamily="34" charset="0"/>
                          <a:cs typeface="72 Semibold" panose="020B0603030000000003" pitchFamily="34" charset="0"/>
                        </a:rPr>
                        <a:t>Heading 1</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tc>
                  <a:txBody>
                    <a:bodyPr/>
                    <a:lstStyle/>
                    <a:p>
                      <a:pPr algn="ctr"/>
                      <a:r>
                        <a:rPr lang="en-US" sz="1200" b="0" i="0">
                          <a:solidFill>
                            <a:schemeClr val="bg1"/>
                          </a:solidFill>
                          <a:latin typeface="72 Semibold" panose="020B0603030000000003" pitchFamily="34" charset="0"/>
                          <a:cs typeface="72 Semibold" panose="020B0603030000000003" pitchFamily="34" charset="0"/>
                        </a:rPr>
                        <a:t>Heading 1</a:t>
                      </a:r>
                    </a:p>
                  </a:txBody>
                  <a:tcPr anchor="ctr">
                    <a:lnL w="9525" cap="flat" cmpd="sng" algn="ctr">
                      <a:solidFill>
                        <a:schemeClr val="bg1"/>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tx1"/>
                    </a:solidFill>
                  </a:tcPr>
                </a:tc>
                <a:extLst>
                  <a:ext uri="{0D108BD9-81ED-4DB2-BD59-A6C34878D82A}">
                    <a16:rowId xmlns:a16="http://schemas.microsoft.com/office/drawing/2014/main" val="1475932066"/>
                  </a:ext>
                </a:extLst>
              </a:tr>
              <a:tr h="462144">
                <a:tc>
                  <a:txBody>
                    <a:bodyPr/>
                    <a:lstStyle/>
                    <a:p>
                      <a:pPr algn="ctr"/>
                      <a:r>
                        <a:rPr lang="en-US" sz="1200" b="0" i="0" kern="1200">
                          <a:solidFill>
                            <a:schemeClr val="lt1"/>
                          </a:solidFill>
                          <a:latin typeface="72 Semibold" panose="020B0603030000000003" pitchFamily="34" charset="0"/>
                          <a:ea typeface="+mn-ea"/>
                          <a:cs typeface="72 Semibold" panose="020B0603030000000003" pitchFamily="34" charset="0"/>
                        </a:rPr>
                        <a:t>Sub heading</a:t>
                      </a:r>
                    </a:p>
                  </a:txBody>
                  <a:tcPr anchor="ctr">
                    <a:lnL w="9525" cap="flat" cmpd="sng" algn="ctr">
                      <a:solidFill>
                        <a:schemeClr val="tx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Sub heading</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72 Semibold" panose="020B0603030000000003" pitchFamily="34" charset="0"/>
                          <a:ea typeface="+mn-ea"/>
                          <a:cs typeface="72 Semibold" panose="020B0603030000000003" pitchFamily="34" charset="0"/>
                        </a:rPr>
                        <a:t>Sub heading</a:t>
                      </a:r>
                    </a:p>
                  </a:txBody>
                  <a:tcPr anchor="ctr">
                    <a:lnL w="9525" cap="flat" cmpd="sng" algn="ctr">
                      <a:solidFill>
                        <a:schemeClr val="bg1"/>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536197304"/>
                  </a:ext>
                </a:extLst>
              </a:tr>
              <a:tr h="462144">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83232196"/>
                  </a:ext>
                </a:extLst>
              </a:tr>
              <a:tr h="462144">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55045909"/>
                  </a:ext>
                </a:extLst>
              </a:tr>
              <a:tr h="462144">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25575877"/>
                  </a:ext>
                </a:extLst>
              </a:tr>
              <a:tr h="462144">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867515083"/>
                  </a:ext>
                </a:extLst>
              </a:tr>
              <a:tr h="462144">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544777063"/>
                  </a:ext>
                </a:extLst>
              </a:tr>
              <a:tr h="462144">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860867559"/>
                  </a:ext>
                </a:extLst>
              </a:tr>
              <a:tr h="462144">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tc>
                  <a:txBody>
                    <a:bodyPr/>
                    <a:lstStyle/>
                    <a:p>
                      <a:pPr algn="ctr"/>
                      <a:endParaRPr lang="en-US" sz="1100">
                        <a:solidFill>
                          <a:schemeClr val="bg1">
                            <a:lumMod val="95000"/>
                          </a:schemeClr>
                        </a:solidFill>
                        <a:latin typeface="72" panose="020B0503030000000003" pitchFamily="34" charset="0"/>
                        <a:cs typeface="72" panose="020B0503030000000003" pitchFamily="34" charset="0"/>
                      </a:endParaRPr>
                    </a:p>
                  </a:txBody>
                  <a:tcPr anchor="ctr">
                    <a:lnL w="9525" cap="flat" cmpd="sng" algn="ctr">
                      <a:solidFill>
                        <a:schemeClr val="tx2"/>
                      </a:solidFill>
                      <a:prstDash val="solid"/>
                      <a:round/>
                      <a:headEnd type="none" w="med" len="med"/>
                      <a:tailEnd type="none" w="med" len="med"/>
                    </a:lnL>
                    <a:lnR w="9525" cap="flat" cmpd="sng" algn="ctr">
                      <a:solidFill>
                        <a:schemeClr val="tx2"/>
                      </a:solidFill>
                      <a:prstDash val="solid"/>
                      <a:round/>
                      <a:headEnd type="none" w="med" len="med"/>
                      <a:tailEnd type="none" w="med" len="med"/>
                    </a:lnR>
                    <a:lnT w="9525" cap="flat" cmpd="sng" algn="ctr">
                      <a:solidFill>
                        <a:schemeClr val="tx2"/>
                      </a:solidFill>
                      <a:prstDash val="solid"/>
                      <a:round/>
                      <a:headEnd type="none" w="med" len="med"/>
                      <a:tailEnd type="none" w="med" len="med"/>
                    </a:lnT>
                    <a:lnB w="9525"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020687086"/>
                  </a:ext>
                </a:extLst>
              </a:tr>
            </a:tbl>
          </a:graphicData>
        </a:graphic>
      </p:graphicFrame>
      <p:sp>
        <p:nvSpPr>
          <p:cNvPr id="2" name="Title 1">
            <a:extLst>
              <a:ext uri="{FF2B5EF4-FFF2-40B4-BE49-F238E27FC236}">
                <a16:creationId xmlns:a16="http://schemas.microsoft.com/office/drawing/2014/main" id="{57961ACC-D289-24C0-702E-F2B86F26AFB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98353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099DC45-6BD6-A551-0CC8-FCD79B173C50}"/>
              </a:ext>
            </a:extLst>
          </p:cNvPr>
          <p:cNvSpPr>
            <a:spLocks noGrp="1"/>
          </p:cNvSpPr>
          <p:nvPr>
            <p:ph type="title"/>
          </p:nvPr>
        </p:nvSpPr>
        <p:spPr>
          <a:xfrm>
            <a:off x="324031" y="276943"/>
            <a:ext cx="11470367" cy="647113"/>
          </a:xfrm>
        </p:spPr>
        <p:txBody>
          <a:bodyPr/>
          <a:lstStyle/>
          <a:p>
            <a:endParaRPr lang="en-US" sz="2800"/>
          </a:p>
        </p:txBody>
      </p:sp>
      <p:sp>
        <p:nvSpPr>
          <p:cNvPr id="13" name="Text Placeholder 12">
            <a:extLst>
              <a:ext uri="{FF2B5EF4-FFF2-40B4-BE49-F238E27FC236}">
                <a16:creationId xmlns:a16="http://schemas.microsoft.com/office/drawing/2014/main" id="{DFB8694A-22DE-D421-12C6-81066E8D6319}"/>
              </a:ext>
            </a:extLst>
          </p:cNvPr>
          <p:cNvSpPr>
            <a:spLocks noGrp="1"/>
          </p:cNvSpPr>
          <p:nvPr>
            <p:ph type="body" sz="quarter" idx="19"/>
          </p:nvPr>
        </p:nvSpPr>
        <p:spPr/>
        <p:txBody>
          <a:bodyPr/>
          <a:lstStyle/>
          <a:p>
            <a:endParaRPr lang="en-US"/>
          </a:p>
        </p:txBody>
      </p:sp>
      <p:sp>
        <p:nvSpPr>
          <p:cNvPr id="12" name="Text Placeholder 11">
            <a:extLst>
              <a:ext uri="{FF2B5EF4-FFF2-40B4-BE49-F238E27FC236}">
                <a16:creationId xmlns:a16="http://schemas.microsoft.com/office/drawing/2014/main" id="{18A3A08A-D8EB-140B-351A-4D1E6960179C}"/>
              </a:ext>
            </a:extLst>
          </p:cNvPr>
          <p:cNvSpPr>
            <a:spLocks noGrp="1"/>
          </p:cNvSpPr>
          <p:nvPr>
            <p:ph type="body" sz="quarter" idx="18"/>
          </p:nvPr>
        </p:nvSpPr>
        <p:spPr/>
        <p:txBody>
          <a:bodyPr/>
          <a:lstStyle/>
          <a:p>
            <a:endParaRPr lang="en-US"/>
          </a:p>
        </p:txBody>
      </p:sp>
      <p:sp>
        <p:nvSpPr>
          <p:cNvPr id="11" name="Picture Placeholder 10">
            <a:extLst>
              <a:ext uri="{FF2B5EF4-FFF2-40B4-BE49-F238E27FC236}">
                <a16:creationId xmlns:a16="http://schemas.microsoft.com/office/drawing/2014/main" id="{B40DB7A4-85AB-6068-85AE-299F1E37A1AB}"/>
              </a:ext>
            </a:extLst>
          </p:cNvPr>
          <p:cNvSpPr>
            <a:spLocks noGrp="1"/>
          </p:cNvSpPr>
          <p:nvPr>
            <p:ph type="pic" sz="quarter" idx="10"/>
          </p:nvPr>
        </p:nvSpPr>
        <p:spPr/>
        <p:txBody>
          <a:bodyPr/>
          <a:lstStyle/>
          <a:p>
            <a:endParaRPr lang="en-US"/>
          </a:p>
        </p:txBody>
      </p:sp>
      <p:sp>
        <p:nvSpPr>
          <p:cNvPr id="14" name="Text Placeholder 13">
            <a:extLst>
              <a:ext uri="{FF2B5EF4-FFF2-40B4-BE49-F238E27FC236}">
                <a16:creationId xmlns:a16="http://schemas.microsoft.com/office/drawing/2014/main" id="{DF4C955A-D779-0329-F960-ECDD72153CAD}"/>
              </a:ext>
            </a:extLst>
          </p:cNvPr>
          <p:cNvSpPr>
            <a:spLocks noGrp="1"/>
          </p:cNvSpPr>
          <p:nvPr>
            <p:ph type="body" sz="quarter" idx="22"/>
          </p:nvPr>
        </p:nvSpPr>
        <p:spPr/>
        <p:txBody>
          <a:bodyPr/>
          <a:lstStyle/>
          <a:p>
            <a:endParaRPr lang="en-US"/>
          </a:p>
        </p:txBody>
      </p:sp>
      <p:sp>
        <p:nvSpPr>
          <p:cNvPr id="15" name="Text Placeholder 14">
            <a:extLst>
              <a:ext uri="{FF2B5EF4-FFF2-40B4-BE49-F238E27FC236}">
                <a16:creationId xmlns:a16="http://schemas.microsoft.com/office/drawing/2014/main" id="{E67633E6-711E-4C4D-08E8-2E2768B5CDA1}"/>
              </a:ext>
            </a:extLst>
          </p:cNvPr>
          <p:cNvSpPr>
            <a:spLocks noGrp="1"/>
          </p:cNvSpPr>
          <p:nvPr>
            <p:ph type="body" sz="quarter" idx="23"/>
          </p:nvPr>
        </p:nvSpPr>
        <p:spPr/>
        <p:txBody>
          <a:bodyPr/>
          <a:lstStyle/>
          <a:p>
            <a:endParaRPr lang="en-US"/>
          </a:p>
        </p:txBody>
      </p:sp>
    </p:spTree>
    <p:extLst>
      <p:ext uri="{BB962C8B-B14F-4D97-AF65-F5344CB8AC3E}">
        <p14:creationId xmlns:p14="http://schemas.microsoft.com/office/powerpoint/2010/main" val="24594469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A32B170-1EFB-4437-C431-45F083ADBB11}"/>
              </a:ext>
            </a:extLst>
          </p:cNvPr>
          <p:cNvSpPr>
            <a:spLocks noGrp="1"/>
          </p:cNvSpPr>
          <p:nvPr>
            <p:ph type="body" sz="quarter" idx="19"/>
          </p:nvPr>
        </p:nvSpPr>
        <p:spPr/>
        <p:txBody>
          <a:bodyPr/>
          <a:lstStyle/>
          <a:p>
            <a:endParaRPr lang="en-US"/>
          </a:p>
        </p:txBody>
      </p:sp>
      <p:sp>
        <p:nvSpPr>
          <p:cNvPr id="4" name="Text Placeholder 3">
            <a:extLst>
              <a:ext uri="{FF2B5EF4-FFF2-40B4-BE49-F238E27FC236}">
                <a16:creationId xmlns:a16="http://schemas.microsoft.com/office/drawing/2014/main" id="{C7194DA8-3A95-6B17-68A4-A02B2D458974}"/>
              </a:ext>
            </a:extLst>
          </p:cNvPr>
          <p:cNvSpPr>
            <a:spLocks noGrp="1"/>
          </p:cNvSpPr>
          <p:nvPr>
            <p:ph type="body" sz="quarter" idx="18"/>
          </p:nvPr>
        </p:nvSpPr>
        <p:spPr/>
        <p:txBody>
          <a:bodyPr/>
          <a:lstStyle/>
          <a:p>
            <a:endParaRPr lang="en-US"/>
          </a:p>
        </p:txBody>
      </p:sp>
      <p:sp>
        <p:nvSpPr>
          <p:cNvPr id="3" name="Picture Placeholder 2">
            <a:extLst>
              <a:ext uri="{FF2B5EF4-FFF2-40B4-BE49-F238E27FC236}">
                <a16:creationId xmlns:a16="http://schemas.microsoft.com/office/drawing/2014/main" id="{2CCB5888-BBAF-9A66-8F8C-0209DBA3E98A}"/>
              </a:ext>
            </a:extLst>
          </p:cNvPr>
          <p:cNvSpPr>
            <a:spLocks noGrp="1"/>
          </p:cNvSpPr>
          <p:nvPr>
            <p:ph type="pic" sz="quarter" idx="10"/>
          </p:nvPr>
        </p:nvSpPr>
        <p:spPr/>
        <p:txBody>
          <a:bodyPr/>
          <a:lstStyle/>
          <a:p>
            <a:endParaRPr lang="en-US"/>
          </a:p>
        </p:txBody>
      </p:sp>
      <p:sp>
        <p:nvSpPr>
          <p:cNvPr id="6" name="Text Placeholder 5">
            <a:extLst>
              <a:ext uri="{FF2B5EF4-FFF2-40B4-BE49-F238E27FC236}">
                <a16:creationId xmlns:a16="http://schemas.microsoft.com/office/drawing/2014/main" id="{E7394A6F-110E-4D95-9189-2BCF13A0137A}"/>
              </a:ext>
            </a:extLst>
          </p:cNvPr>
          <p:cNvSpPr>
            <a:spLocks noGrp="1"/>
          </p:cNvSpPr>
          <p:nvPr>
            <p:ph type="body" sz="quarter" idx="22"/>
          </p:nvPr>
        </p:nvSpPr>
        <p:spPr/>
        <p:txBody>
          <a:bodyPr/>
          <a:lstStyle/>
          <a:p>
            <a:endParaRPr lang="en-US"/>
          </a:p>
        </p:txBody>
      </p:sp>
      <p:sp>
        <p:nvSpPr>
          <p:cNvPr id="7" name="Text Placeholder 6">
            <a:extLst>
              <a:ext uri="{FF2B5EF4-FFF2-40B4-BE49-F238E27FC236}">
                <a16:creationId xmlns:a16="http://schemas.microsoft.com/office/drawing/2014/main" id="{8186B414-8B4D-089F-BB94-5CA4F8CF0DED}"/>
              </a:ext>
            </a:extLst>
          </p:cNvPr>
          <p:cNvSpPr>
            <a:spLocks noGrp="1"/>
          </p:cNvSpPr>
          <p:nvPr>
            <p:ph type="body" sz="quarter" idx="23"/>
          </p:nvPr>
        </p:nvSpPr>
        <p:spPr/>
        <p:txBody>
          <a:bodyPr/>
          <a:lstStyle/>
          <a:p>
            <a:endParaRPr lang="en-US"/>
          </a:p>
        </p:txBody>
      </p:sp>
      <p:sp>
        <p:nvSpPr>
          <p:cNvPr id="8" name="Title 8">
            <a:extLst>
              <a:ext uri="{FF2B5EF4-FFF2-40B4-BE49-F238E27FC236}">
                <a16:creationId xmlns:a16="http://schemas.microsoft.com/office/drawing/2014/main" id="{B4D68068-E9E3-685B-7016-2F2225B04DFF}"/>
              </a:ext>
            </a:extLst>
          </p:cNvPr>
          <p:cNvSpPr>
            <a:spLocks noGrp="1"/>
          </p:cNvSpPr>
          <p:nvPr>
            <p:ph type="title"/>
          </p:nvPr>
        </p:nvSpPr>
        <p:spPr>
          <a:xfrm>
            <a:off x="324031" y="276943"/>
            <a:ext cx="11470367" cy="647113"/>
          </a:xfrm>
        </p:spPr>
        <p:txBody>
          <a:bodyPr/>
          <a:lstStyle/>
          <a:p>
            <a:endParaRPr lang="en-US" sz="2800"/>
          </a:p>
        </p:txBody>
      </p:sp>
    </p:spTree>
    <p:extLst>
      <p:ext uri="{BB962C8B-B14F-4D97-AF65-F5344CB8AC3E}">
        <p14:creationId xmlns:p14="http://schemas.microsoft.com/office/powerpoint/2010/main" val="248941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DCE313B8-EC4E-65B3-F4EE-0AF89579702F}"/>
              </a:ext>
            </a:extLst>
          </p:cNvPr>
          <p:cNvSpPr>
            <a:spLocks noGrp="1"/>
          </p:cNvSpPr>
          <p:nvPr>
            <p:ph type="body" sz="quarter" idx="19"/>
          </p:nvPr>
        </p:nvSpPr>
        <p:spPr/>
        <p:txBody>
          <a:bodyPr/>
          <a:lstStyle/>
          <a:p>
            <a:endParaRPr lang="en-US"/>
          </a:p>
        </p:txBody>
      </p:sp>
      <p:sp>
        <p:nvSpPr>
          <p:cNvPr id="10" name="Text Placeholder 9">
            <a:extLst>
              <a:ext uri="{FF2B5EF4-FFF2-40B4-BE49-F238E27FC236}">
                <a16:creationId xmlns:a16="http://schemas.microsoft.com/office/drawing/2014/main" id="{9BF6ECAF-9235-8950-FDA2-29C9230F8A31}"/>
              </a:ext>
            </a:extLst>
          </p:cNvPr>
          <p:cNvSpPr>
            <a:spLocks noGrp="1"/>
          </p:cNvSpPr>
          <p:nvPr>
            <p:ph type="body" sz="quarter" idx="18"/>
          </p:nvPr>
        </p:nvSpPr>
        <p:spPr/>
        <p:txBody>
          <a:bodyPr/>
          <a:lstStyle/>
          <a:p>
            <a:endParaRPr lang="en-US"/>
          </a:p>
        </p:txBody>
      </p:sp>
      <p:sp>
        <p:nvSpPr>
          <p:cNvPr id="9" name="Picture Placeholder 8">
            <a:extLst>
              <a:ext uri="{FF2B5EF4-FFF2-40B4-BE49-F238E27FC236}">
                <a16:creationId xmlns:a16="http://schemas.microsoft.com/office/drawing/2014/main" id="{CEC9B156-3D6D-3637-4D6C-0204DF9604E3}"/>
              </a:ext>
            </a:extLst>
          </p:cNvPr>
          <p:cNvSpPr>
            <a:spLocks noGrp="1"/>
          </p:cNvSpPr>
          <p:nvPr>
            <p:ph type="pic" sz="quarter" idx="10"/>
          </p:nvPr>
        </p:nvSpPr>
        <p:spPr/>
        <p:txBody>
          <a:bodyPr/>
          <a:lstStyle/>
          <a:p>
            <a:endParaRPr lang="en-US"/>
          </a:p>
        </p:txBody>
      </p:sp>
      <p:sp>
        <p:nvSpPr>
          <p:cNvPr id="12" name="Text Placeholder 11">
            <a:extLst>
              <a:ext uri="{FF2B5EF4-FFF2-40B4-BE49-F238E27FC236}">
                <a16:creationId xmlns:a16="http://schemas.microsoft.com/office/drawing/2014/main" id="{C23EB84D-2DD3-78FD-FF7B-8B31DFC7630D}"/>
              </a:ext>
            </a:extLst>
          </p:cNvPr>
          <p:cNvSpPr>
            <a:spLocks noGrp="1"/>
          </p:cNvSpPr>
          <p:nvPr>
            <p:ph type="body" sz="quarter" idx="22"/>
          </p:nvPr>
        </p:nvSpPr>
        <p:spPr/>
        <p:txBody>
          <a:bodyPr/>
          <a:lstStyle/>
          <a:p>
            <a:endParaRPr lang="en-US"/>
          </a:p>
        </p:txBody>
      </p:sp>
      <p:sp>
        <p:nvSpPr>
          <p:cNvPr id="13" name="Text Placeholder 12">
            <a:extLst>
              <a:ext uri="{FF2B5EF4-FFF2-40B4-BE49-F238E27FC236}">
                <a16:creationId xmlns:a16="http://schemas.microsoft.com/office/drawing/2014/main" id="{858BF17E-C7C3-61E3-75D3-22E4912A4957}"/>
              </a:ext>
            </a:extLst>
          </p:cNvPr>
          <p:cNvSpPr>
            <a:spLocks noGrp="1"/>
          </p:cNvSpPr>
          <p:nvPr>
            <p:ph type="body" sz="quarter" idx="23"/>
          </p:nvPr>
        </p:nvSpPr>
        <p:spPr/>
        <p:txBody>
          <a:bodyPr/>
          <a:lstStyle/>
          <a:p>
            <a:endParaRPr lang="en-US"/>
          </a:p>
        </p:txBody>
      </p:sp>
      <p:sp>
        <p:nvSpPr>
          <p:cNvPr id="2" name="Title 8">
            <a:extLst>
              <a:ext uri="{FF2B5EF4-FFF2-40B4-BE49-F238E27FC236}">
                <a16:creationId xmlns:a16="http://schemas.microsoft.com/office/drawing/2014/main" id="{20DB6F39-C7CF-D883-6C15-4FADE8B62AEF}"/>
              </a:ext>
            </a:extLst>
          </p:cNvPr>
          <p:cNvSpPr>
            <a:spLocks noGrp="1"/>
          </p:cNvSpPr>
          <p:nvPr>
            <p:ph type="title"/>
          </p:nvPr>
        </p:nvSpPr>
        <p:spPr>
          <a:xfrm>
            <a:off x="324031" y="276943"/>
            <a:ext cx="11470367" cy="647113"/>
          </a:xfrm>
        </p:spPr>
        <p:txBody>
          <a:bodyPr/>
          <a:lstStyle/>
          <a:p>
            <a:endParaRPr lang="en-US" sz="2800"/>
          </a:p>
        </p:txBody>
      </p:sp>
    </p:spTree>
    <p:extLst>
      <p:ext uri="{BB962C8B-B14F-4D97-AF65-F5344CB8AC3E}">
        <p14:creationId xmlns:p14="http://schemas.microsoft.com/office/powerpoint/2010/main" val="2050794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E6524B3-7673-2989-A509-2B96685D23B9}"/>
              </a:ext>
            </a:extLst>
          </p:cNvPr>
          <p:cNvSpPr>
            <a:spLocks noGrp="1"/>
          </p:cNvSpPr>
          <p:nvPr>
            <p:ph type="pic" sz="quarter" idx="10"/>
          </p:nvPr>
        </p:nvSpPr>
        <p:spPr/>
        <p:txBody>
          <a:bodyPr/>
          <a:lstStyle/>
          <a:p>
            <a:endParaRPr lang="en-US"/>
          </a:p>
        </p:txBody>
      </p:sp>
      <p:sp>
        <p:nvSpPr>
          <p:cNvPr id="5" name="Text Placeholder 4">
            <a:extLst>
              <a:ext uri="{FF2B5EF4-FFF2-40B4-BE49-F238E27FC236}">
                <a16:creationId xmlns:a16="http://schemas.microsoft.com/office/drawing/2014/main" id="{77943866-0AD9-0E8D-6856-54E9EDB28B16}"/>
              </a:ext>
            </a:extLst>
          </p:cNvPr>
          <p:cNvSpPr>
            <a:spLocks noGrp="1"/>
          </p:cNvSpPr>
          <p:nvPr>
            <p:ph type="body" sz="quarter" idx="19"/>
          </p:nvPr>
        </p:nvSpPr>
        <p:spPr/>
        <p:txBody>
          <a:bodyPr/>
          <a:lstStyle/>
          <a:p>
            <a:endParaRPr lang="en-US"/>
          </a:p>
        </p:txBody>
      </p:sp>
      <p:sp>
        <p:nvSpPr>
          <p:cNvPr id="4" name="Text Placeholder 3">
            <a:extLst>
              <a:ext uri="{FF2B5EF4-FFF2-40B4-BE49-F238E27FC236}">
                <a16:creationId xmlns:a16="http://schemas.microsoft.com/office/drawing/2014/main" id="{70BB2995-4029-64D9-B7C3-FB0AF48E1D3C}"/>
              </a:ext>
            </a:extLst>
          </p:cNvPr>
          <p:cNvSpPr>
            <a:spLocks noGrp="1"/>
          </p:cNvSpPr>
          <p:nvPr>
            <p:ph type="body" sz="quarter" idx="18"/>
          </p:nvPr>
        </p:nvSpPr>
        <p:spPr/>
        <p:txBody>
          <a:bodyPr/>
          <a:lstStyle/>
          <a:p>
            <a:endParaRPr lang="en-US"/>
          </a:p>
        </p:txBody>
      </p:sp>
      <p:sp>
        <p:nvSpPr>
          <p:cNvPr id="6" name="Text Placeholder 5">
            <a:extLst>
              <a:ext uri="{FF2B5EF4-FFF2-40B4-BE49-F238E27FC236}">
                <a16:creationId xmlns:a16="http://schemas.microsoft.com/office/drawing/2014/main" id="{9082C467-1130-7999-E62E-441018EE29D4}"/>
              </a:ext>
            </a:extLst>
          </p:cNvPr>
          <p:cNvSpPr>
            <a:spLocks noGrp="1"/>
          </p:cNvSpPr>
          <p:nvPr>
            <p:ph type="body" sz="quarter" idx="22"/>
          </p:nvPr>
        </p:nvSpPr>
        <p:spPr/>
        <p:txBody>
          <a:bodyPr/>
          <a:lstStyle/>
          <a:p>
            <a:endParaRPr lang="en-US"/>
          </a:p>
        </p:txBody>
      </p:sp>
      <p:sp>
        <p:nvSpPr>
          <p:cNvPr id="7" name="Text Placeholder 6">
            <a:extLst>
              <a:ext uri="{FF2B5EF4-FFF2-40B4-BE49-F238E27FC236}">
                <a16:creationId xmlns:a16="http://schemas.microsoft.com/office/drawing/2014/main" id="{6C5B259A-7570-368F-389E-B713785EE9C0}"/>
              </a:ext>
            </a:extLst>
          </p:cNvPr>
          <p:cNvSpPr>
            <a:spLocks noGrp="1"/>
          </p:cNvSpPr>
          <p:nvPr>
            <p:ph type="body" sz="quarter" idx="23"/>
          </p:nvPr>
        </p:nvSpPr>
        <p:spPr/>
        <p:txBody>
          <a:bodyPr/>
          <a:lstStyle/>
          <a:p>
            <a:endParaRPr lang="en-US"/>
          </a:p>
        </p:txBody>
      </p:sp>
      <p:sp>
        <p:nvSpPr>
          <p:cNvPr id="8" name="Title 8">
            <a:extLst>
              <a:ext uri="{FF2B5EF4-FFF2-40B4-BE49-F238E27FC236}">
                <a16:creationId xmlns:a16="http://schemas.microsoft.com/office/drawing/2014/main" id="{66119661-A6CB-5606-6443-0466B2D17E4D}"/>
              </a:ext>
            </a:extLst>
          </p:cNvPr>
          <p:cNvSpPr>
            <a:spLocks noGrp="1"/>
          </p:cNvSpPr>
          <p:nvPr>
            <p:ph type="title"/>
          </p:nvPr>
        </p:nvSpPr>
        <p:spPr>
          <a:xfrm>
            <a:off x="324031" y="276943"/>
            <a:ext cx="11470367" cy="647113"/>
          </a:xfrm>
        </p:spPr>
        <p:txBody>
          <a:bodyPr/>
          <a:lstStyle/>
          <a:p>
            <a:endParaRPr lang="en-US" sz="2800"/>
          </a:p>
        </p:txBody>
      </p:sp>
    </p:spTree>
    <p:extLst>
      <p:ext uri="{BB962C8B-B14F-4D97-AF65-F5344CB8AC3E}">
        <p14:creationId xmlns:p14="http://schemas.microsoft.com/office/powerpoint/2010/main" val="3305967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CD1ACFD-08D5-8902-5BB3-4F620E879775}"/>
              </a:ext>
            </a:extLst>
          </p:cNvPr>
          <p:cNvSpPr>
            <a:spLocks noGrp="1"/>
          </p:cNvSpPr>
          <p:nvPr>
            <p:ph type="title"/>
          </p:nvPr>
        </p:nvSpPr>
        <p:spPr>
          <a:xfrm>
            <a:off x="305171" y="284760"/>
            <a:ext cx="11310030" cy="489056"/>
          </a:xfrm>
          <a:prstGeom prst="rect">
            <a:avLst/>
          </a:prstGeom>
        </p:spPr>
        <p:txBody>
          <a:bodyPr/>
          <a:lstStyle/>
          <a:p>
            <a:endParaRPr lang="en-US" sz="2800"/>
          </a:p>
        </p:txBody>
      </p:sp>
      <p:sp>
        <p:nvSpPr>
          <p:cNvPr id="9" name="Picture Placeholder 8">
            <a:extLst>
              <a:ext uri="{FF2B5EF4-FFF2-40B4-BE49-F238E27FC236}">
                <a16:creationId xmlns:a16="http://schemas.microsoft.com/office/drawing/2014/main" id="{A2CFF636-2A3B-8AC4-4EB4-D507D6D89D8C}"/>
              </a:ext>
            </a:extLst>
          </p:cNvPr>
          <p:cNvSpPr>
            <a:spLocks noGrp="1"/>
          </p:cNvSpPr>
          <p:nvPr>
            <p:ph type="pic" sz="quarter" idx="10"/>
          </p:nvPr>
        </p:nvSpPr>
        <p:spPr/>
        <p:txBody>
          <a:bodyPr/>
          <a:lstStyle/>
          <a:p>
            <a:endParaRPr lang="en-US"/>
          </a:p>
        </p:txBody>
      </p:sp>
      <p:sp>
        <p:nvSpPr>
          <p:cNvPr id="10" name="Picture Placeholder 9">
            <a:extLst>
              <a:ext uri="{FF2B5EF4-FFF2-40B4-BE49-F238E27FC236}">
                <a16:creationId xmlns:a16="http://schemas.microsoft.com/office/drawing/2014/main" id="{E9E495E0-415E-3D32-F8EC-BFDEEB8BD1A1}"/>
              </a:ext>
            </a:extLst>
          </p:cNvPr>
          <p:cNvSpPr>
            <a:spLocks noGrp="1"/>
          </p:cNvSpPr>
          <p:nvPr>
            <p:ph type="pic" sz="quarter" idx="11"/>
          </p:nvPr>
        </p:nvSpPr>
        <p:spPr/>
        <p:txBody>
          <a:bodyPr/>
          <a:lstStyle/>
          <a:p>
            <a:endParaRPr lang="en-US"/>
          </a:p>
        </p:txBody>
      </p:sp>
      <p:sp>
        <p:nvSpPr>
          <p:cNvPr id="11" name="Picture Placeholder 10">
            <a:extLst>
              <a:ext uri="{FF2B5EF4-FFF2-40B4-BE49-F238E27FC236}">
                <a16:creationId xmlns:a16="http://schemas.microsoft.com/office/drawing/2014/main" id="{97BAD1EC-CDEF-01B0-FE11-1D136D9B802A}"/>
              </a:ext>
            </a:extLst>
          </p:cNvPr>
          <p:cNvSpPr>
            <a:spLocks noGrp="1"/>
          </p:cNvSpPr>
          <p:nvPr>
            <p:ph type="pic" sz="quarter" idx="12"/>
          </p:nvPr>
        </p:nvSpPr>
        <p:spPr/>
        <p:txBody>
          <a:bodyPr/>
          <a:lstStyle/>
          <a:p>
            <a:endParaRPr lang="en-US"/>
          </a:p>
        </p:txBody>
      </p:sp>
      <p:sp>
        <p:nvSpPr>
          <p:cNvPr id="12" name="Picture Placeholder 11">
            <a:extLst>
              <a:ext uri="{FF2B5EF4-FFF2-40B4-BE49-F238E27FC236}">
                <a16:creationId xmlns:a16="http://schemas.microsoft.com/office/drawing/2014/main" id="{9E4BFB6B-632D-5911-D667-24B76E714008}"/>
              </a:ext>
            </a:extLst>
          </p:cNvPr>
          <p:cNvSpPr>
            <a:spLocks noGrp="1"/>
          </p:cNvSpPr>
          <p:nvPr>
            <p:ph type="pic" sz="quarter" idx="13"/>
          </p:nvPr>
        </p:nvSpPr>
        <p:spPr/>
        <p:txBody>
          <a:bodyPr/>
          <a:lstStyle/>
          <a:p>
            <a:endParaRPr lang="en-US"/>
          </a:p>
        </p:txBody>
      </p:sp>
      <p:sp>
        <p:nvSpPr>
          <p:cNvPr id="16" name="Text Placeholder 15">
            <a:extLst>
              <a:ext uri="{FF2B5EF4-FFF2-40B4-BE49-F238E27FC236}">
                <a16:creationId xmlns:a16="http://schemas.microsoft.com/office/drawing/2014/main" id="{1F380BC3-2B16-12B3-D907-37365A11DB29}"/>
              </a:ext>
            </a:extLst>
          </p:cNvPr>
          <p:cNvSpPr>
            <a:spLocks noGrp="1"/>
          </p:cNvSpPr>
          <p:nvPr>
            <p:ph type="body" sz="quarter" idx="22"/>
          </p:nvPr>
        </p:nvSpPr>
        <p:spPr/>
        <p:txBody>
          <a:bodyPr/>
          <a:lstStyle/>
          <a:p>
            <a:endParaRPr lang="en-US"/>
          </a:p>
        </p:txBody>
      </p:sp>
      <p:sp>
        <p:nvSpPr>
          <p:cNvPr id="17" name="Text Placeholder 16">
            <a:extLst>
              <a:ext uri="{FF2B5EF4-FFF2-40B4-BE49-F238E27FC236}">
                <a16:creationId xmlns:a16="http://schemas.microsoft.com/office/drawing/2014/main" id="{C36AC000-D322-A0DB-7FA5-FB7700F913E3}"/>
              </a:ext>
            </a:extLst>
          </p:cNvPr>
          <p:cNvSpPr>
            <a:spLocks noGrp="1"/>
          </p:cNvSpPr>
          <p:nvPr>
            <p:ph type="body" sz="quarter" idx="23"/>
          </p:nvPr>
        </p:nvSpPr>
        <p:spPr/>
        <p:txBody>
          <a:bodyPr/>
          <a:lstStyle/>
          <a:p>
            <a:endParaRPr lang="en-US"/>
          </a:p>
        </p:txBody>
      </p:sp>
      <p:sp>
        <p:nvSpPr>
          <p:cNvPr id="18" name="Text Placeholder 17">
            <a:extLst>
              <a:ext uri="{FF2B5EF4-FFF2-40B4-BE49-F238E27FC236}">
                <a16:creationId xmlns:a16="http://schemas.microsoft.com/office/drawing/2014/main" id="{95D4976E-486B-3B5C-53AB-AB32AD53E2FD}"/>
              </a:ext>
            </a:extLst>
          </p:cNvPr>
          <p:cNvSpPr>
            <a:spLocks noGrp="1"/>
          </p:cNvSpPr>
          <p:nvPr>
            <p:ph type="body" sz="quarter" idx="24"/>
          </p:nvPr>
        </p:nvSpPr>
        <p:spPr/>
        <p:txBody>
          <a:bodyPr/>
          <a:lstStyle/>
          <a:p>
            <a:endParaRPr lang="en-US"/>
          </a:p>
        </p:txBody>
      </p:sp>
      <p:sp>
        <p:nvSpPr>
          <p:cNvPr id="19" name="Text Placeholder 18">
            <a:extLst>
              <a:ext uri="{FF2B5EF4-FFF2-40B4-BE49-F238E27FC236}">
                <a16:creationId xmlns:a16="http://schemas.microsoft.com/office/drawing/2014/main" id="{B7CBD4A0-A139-8CD7-1870-ACF036D28436}"/>
              </a:ext>
            </a:extLst>
          </p:cNvPr>
          <p:cNvSpPr>
            <a:spLocks noGrp="1"/>
          </p:cNvSpPr>
          <p:nvPr>
            <p:ph type="body" sz="quarter" idx="25"/>
          </p:nvPr>
        </p:nvSpPr>
        <p:spPr/>
        <p:txBody>
          <a:bodyPr/>
          <a:lstStyle/>
          <a:p>
            <a:endParaRPr lang="en-US"/>
          </a:p>
        </p:txBody>
      </p:sp>
      <p:sp>
        <p:nvSpPr>
          <p:cNvPr id="20" name="Text Placeholder 19">
            <a:extLst>
              <a:ext uri="{FF2B5EF4-FFF2-40B4-BE49-F238E27FC236}">
                <a16:creationId xmlns:a16="http://schemas.microsoft.com/office/drawing/2014/main" id="{65C95169-3407-A70B-0DD4-F3CC0867F692}"/>
              </a:ext>
            </a:extLst>
          </p:cNvPr>
          <p:cNvSpPr>
            <a:spLocks noGrp="1"/>
          </p:cNvSpPr>
          <p:nvPr>
            <p:ph type="body" sz="quarter" idx="26"/>
          </p:nvPr>
        </p:nvSpPr>
        <p:spPr/>
        <p:txBody>
          <a:bodyPr/>
          <a:lstStyle/>
          <a:p>
            <a:endParaRPr lang="en-US"/>
          </a:p>
        </p:txBody>
      </p:sp>
      <p:sp>
        <p:nvSpPr>
          <p:cNvPr id="21" name="Text Placeholder 20">
            <a:extLst>
              <a:ext uri="{FF2B5EF4-FFF2-40B4-BE49-F238E27FC236}">
                <a16:creationId xmlns:a16="http://schemas.microsoft.com/office/drawing/2014/main" id="{23B7EEC7-C339-C01E-15B9-509214D377CF}"/>
              </a:ext>
            </a:extLst>
          </p:cNvPr>
          <p:cNvSpPr>
            <a:spLocks noGrp="1"/>
          </p:cNvSpPr>
          <p:nvPr>
            <p:ph type="body" sz="quarter" idx="27"/>
          </p:nvPr>
        </p:nvSpPr>
        <p:spPr/>
        <p:txBody>
          <a:bodyPr/>
          <a:lstStyle/>
          <a:p>
            <a:endParaRPr lang="en-US"/>
          </a:p>
        </p:txBody>
      </p:sp>
      <p:sp>
        <p:nvSpPr>
          <p:cNvPr id="22" name="Text Placeholder 21">
            <a:extLst>
              <a:ext uri="{FF2B5EF4-FFF2-40B4-BE49-F238E27FC236}">
                <a16:creationId xmlns:a16="http://schemas.microsoft.com/office/drawing/2014/main" id="{C38D225D-617D-0CE7-F693-E2C14E242B85}"/>
              </a:ext>
            </a:extLst>
          </p:cNvPr>
          <p:cNvSpPr>
            <a:spLocks noGrp="1"/>
          </p:cNvSpPr>
          <p:nvPr>
            <p:ph type="body" sz="quarter" idx="28"/>
          </p:nvPr>
        </p:nvSpPr>
        <p:spPr/>
        <p:txBody>
          <a:bodyPr/>
          <a:lstStyle/>
          <a:p>
            <a:endParaRPr lang="en-US"/>
          </a:p>
        </p:txBody>
      </p:sp>
      <p:sp>
        <p:nvSpPr>
          <p:cNvPr id="23" name="Text Placeholder 22">
            <a:extLst>
              <a:ext uri="{FF2B5EF4-FFF2-40B4-BE49-F238E27FC236}">
                <a16:creationId xmlns:a16="http://schemas.microsoft.com/office/drawing/2014/main" id="{57333A17-7891-8558-84BA-757FD993C775}"/>
              </a:ext>
            </a:extLst>
          </p:cNvPr>
          <p:cNvSpPr>
            <a:spLocks noGrp="1"/>
          </p:cNvSpPr>
          <p:nvPr>
            <p:ph type="body" sz="quarter" idx="29"/>
          </p:nvPr>
        </p:nvSpPr>
        <p:spPr/>
        <p:txBody>
          <a:bodyPr/>
          <a:lstStyle/>
          <a:p>
            <a:endParaRPr lang="en-US"/>
          </a:p>
        </p:txBody>
      </p:sp>
      <p:sp>
        <p:nvSpPr>
          <p:cNvPr id="13" name="Text Placeholder 12">
            <a:extLst>
              <a:ext uri="{FF2B5EF4-FFF2-40B4-BE49-F238E27FC236}">
                <a16:creationId xmlns:a16="http://schemas.microsoft.com/office/drawing/2014/main" id="{19CBA407-9848-4DCD-72E7-F193E2A969B5}"/>
              </a:ext>
            </a:extLst>
          </p:cNvPr>
          <p:cNvSpPr>
            <a:spLocks noGrp="1"/>
          </p:cNvSpPr>
          <p:nvPr>
            <p:ph type="body" sz="quarter" idx="19"/>
          </p:nvPr>
        </p:nvSpPr>
        <p:spPr/>
        <p:txBody>
          <a:bodyPr/>
          <a:lstStyle/>
          <a:p>
            <a:endParaRPr lang="en-US"/>
          </a:p>
        </p:txBody>
      </p:sp>
      <p:sp>
        <p:nvSpPr>
          <p:cNvPr id="14" name="Text Placeholder 13">
            <a:extLst>
              <a:ext uri="{FF2B5EF4-FFF2-40B4-BE49-F238E27FC236}">
                <a16:creationId xmlns:a16="http://schemas.microsoft.com/office/drawing/2014/main" id="{BD3F799B-682E-6F77-52C6-49C09FF72A89}"/>
              </a:ext>
            </a:extLst>
          </p:cNvPr>
          <p:cNvSpPr>
            <a:spLocks noGrp="1"/>
          </p:cNvSpPr>
          <p:nvPr>
            <p:ph type="body" sz="quarter" idx="20"/>
          </p:nvPr>
        </p:nvSpPr>
        <p:spPr/>
        <p:txBody>
          <a:bodyPr/>
          <a:lstStyle/>
          <a:p>
            <a:endParaRPr lang="en-US"/>
          </a:p>
        </p:txBody>
      </p:sp>
      <p:sp>
        <p:nvSpPr>
          <p:cNvPr id="15" name="Text Placeholder 14">
            <a:extLst>
              <a:ext uri="{FF2B5EF4-FFF2-40B4-BE49-F238E27FC236}">
                <a16:creationId xmlns:a16="http://schemas.microsoft.com/office/drawing/2014/main" id="{5BF0F14B-E8CC-311B-CF78-AFC538681946}"/>
              </a:ext>
            </a:extLst>
          </p:cNvPr>
          <p:cNvSpPr>
            <a:spLocks noGrp="1"/>
          </p:cNvSpPr>
          <p:nvPr>
            <p:ph type="body" sz="quarter" idx="21"/>
          </p:nvPr>
        </p:nvSpPr>
        <p:spPr/>
        <p:txBody>
          <a:bodyPr/>
          <a:lstStyle/>
          <a:p>
            <a:endParaRPr lang="en-US"/>
          </a:p>
        </p:txBody>
      </p:sp>
    </p:spTree>
    <p:extLst>
      <p:ext uri="{BB962C8B-B14F-4D97-AF65-F5344CB8AC3E}">
        <p14:creationId xmlns:p14="http://schemas.microsoft.com/office/powerpoint/2010/main" val="3454818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97E7EF71-B657-9EE0-D516-597097ECB659}"/>
              </a:ext>
            </a:extLst>
          </p:cNvPr>
          <p:cNvSpPr>
            <a:spLocks noGrp="1"/>
          </p:cNvSpPr>
          <p:nvPr>
            <p:ph type="pic" sz="quarter" idx="10"/>
          </p:nvPr>
        </p:nvSpPr>
        <p:spPr/>
        <p:txBody>
          <a:bodyPr/>
          <a:lstStyle/>
          <a:p>
            <a:endParaRPr lang="en-US"/>
          </a:p>
        </p:txBody>
      </p:sp>
      <p:sp>
        <p:nvSpPr>
          <p:cNvPr id="7" name="Text Placeholder 6">
            <a:extLst>
              <a:ext uri="{FF2B5EF4-FFF2-40B4-BE49-F238E27FC236}">
                <a16:creationId xmlns:a16="http://schemas.microsoft.com/office/drawing/2014/main" id="{F51674FB-13A1-A230-17D6-6364D117F3D4}"/>
              </a:ext>
            </a:extLst>
          </p:cNvPr>
          <p:cNvSpPr>
            <a:spLocks noGrp="1"/>
          </p:cNvSpPr>
          <p:nvPr>
            <p:ph type="body" sz="quarter" idx="18"/>
          </p:nvPr>
        </p:nvSpPr>
        <p:spPr/>
        <p:txBody>
          <a:bodyPr/>
          <a:lstStyle/>
          <a:p>
            <a:endParaRPr lang="en-US"/>
          </a:p>
        </p:txBody>
      </p:sp>
      <p:sp>
        <p:nvSpPr>
          <p:cNvPr id="8" name="Text Placeholder 7">
            <a:extLst>
              <a:ext uri="{FF2B5EF4-FFF2-40B4-BE49-F238E27FC236}">
                <a16:creationId xmlns:a16="http://schemas.microsoft.com/office/drawing/2014/main" id="{F96D8CB7-E47E-4B55-14E8-4B20B2C95EC1}"/>
              </a:ext>
            </a:extLst>
          </p:cNvPr>
          <p:cNvSpPr>
            <a:spLocks noGrp="1"/>
          </p:cNvSpPr>
          <p:nvPr>
            <p:ph type="body" sz="quarter" idx="19"/>
          </p:nvPr>
        </p:nvSpPr>
        <p:spPr/>
        <p:txBody>
          <a:bodyPr/>
          <a:lstStyle/>
          <a:p>
            <a:endParaRPr lang="en-US"/>
          </a:p>
        </p:txBody>
      </p:sp>
      <p:sp>
        <p:nvSpPr>
          <p:cNvPr id="6" name="Text Placeholder 5">
            <a:extLst>
              <a:ext uri="{FF2B5EF4-FFF2-40B4-BE49-F238E27FC236}">
                <a16:creationId xmlns:a16="http://schemas.microsoft.com/office/drawing/2014/main" id="{83B6BFCF-2523-EB82-5C38-0E9AB060BA13}"/>
              </a:ext>
            </a:extLst>
          </p:cNvPr>
          <p:cNvSpPr>
            <a:spLocks noGrp="1"/>
          </p:cNvSpPr>
          <p:nvPr>
            <p:ph type="body" sz="quarter" idx="13"/>
          </p:nvPr>
        </p:nvSpPr>
        <p:spPr/>
        <p:txBody>
          <a:bodyPr/>
          <a:lstStyle/>
          <a:p>
            <a:endParaRPr lang="en-US"/>
          </a:p>
        </p:txBody>
      </p:sp>
      <p:sp>
        <p:nvSpPr>
          <p:cNvPr id="4" name="Title 3">
            <a:extLst>
              <a:ext uri="{FF2B5EF4-FFF2-40B4-BE49-F238E27FC236}">
                <a16:creationId xmlns:a16="http://schemas.microsoft.com/office/drawing/2014/main" id="{166BE7F3-0C35-DB6E-1A43-937565591542}"/>
              </a:ext>
            </a:extLst>
          </p:cNvPr>
          <p:cNvSpPr>
            <a:spLocks noGrp="1"/>
          </p:cNvSpPr>
          <p:nvPr>
            <p:ph type="title"/>
          </p:nvPr>
        </p:nvSpPr>
        <p:spPr/>
        <p:txBody>
          <a:bodyPr/>
          <a:lstStyle/>
          <a:p>
            <a:endParaRPr lang="en-US" sz="2800"/>
          </a:p>
        </p:txBody>
      </p:sp>
    </p:spTree>
    <p:extLst>
      <p:ext uri="{BB962C8B-B14F-4D97-AF65-F5344CB8AC3E}">
        <p14:creationId xmlns:p14="http://schemas.microsoft.com/office/powerpoint/2010/main" val="7241855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4E5349F-21CF-A9B0-ACCF-003D9FEA2D82}"/>
              </a:ext>
            </a:extLst>
          </p:cNvPr>
          <p:cNvSpPr>
            <a:spLocks noGrp="1"/>
          </p:cNvSpPr>
          <p:nvPr>
            <p:ph type="body" sz="quarter" idx="18"/>
          </p:nvPr>
        </p:nvSpPr>
        <p:spPr/>
        <p:txBody>
          <a:bodyPr/>
          <a:lstStyle/>
          <a:p>
            <a:endParaRPr lang="en-US"/>
          </a:p>
        </p:txBody>
      </p:sp>
      <p:sp>
        <p:nvSpPr>
          <p:cNvPr id="11" name="Text Placeholder 10">
            <a:extLst>
              <a:ext uri="{FF2B5EF4-FFF2-40B4-BE49-F238E27FC236}">
                <a16:creationId xmlns:a16="http://schemas.microsoft.com/office/drawing/2014/main" id="{2F9FBD96-32AC-2A3D-67F5-BC8498A6B41A}"/>
              </a:ext>
            </a:extLst>
          </p:cNvPr>
          <p:cNvSpPr>
            <a:spLocks noGrp="1"/>
          </p:cNvSpPr>
          <p:nvPr>
            <p:ph type="body" sz="quarter" idx="20"/>
          </p:nvPr>
        </p:nvSpPr>
        <p:spPr/>
        <p:txBody>
          <a:bodyPr/>
          <a:lstStyle/>
          <a:p>
            <a:endParaRPr lang="en-US"/>
          </a:p>
        </p:txBody>
      </p:sp>
      <p:sp>
        <p:nvSpPr>
          <p:cNvPr id="12" name="Text Placeholder 11">
            <a:extLst>
              <a:ext uri="{FF2B5EF4-FFF2-40B4-BE49-F238E27FC236}">
                <a16:creationId xmlns:a16="http://schemas.microsoft.com/office/drawing/2014/main" id="{246FEE57-A5DD-6B24-3948-E8B31EBDB013}"/>
              </a:ext>
            </a:extLst>
          </p:cNvPr>
          <p:cNvSpPr>
            <a:spLocks noGrp="1"/>
          </p:cNvSpPr>
          <p:nvPr>
            <p:ph type="body" sz="quarter" idx="22"/>
          </p:nvPr>
        </p:nvSpPr>
        <p:spPr/>
        <p:txBody>
          <a:bodyPr/>
          <a:lstStyle/>
          <a:p>
            <a:endParaRPr lang="en-US"/>
          </a:p>
        </p:txBody>
      </p:sp>
      <p:sp>
        <p:nvSpPr>
          <p:cNvPr id="3" name="Text Placeholder 2">
            <a:extLst>
              <a:ext uri="{FF2B5EF4-FFF2-40B4-BE49-F238E27FC236}">
                <a16:creationId xmlns:a16="http://schemas.microsoft.com/office/drawing/2014/main" id="{D731B0B6-00B9-440F-75F8-3E046F4E991A}"/>
              </a:ext>
            </a:extLst>
          </p:cNvPr>
          <p:cNvSpPr>
            <a:spLocks noGrp="1"/>
          </p:cNvSpPr>
          <p:nvPr>
            <p:ph type="body" sz="quarter" idx="13"/>
          </p:nvPr>
        </p:nvSpPr>
        <p:spPr/>
        <p:txBody>
          <a:bodyPr/>
          <a:lstStyle/>
          <a:p>
            <a:endParaRPr lang="en-US"/>
          </a:p>
        </p:txBody>
      </p:sp>
      <p:sp>
        <p:nvSpPr>
          <p:cNvPr id="2" name="Title 1">
            <a:extLst>
              <a:ext uri="{FF2B5EF4-FFF2-40B4-BE49-F238E27FC236}">
                <a16:creationId xmlns:a16="http://schemas.microsoft.com/office/drawing/2014/main" id="{4DA621B5-2447-6E67-1A57-246D6BC1F59A}"/>
              </a:ext>
            </a:extLst>
          </p:cNvPr>
          <p:cNvSpPr>
            <a:spLocks noGrp="1"/>
          </p:cNvSpPr>
          <p:nvPr>
            <p:ph type="title"/>
          </p:nvPr>
        </p:nvSpPr>
        <p:spPr>
          <a:xfrm>
            <a:off x="311973" y="287996"/>
            <a:ext cx="11470367" cy="407987"/>
          </a:xfrm>
        </p:spPr>
        <p:txBody>
          <a:bodyPr/>
          <a:lstStyle/>
          <a:p>
            <a:endParaRPr lang="en-US" sz="2800"/>
          </a:p>
        </p:txBody>
      </p:sp>
      <p:sp>
        <p:nvSpPr>
          <p:cNvPr id="10" name="Text Placeholder 9">
            <a:extLst>
              <a:ext uri="{FF2B5EF4-FFF2-40B4-BE49-F238E27FC236}">
                <a16:creationId xmlns:a16="http://schemas.microsoft.com/office/drawing/2014/main" id="{D3227B2F-D258-6F65-C45D-29BFB2E8CB14}"/>
              </a:ext>
            </a:extLst>
          </p:cNvPr>
          <p:cNvSpPr>
            <a:spLocks noGrp="1"/>
          </p:cNvSpPr>
          <p:nvPr>
            <p:ph type="body" sz="quarter" idx="19"/>
          </p:nvPr>
        </p:nvSpPr>
        <p:spPr/>
        <p:txBody>
          <a:bodyPr/>
          <a:lstStyle/>
          <a:p>
            <a:endParaRPr lang="en-US"/>
          </a:p>
        </p:txBody>
      </p:sp>
      <p:sp>
        <p:nvSpPr>
          <p:cNvPr id="13" name="Text Placeholder 12">
            <a:extLst>
              <a:ext uri="{FF2B5EF4-FFF2-40B4-BE49-F238E27FC236}">
                <a16:creationId xmlns:a16="http://schemas.microsoft.com/office/drawing/2014/main" id="{F87C0009-E017-539A-6B0C-BC9ABB3DE1A6}"/>
              </a:ext>
            </a:extLst>
          </p:cNvPr>
          <p:cNvSpPr>
            <a:spLocks noGrp="1"/>
          </p:cNvSpPr>
          <p:nvPr>
            <p:ph type="body" sz="quarter" idx="23"/>
          </p:nvPr>
        </p:nvSpPr>
        <p:spPr/>
        <p:txBody>
          <a:bodyPr/>
          <a:lstStyle/>
          <a:p>
            <a:endParaRPr lang="en-US"/>
          </a:p>
        </p:txBody>
      </p:sp>
      <p:sp>
        <p:nvSpPr>
          <p:cNvPr id="14" name="Text Placeholder 13">
            <a:extLst>
              <a:ext uri="{FF2B5EF4-FFF2-40B4-BE49-F238E27FC236}">
                <a16:creationId xmlns:a16="http://schemas.microsoft.com/office/drawing/2014/main" id="{33632123-0946-D9F0-1DD1-1342ADCD3D59}"/>
              </a:ext>
            </a:extLst>
          </p:cNvPr>
          <p:cNvSpPr>
            <a:spLocks noGrp="1"/>
          </p:cNvSpPr>
          <p:nvPr>
            <p:ph type="body" sz="quarter" idx="24"/>
          </p:nvPr>
        </p:nvSpPr>
        <p:spPr/>
        <p:txBody>
          <a:bodyPr/>
          <a:lstStyle/>
          <a:p>
            <a:endParaRPr lang="en-US"/>
          </a:p>
        </p:txBody>
      </p:sp>
    </p:spTree>
    <p:extLst>
      <p:ext uri="{BB962C8B-B14F-4D97-AF65-F5344CB8AC3E}">
        <p14:creationId xmlns:p14="http://schemas.microsoft.com/office/powerpoint/2010/main" val="20355736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9558888-D2F4-F4CF-4813-B6E7F639EDD5}"/>
              </a:ext>
            </a:extLst>
          </p:cNvPr>
          <p:cNvSpPr>
            <a:spLocks noGrp="1"/>
          </p:cNvSpPr>
          <p:nvPr>
            <p:ph type="body" sz="quarter" idx="18"/>
          </p:nvPr>
        </p:nvSpPr>
        <p:spPr/>
        <p:txBody>
          <a:bodyPr/>
          <a:lstStyle/>
          <a:p>
            <a:endParaRPr lang="en-US"/>
          </a:p>
        </p:txBody>
      </p:sp>
      <p:sp>
        <p:nvSpPr>
          <p:cNvPr id="7" name="Text Placeholder 6">
            <a:extLst>
              <a:ext uri="{FF2B5EF4-FFF2-40B4-BE49-F238E27FC236}">
                <a16:creationId xmlns:a16="http://schemas.microsoft.com/office/drawing/2014/main" id="{538C6FA1-E974-4470-D13D-7C3F6C4AE0A3}"/>
              </a:ext>
            </a:extLst>
          </p:cNvPr>
          <p:cNvSpPr>
            <a:spLocks noGrp="1"/>
          </p:cNvSpPr>
          <p:nvPr>
            <p:ph type="body" sz="quarter" idx="19"/>
          </p:nvPr>
        </p:nvSpPr>
        <p:spPr/>
        <p:txBody>
          <a:bodyPr/>
          <a:lstStyle/>
          <a:p>
            <a:endParaRPr lang="en-US"/>
          </a:p>
        </p:txBody>
      </p:sp>
      <p:sp>
        <p:nvSpPr>
          <p:cNvPr id="5" name="Text Placeholder 4">
            <a:extLst>
              <a:ext uri="{FF2B5EF4-FFF2-40B4-BE49-F238E27FC236}">
                <a16:creationId xmlns:a16="http://schemas.microsoft.com/office/drawing/2014/main" id="{78D1FC12-3F5D-4F51-6EE6-2F6EC50EDC3F}"/>
              </a:ext>
            </a:extLst>
          </p:cNvPr>
          <p:cNvSpPr>
            <a:spLocks noGrp="1"/>
          </p:cNvSpPr>
          <p:nvPr>
            <p:ph type="body" sz="quarter" idx="13"/>
          </p:nvPr>
        </p:nvSpPr>
        <p:spPr/>
        <p:txBody>
          <a:bodyPr/>
          <a:lstStyle/>
          <a:p>
            <a:endParaRPr lang="en-US"/>
          </a:p>
        </p:txBody>
      </p:sp>
      <p:sp>
        <p:nvSpPr>
          <p:cNvPr id="8" name="Title 1">
            <a:extLst>
              <a:ext uri="{FF2B5EF4-FFF2-40B4-BE49-F238E27FC236}">
                <a16:creationId xmlns:a16="http://schemas.microsoft.com/office/drawing/2014/main" id="{9A5D4344-06D8-213A-1C2C-5A74BF6C09AD}"/>
              </a:ext>
            </a:extLst>
          </p:cNvPr>
          <p:cNvSpPr>
            <a:spLocks noGrp="1"/>
          </p:cNvSpPr>
          <p:nvPr>
            <p:ph type="title"/>
          </p:nvPr>
        </p:nvSpPr>
        <p:spPr>
          <a:xfrm>
            <a:off x="311973" y="287996"/>
            <a:ext cx="11470367" cy="407987"/>
          </a:xfrm>
        </p:spPr>
        <p:txBody>
          <a:bodyPr/>
          <a:lstStyle/>
          <a:p>
            <a:endParaRPr lang="en-US" sz="2800"/>
          </a:p>
        </p:txBody>
      </p:sp>
    </p:spTree>
    <p:extLst>
      <p:ext uri="{BB962C8B-B14F-4D97-AF65-F5344CB8AC3E}">
        <p14:creationId xmlns:p14="http://schemas.microsoft.com/office/powerpoint/2010/main" val="35217424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1943677"/>
      </p:ext>
    </p:extLst>
  </p:cSld>
  <p:clrMapOvr>
    <a:masterClrMapping/>
  </p:clrMapOvr>
</p:sld>
</file>

<file path=ppt/theme/theme1.xml><?xml version="1.0" encoding="utf-8"?>
<a:theme xmlns:a="http://schemas.openxmlformats.org/drawingml/2006/main" name="Custom Design">
  <a:themeElements>
    <a:clrScheme name="SAP_NGCS">
      <a:dk1>
        <a:srgbClr val="00144A"/>
      </a:dk1>
      <a:lt1>
        <a:sysClr val="window" lastClr="FFFFFF"/>
      </a:lt1>
      <a:dk2>
        <a:srgbClr val="002A86"/>
      </a:dk2>
      <a:lt2>
        <a:srgbClr val="0070F2"/>
      </a:lt2>
      <a:accent1>
        <a:srgbClr val="1B90FF"/>
      </a:accent1>
      <a:accent2>
        <a:srgbClr val="89D1FF"/>
      </a:accent2>
      <a:accent3>
        <a:srgbClr val="D1EFFF"/>
      </a:accent3>
      <a:accent4>
        <a:srgbClr val="12171C"/>
      </a:accent4>
      <a:accent5>
        <a:srgbClr val="A9B4BE"/>
      </a:accent5>
      <a:accent6>
        <a:srgbClr val="EAECE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AP_PPT_Template" id="{02E97D96-C9E9-B842-8160-F2E343A1A195}" vid="{F9BCA993-9F00-994A-9615-F7B7671695A0}"/>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AP_PPT_Template" id="{02E97D96-C9E9-B842-8160-F2E343A1A195}" vid="{2EEBB353-9CB2-F042-B5E0-B3110DBFC39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Application xmlns="http://www.sap.com/cof/powerpoint/application">
  <Version>2</Version>
  <Revision>2.8.2402.101853</Revision>
</Application>
</file>

<file path=customXml/item2.xml><?xml version="1.0" encoding="utf-8"?>
<ct:contentTypeSchema xmlns:ct="http://schemas.microsoft.com/office/2006/metadata/contentType" xmlns:ma="http://schemas.microsoft.com/office/2006/metadata/properties/metaAttributes" ct:_="" ma:_="" ma:contentTypeName="Document" ma:contentTypeID="0x010100842806A71A057F4DA110DBC45EBDF613" ma:contentTypeVersion="18" ma:contentTypeDescription="Create a new document." ma:contentTypeScope="" ma:versionID="b04900b7bec1b0d7aa7efc271d8b6946">
  <xsd:schema xmlns:xsd="http://www.w3.org/2001/XMLSchema" xmlns:xs="http://www.w3.org/2001/XMLSchema" xmlns:p="http://schemas.microsoft.com/office/2006/metadata/properties" xmlns:ns2="695693e9-47ea-4d53-a290-aec5ce4d2468" xmlns:ns3="e24b3e43-4ffe-4618-9cd3-0bc4e9160717" targetNamespace="http://schemas.microsoft.com/office/2006/metadata/properties" ma:root="true" ma:fieldsID="3e6fefd29b5d8120c7b11707f58eb824" ns2:_="" ns3:_="">
    <xsd:import namespace="695693e9-47ea-4d53-a290-aec5ce4d2468"/>
    <xsd:import namespace="e24b3e43-4ffe-4618-9cd3-0bc4e916071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LengthInSeconds" minOccurs="0"/>
                <xsd:element ref="ns2:MediaServiceLocation" minOccurs="0"/>
                <xsd:element ref="ns2:Date" minOccurs="0"/>
                <xsd:element ref="ns2:MediaServiceBillingMetadata" minOccurs="0"/>
                <xsd:element ref="ns2:Cont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5693e9-47ea-4d53-a290-aec5ce4d24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Date" ma:index="23" nillable="true" ma:displayName="Date" ma:format="DateOnly" ma:internalName="Date">
      <xsd:simpleType>
        <xsd:restriction base="dms:DateTime"/>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Content" ma:index="25" nillable="true" ma:displayName="Content" ma:format="Dropdown" ma:internalName="Cont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24b3e43-4ffe-4618-9cd3-0bc4e916071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b0b42d17-44cf-4546-9c59-486a577c7a1c}" ma:internalName="TaxCatchAll" ma:showField="CatchAllData" ma:web="e24b3e43-4ffe-4618-9cd3-0bc4e916071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95693e9-47ea-4d53-a290-aec5ce4d2468">
      <Terms xmlns="http://schemas.microsoft.com/office/infopath/2007/PartnerControls"/>
    </lcf76f155ced4ddcb4097134ff3c332f>
    <Date xmlns="695693e9-47ea-4d53-a290-aec5ce4d2468" xsi:nil="true"/>
    <TaxCatchAll xmlns="e24b3e43-4ffe-4618-9cd3-0bc4e9160717" xsi:nil="true"/>
    <Content xmlns="695693e9-47ea-4d53-a290-aec5ce4d2468" xsi:nil="true"/>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10D5DD-B771-4B1E-A327-730F3975DB04}">
  <ds:schemaRefs>
    <ds:schemaRef ds:uri="http://www.sap.com/cof/powerpoint/application"/>
  </ds:schemaRefs>
</ds:datastoreItem>
</file>

<file path=customXml/itemProps2.xml><?xml version="1.0" encoding="utf-8"?>
<ds:datastoreItem xmlns:ds="http://schemas.openxmlformats.org/officeDocument/2006/customXml" ds:itemID="{39F4E2F6-0C89-49DD-B851-22EB389A93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5693e9-47ea-4d53-a290-aec5ce4d2468"/>
    <ds:schemaRef ds:uri="e24b3e43-4ffe-4618-9cd3-0bc4e91607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AE94D2D-9C13-4E2F-9504-2EF3EDB53B36}">
  <ds:schemaRefs>
    <ds:schemaRef ds:uri="695693e9-47ea-4d53-a290-aec5ce4d2468"/>
    <ds:schemaRef ds:uri="e24b3e43-4ffe-4618-9cd3-0bc4e916071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67F23012-4B4F-436D-B727-556167328DA3}">
  <ds:schemaRefs>
    <ds:schemaRef ds:uri="http://schemas.microsoft.com/sharepoint/v3/contenttype/forms"/>
  </ds:schemaRefs>
</ds:datastoreItem>
</file>

<file path=docMetadata/LabelInfo.xml><?xml version="1.0" encoding="utf-8"?>
<clbl:labelList xmlns:clbl="http://schemas.microsoft.com/office/2020/mipLabelMetadata">
  <clbl:label id="{09eb91d0-4369-4b4c-b70d-2187f16db368}" enabled="1" method="Standard" siteId="{42f7676c-f455-423c-82f6-dc2d99791af7}" removed="0"/>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Custom Design</Template>
  <Application>Microsoft Office PowerPoint</Application>
  <PresentationFormat>Widescreen</PresentationFormat>
  <Slides>29</Slides>
  <Notes>7</Notes>
  <HiddenSlides>0</HiddenSlides>
  <ScaleCrop>false</ScaleCrop>
  <HeadingPairs>
    <vt:vector size="4" baseType="variant">
      <vt:variant>
        <vt:lpstr>Theme</vt:lpstr>
      </vt:variant>
      <vt:variant>
        <vt:i4>2</vt:i4>
      </vt:variant>
      <vt:variant>
        <vt:lpstr>Slide Titles</vt:lpstr>
      </vt:variant>
      <vt:variant>
        <vt:i4>29</vt:i4>
      </vt:variant>
    </vt:vector>
  </HeadingPairs>
  <TitlesOfParts>
    <vt:vector size="31" baseType="lpstr">
      <vt:lpstr>Custom Design</vt:lpstr>
      <vt:lpstr>1_Office Theme</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m.i.kumar.pandey</dc:creator>
  <cp:revision>2</cp:revision>
  <dcterms:created xsi:type="dcterms:W3CDTF">2025-05-06T07:46:15Z</dcterms:created>
  <dcterms:modified xsi:type="dcterms:W3CDTF">2026-01-21T16:25:50Z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0x010100842806A71A057F4DA110DBC45EBDF613</vt:lpwstr>
  </property>
  <property fmtid="{D5CDD505-2E9C-101B-9397-08002B2CF9AE}" pid="3" name="MediaServiceImageTags">
    <vt:lpwstr/>
  </property>
</Properties>
</file>